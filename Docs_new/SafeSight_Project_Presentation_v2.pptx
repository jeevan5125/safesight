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6" d="100"/>
          <a:sy n="76" d="100"/>
        </p:scale>
        <p:origin x="13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SafeSight as a locally runnable computer vision prototype. It detects people, PPE status classes and site equipment, then applies simple tracking and timing rules to make selected events visible to an operator. Do not describe the system as a certified safety product.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Motivation: a detector produces frame-level boxes. Site operations benefit when detections become understandable events with a location, a time and visual evidence. The project explores that integration for a single-camera demonstration.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the scope precisely. SafeSight uses one active stream at a time. Track IDs are temporary tracking identifiers, not real worker identities. PPE assignment is an image-position heuristic and can be uncertain.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from left to right. OpenCV supplies frames. Ultralytics YOLO11s predicts boxes and classes. ByteTrack maintains short-term person IDs. The rule layer evaluates configured zones, PPE association and closing-time conditions. Flask displays the stream and event data. Records and evidence are local.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project report records 1,819 training, 518 validation and 260 test images, for 2,597 total. Confirm against the exact downloaded dataset version if asked, because hosted dataset revisions can change. The ten labels include person and PPE items, missing-PPE categories, and site equipment. The plot shows class counts and annotation geometry.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sequence: install Ultralytics and Roboflow in Colab, authenticate, download the selected dataset version, load pretrained YOLO11s weights, train for 50 epochs, and save the run to Google Drive. The checkpoint used by the Flask app was copied into the local weights directory and named ppe.pt. The project uses an SGD optimizer with the listed settings. Runtime dependencies on the local Windows app are CPU-pinned, which is separate from the Colab training GPU. Do not confuse the local CPU runtime with the training device.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YOLO11s was selected as the requested detector and because a relatively small single-stage model is a sensible prototype choice for live use. Avoid claiming it is objectively the best model: the project has not reported a controlled comparison with other models under the same hardware and dataset. Transfer learning starts from pretrained weights, then adjusts to the target classes.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these as the recorded validation results from results.csv at the end of the training run: precision 0.89124, recall 0.72814, mAP50 0.79857 and mAP50-95 0.56089. The slide rounds to three decimals. The PR curve shows class-specific behavior across thresholds. The notebook contains a separate test-split validation call, but a numeric test result was not available in the supplied material, so do not present these as test metrics.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normalized confusion matrix and class PR curve reveal that a single aggregate score hides class differences. Machinery performs strongly at AP50 0.926, while Safety Cone is lower at 0.596. NO-Mask is 0.691. This suggests annotation review and additional representative data for weaker classes. Confusion matrices include background misses and false detections; they do not directly measure zone-event correctness.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Describe the curves without overstating them. Losses trend downward while precision, recall and mAP trend upward. The validation curves show generalization to the validation split, but model selection and threshold choices can influence those values. A test split should remain untouched until final reporting.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event logic turns frame detections into time-based conditions. Person IDs come from ByteTrack and are temporary. Zone presence depends on a point or anchor derived from the person box and polygon inclusion. PPE association uses relative position/overlap heuristics and is therefore not person-level certainty. The prototype uses a 1.5-second dwell condition. Closing time is configured in the dashboard and interpreted in the computer’s local 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dashboard view: live detections and counts, zone occupancy, PPE alerts, machinery count, closing-time status, and a list of alerts/evidence. The project prototype can request browser notifications, subject to browser permission and the dashboard being open. It does not currently send email, SMS or Telegram messages to a head engineer. Event evidence is saved locally.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Base paper: Cheng, Wong, Luo, Wang and Leung, Automation in Construction 139 (2022), article 104312. Their framework combines worker re-identification and PPE classification and reports improvements over comparison methods on its study data. SafeSight does not reproduce the cross-camera method. It uses ByteTrack single-camera IDs and spatial association rules. Zaidi et al. (2024) is a related reference on temporal confirmation and alarm reduction. Wen et al. (2024) addresses automated safety reporting. Sivanraj et al. (2026) is particularly relevant to avoid an unsupported novelty claim around YOLO11 or alerts.</a:t>
            </a:r>
          </a:p>
          <a:p>
            <a:endParaRPr/>
          </a:p>
          <a:p>
            <a:r>
              <a:t>Sources: [5], [6], [7],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 not claim YOLO11, tracking, temporal confirmation, alerts or dashboards as individually novel. The defensible project framing is an implementation-focused integration into a configurable local demo. The literature review examines eight selected studies and cannot establish that no other paper implements a similar system. The open research problem is event-level reliability and evaluation in real site conditions.</a:t>
            </a:r>
          </a:p>
          <a:p>
            <a:endParaRPr/>
          </a:p>
          <a:p>
            <a:r>
              <a:t>Sources: [1]-[8]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is important for a technically honest discussion. The current system does not establish real worker identity, and PPE-to-person assignment can be wrong under occlusion or unusual camera angles. The detector metrics do not evaluate complete event quality. A stronger study should annotate event ground truth and report event-level precision/recall, false alarms per hour, latency, track continuity, FPS and evidence completeness.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a short representative clip and test the camera before the presentation. There should be only one active camera stream at a time. If the room lighting or camera framing gives weak PPE detections, explain that the model can return uncertain observations and show saved event evidence. Do not stage or claim a violation from a single low-confidence frame.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eight cited papers were selected for relevance to worker/equipment detection, PPE compliance, worker identity, temporal event confirmation and reporting. Publisher and DOI details are listed for traceability.</a:t>
            </a:r>
          </a:p>
          <a:p>
            <a:endParaRPr/>
          </a:p>
          <a:p>
            <a:r>
              <a:t>Sources: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Base paper: reference [5]. The project positioning also draws on temporal event work [6], automated reporting [7] and recent vision-language safety monitoring [8]. DOI metadata follows the project literature survey.</a:t>
            </a:r>
          </a:p>
          <a:p>
            <a:endParaRPr/>
          </a:p>
          <a:p>
            <a:r>
              <a:t>Sources: [5]-[8]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F1EDFF1-794C-4DB5-BECE-EBF30D8E261C}"/>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BA0B100E-F40D-46BF-A5A6-40F254EE877A}"/>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7785BDD5-AE75-4A27-92BE-2541CF665AA0}"/>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5CBA988-9730-4A99-A2F3-1F19B575D9F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29FFD11A-5F4A-47C9-8099-2CFE7C1783A2}"/>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A1E5A122-616E-47AB-92B8-431DB984DE5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1971CA04-3F32-41DD-B1A2-F205FF35690C}"/>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4A475E1A-32D4-44EA-B12A-008776DD1B9F}"/>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21FAD14-B43F-4D5E-9ADC-905DE75C4BD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68924686-A885-4993-BB63-5587C65A9EE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191A"/>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4A2900F-2FDE-432F-B72B-F1163766D9D5}"/>
              </a:ext>
            </a:extLst>
          </p:cNvPr>
          <p:cNvSpPr>
            <a:spLocks noGrp="1"/>
          </p:cNvSpPr>
          <p:nvPr/>
        </p:nvSpPr>
        <p:spPr>
          <a:xfrm>
            <a:off x="0" y="0"/>
            <a:ext cx="133350" cy="6858000"/>
          </a:xfrm>
          <a:prstGeom prst="rect">
            <a:avLst/>
          </a:prstGeom>
          <a:solidFill>
            <a:srgbClr val="C6F36B"/>
          </a:solidFill>
          <a:ln w="0">
            <a:noFill/>
            <a:prstDash val="solid"/>
          </a:ln>
        </p:spPr>
        <p:txBody>
          <a:bodyPr/>
          <a:lstStyle/>
          <a:p>
            <a:endParaRPr lang="en-IN"/>
          </a:p>
        </p:txBody>
      </p:sp>
      <p:sp>
        <p:nvSpPr>
          <p:cNvPr id="2" name="Rectangle 1">
            <a:extLst>
              <a:ext uri="{FF2B5EF4-FFF2-40B4-BE49-F238E27FC236}">
                <a16:creationId xmlns:a16="http://schemas.microsoft.com/office/drawing/2014/main" id="{BEDBAABB-1732-4BBA-ABC3-B5520F32BFAF}"/>
              </a:ext>
            </a:extLst>
          </p:cNvPr>
          <p:cNvSpPr>
            <a:spLocks noGrp="1"/>
          </p:cNvSpPr>
          <p:nvPr/>
        </p:nvSpPr>
        <p:spPr>
          <a:xfrm>
            <a:off x="647700" y="600075"/>
            <a:ext cx="6286500" cy="333375"/>
          </a:xfrm>
          <a:prstGeom prst="rect">
            <a:avLst/>
          </a:prstGeom>
          <a:noFill/>
          <a:ln w="0">
            <a:noFill/>
            <a:prstDash val="solid"/>
          </a:ln>
        </p:spPr>
        <p:txBody>
          <a:bodyPr wrap="square" lIns="0" tIns="0" rIns="0" bIns="0" anchor="ctr">
            <a:normAutofit/>
          </a:bodyPr>
          <a:lstStyle>
            <a:defPPr algn="l">
              <a:defRPr sz="1350" b="1">
                <a:solidFill>
                  <a:srgbClr val="C6F36B"/>
                </a:solidFill>
                <a:latin typeface="Arial"/>
                <a:ea typeface="Arial"/>
                <a:cs typeface="Arial"/>
              </a:defRPr>
            </a:defPPr>
            <a:lvl1pPr algn="l">
              <a:defRPr sz="1350" b="1">
                <a:solidFill>
                  <a:srgbClr val="C6F36B"/>
                </a:solidFill>
                <a:latin typeface="Arial"/>
                <a:ea typeface="Arial"/>
                <a:cs typeface="Arial"/>
              </a:defRPr>
            </a:lvl1pPr>
            <a:lvl2pPr algn="l">
              <a:defRPr sz="1350" b="1">
                <a:solidFill>
                  <a:srgbClr val="C6F36B"/>
                </a:solidFill>
                <a:latin typeface="Arial"/>
                <a:ea typeface="Arial"/>
                <a:cs typeface="Arial"/>
              </a:defRPr>
            </a:lvl2pPr>
            <a:lvl3pPr algn="l">
              <a:defRPr sz="1350" b="1">
                <a:solidFill>
                  <a:srgbClr val="C6F36B"/>
                </a:solidFill>
                <a:latin typeface="Arial"/>
                <a:ea typeface="Arial"/>
                <a:cs typeface="Arial"/>
              </a:defRPr>
            </a:lvl3pPr>
            <a:lvl4pPr algn="l">
              <a:defRPr sz="1350" b="1">
                <a:solidFill>
                  <a:srgbClr val="C6F36B"/>
                </a:solidFill>
                <a:latin typeface="Arial"/>
                <a:ea typeface="Arial"/>
                <a:cs typeface="Arial"/>
              </a:defRPr>
            </a:lvl4pPr>
            <a:lvl5pPr algn="l">
              <a:defRPr sz="1350" b="1">
                <a:solidFill>
                  <a:srgbClr val="C6F36B"/>
                </a:solidFill>
                <a:latin typeface="Arial"/>
                <a:ea typeface="Arial"/>
                <a:cs typeface="Arial"/>
              </a:defRPr>
            </a:lvl5pPr>
            <a:lvl6pPr algn="l">
              <a:defRPr sz="1350" b="1">
                <a:solidFill>
                  <a:srgbClr val="C6F36B"/>
                </a:solidFill>
                <a:latin typeface="Arial"/>
                <a:ea typeface="Arial"/>
                <a:cs typeface="Arial"/>
              </a:defRPr>
            </a:lvl6pPr>
            <a:lvl7pPr algn="l">
              <a:defRPr sz="1350" b="1">
                <a:solidFill>
                  <a:srgbClr val="C6F36B"/>
                </a:solidFill>
                <a:latin typeface="Arial"/>
                <a:ea typeface="Arial"/>
                <a:cs typeface="Arial"/>
              </a:defRPr>
            </a:lvl7pPr>
            <a:lvl8pPr algn="l">
              <a:defRPr sz="1350" b="1">
                <a:solidFill>
                  <a:srgbClr val="C6F36B"/>
                </a:solidFill>
                <a:latin typeface="Arial"/>
                <a:ea typeface="Arial"/>
                <a:cs typeface="Arial"/>
              </a:defRPr>
            </a:lvl8pPr>
            <a:lvl9pPr algn="l">
              <a:defRPr sz="1350" b="1">
                <a:solidFill>
                  <a:srgbClr val="C6F36B"/>
                </a:solidFill>
                <a:latin typeface="Arial"/>
                <a:ea typeface="Arial"/>
                <a:cs typeface="Arial"/>
              </a:defRPr>
            </a:lvl9pPr>
          </a:lstStyle>
          <a:p>
            <a:pPr algn="l">
              <a:defRPr sz="1350" b="1">
                <a:solidFill>
                  <a:srgbClr val="C6F36B"/>
                </a:solidFill>
                <a:latin typeface="Arial"/>
                <a:ea typeface="Arial"/>
                <a:cs typeface="Arial"/>
              </a:defRPr>
            </a:pPr>
            <a:r>
              <a:rPr sz="1350" b="1">
                <a:solidFill>
                  <a:srgbClr val="C6F36B"/>
                </a:solidFill>
                <a:latin typeface="Arial"/>
                <a:ea typeface="Arial"/>
                <a:cs typeface="Arial"/>
              </a:rPr>
              <a:t>SAFESIGHT</a:t>
            </a:r>
          </a:p>
        </p:txBody>
      </p:sp>
      <p:sp>
        <p:nvSpPr>
          <p:cNvPr id="3" name="Rectangle 2">
            <a:extLst>
              <a:ext uri="{FF2B5EF4-FFF2-40B4-BE49-F238E27FC236}">
                <a16:creationId xmlns:a16="http://schemas.microsoft.com/office/drawing/2014/main" id="{86FBA6C1-222E-409B-9BD9-A457D034E1C0}"/>
              </a:ext>
            </a:extLst>
          </p:cNvPr>
          <p:cNvSpPr>
            <a:spLocks noGrp="1"/>
          </p:cNvSpPr>
          <p:nvPr/>
        </p:nvSpPr>
        <p:spPr>
          <a:xfrm>
            <a:off x="647700" y="1352550"/>
            <a:ext cx="6572250" cy="1752600"/>
          </a:xfrm>
          <a:prstGeom prst="rect">
            <a:avLst/>
          </a:prstGeom>
          <a:noFill/>
          <a:ln w="0">
            <a:noFill/>
            <a:prstDash val="solid"/>
          </a:ln>
        </p:spPr>
        <p:txBody>
          <a:bodyPr wrap="square" lIns="0" tIns="0" rIns="0" bIns="0" anchor="ctr">
            <a:normAutofit/>
          </a:bodyPr>
          <a:lstStyle>
            <a:defPPr algn="l">
              <a:defRPr sz="3600" b="1">
                <a:solidFill>
                  <a:srgbClr val="FFFFFF"/>
                </a:solidFill>
                <a:latin typeface="Arial"/>
                <a:ea typeface="Arial"/>
                <a:cs typeface="Arial"/>
              </a:defRPr>
            </a:defPPr>
            <a:lvl1pPr algn="l">
              <a:defRPr sz="3600" b="1">
                <a:solidFill>
                  <a:srgbClr val="FFFFFF"/>
                </a:solidFill>
                <a:latin typeface="Arial"/>
                <a:ea typeface="Arial"/>
                <a:cs typeface="Arial"/>
              </a:defRPr>
            </a:lvl1pPr>
            <a:lvl2pPr algn="l">
              <a:defRPr sz="3600" b="1">
                <a:solidFill>
                  <a:srgbClr val="FFFFFF"/>
                </a:solidFill>
                <a:latin typeface="Arial"/>
                <a:ea typeface="Arial"/>
                <a:cs typeface="Arial"/>
              </a:defRPr>
            </a:lvl2pPr>
            <a:lvl3pPr algn="l">
              <a:defRPr sz="3600" b="1">
                <a:solidFill>
                  <a:srgbClr val="FFFFFF"/>
                </a:solidFill>
                <a:latin typeface="Arial"/>
                <a:ea typeface="Arial"/>
                <a:cs typeface="Arial"/>
              </a:defRPr>
            </a:lvl3pPr>
            <a:lvl4pPr algn="l">
              <a:defRPr sz="3600" b="1">
                <a:solidFill>
                  <a:srgbClr val="FFFFFF"/>
                </a:solidFill>
                <a:latin typeface="Arial"/>
                <a:ea typeface="Arial"/>
                <a:cs typeface="Arial"/>
              </a:defRPr>
            </a:lvl4pPr>
            <a:lvl5pPr algn="l">
              <a:defRPr sz="3600" b="1">
                <a:solidFill>
                  <a:srgbClr val="FFFFFF"/>
                </a:solidFill>
                <a:latin typeface="Arial"/>
                <a:ea typeface="Arial"/>
                <a:cs typeface="Arial"/>
              </a:defRPr>
            </a:lvl5pPr>
            <a:lvl6pPr algn="l">
              <a:defRPr sz="3600" b="1">
                <a:solidFill>
                  <a:srgbClr val="FFFFFF"/>
                </a:solidFill>
                <a:latin typeface="Arial"/>
                <a:ea typeface="Arial"/>
                <a:cs typeface="Arial"/>
              </a:defRPr>
            </a:lvl6pPr>
            <a:lvl7pPr algn="l">
              <a:defRPr sz="3600" b="1">
                <a:solidFill>
                  <a:srgbClr val="FFFFFF"/>
                </a:solidFill>
                <a:latin typeface="Arial"/>
                <a:ea typeface="Arial"/>
                <a:cs typeface="Arial"/>
              </a:defRPr>
            </a:lvl7pPr>
            <a:lvl8pPr algn="l">
              <a:defRPr sz="3600" b="1">
                <a:solidFill>
                  <a:srgbClr val="FFFFFF"/>
                </a:solidFill>
                <a:latin typeface="Arial"/>
                <a:ea typeface="Arial"/>
                <a:cs typeface="Arial"/>
              </a:defRPr>
            </a:lvl8pPr>
            <a:lvl9pPr algn="l">
              <a:defRPr sz="3600" b="1">
                <a:solidFill>
                  <a:srgbClr val="FFFFFF"/>
                </a:solidFill>
                <a:latin typeface="Arial"/>
                <a:ea typeface="Arial"/>
                <a:cs typeface="Arial"/>
              </a:defRPr>
            </a:lvl9pPr>
          </a:lstStyle>
          <a:p>
            <a:pPr algn="l">
              <a:defRPr sz="3600" b="1">
                <a:solidFill>
                  <a:srgbClr val="FFFFFF"/>
                </a:solidFill>
                <a:latin typeface="Arial"/>
                <a:ea typeface="Arial"/>
                <a:cs typeface="Arial"/>
              </a:defRPr>
            </a:pPr>
            <a:r>
              <a:rPr sz="3600" b="1">
                <a:solidFill>
                  <a:srgbClr val="FFFFFF"/>
                </a:solidFill>
                <a:latin typeface="Arial"/>
                <a:ea typeface="Arial"/>
                <a:cs typeface="Arial"/>
              </a:rPr>
              <a:t>AI safety monitoring</a:t>
            </a:r>
          </a:p>
          <a:p>
            <a:pPr algn="l">
              <a:defRPr sz="3600" b="1">
                <a:solidFill>
                  <a:srgbClr val="FFFFFF"/>
                </a:solidFill>
                <a:latin typeface="Arial"/>
                <a:ea typeface="Arial"/>
                <a:cs typeface="Arial"/>
              </a:defRPr>
            </a:pPr>
            <a:r>
              <a:rPr sz="3600" b="1">
                <a:solidFill>
                  <a:srgbClr val="FFFFFF"/>
                </a:solidFill>
                <a:latin typeface="Arial"/>
                <a:ea typeface="Arial"/>
                <a:cs typeface="Arial"/>
              </a:rPr>
              <a:t>for construction sites</a:t>
            </a:r>
          </a:p>
        </p:txBody>
      </p:sp>
      <p:sp>
        <p:nvSpPr>
          <p:cNvPr id="4" name="Rectangle 3">
            <a:extLst>
              <a:ext uri="{FF2B5EF4-FFF2-40B4-BE49-F238E27FC236}">
                <a16:creationId xmlns:a16="http://schemas.microsoft.com/office/drawing/2014/main" id="{304BAAF9-4CFE-4CAA-87D0-A1A11DCB6DAC}"/>
              </a:ext>
            </a:extLst>
          </p:cNvPr>
          <p:cNvSpPr>
            <a:spLocks noGrp="1"/>
          </p:cNvSpPr>
          <p:nvPr/>
        </p:nvSpPr>
        <p:spPr>
          <a:xfrm>
            <a:off x="685800" y="3352800"/>
            <a:ext cx="5905500" cy="742950"/>
          </a:xfrm>
          <a:prstGeom prst="rect">
            <a:avLst/>
          </a:prstGeom>
          <a:noFill/>
          <a:ln w="0">
            <a:noFill/>
            <a:prstDash val="solid"/>
          </a:ln>
        </p:spPr>
        <p:txBody>
          <a:bodyPr wrap="square" lIns="0" tIns="0" rIns="0" bIns="0" anchor="ctr">
            <a:normAutofit/>
          </a:bodyPr>
          <a:lstStyle>
            <a:defPPr algn="l">
              <a:defRPr sz="1650" b="0">
                <a:solidFill>
                  <a:srgbClr val="C5D0CD"/>
                </a:solidFill>
                <a:latin typeface="Arial"/>
                <a:ea typeface="Arial"/>
                <a:cs typeface="Arial"/>
              </a:defRPr>
            </a:defPPr>
            <a:lvl1pPr algn="l">
              <a:defRPr sz="1650" b="0">
                <a:solidFill>
                  <a:srgbClr val="C5D0CD"/>
                </a:solidFill>
                <a:latin typeface="Arial"/>
                <a:ea typeface="Arial"/>
                <a:cs typeface="Arial"/>
              </a:defRPr>
            </a:lvl1pPr>
            <a:lvl2pPr algn="l">
              <a:defRPr sz="1650" b="0">
                <a:solidFill>
                  <a:srgbClr val="C5D0CD"/>
                </a:solidFill>
                <a:latin typeface="Arial"/>
                <a:ea typeface="Arial"/>
                <a:cs typeface="Arial"/>
              </a:defRPr>
            </a:lvl2pPr>
            <a:lvl3pPr algn="l">
              <a:defRPr sz="1650" b="0">
                <a:solidFill>
                  <a:srgbClr val="C5D0CD"/>
                </a:solidFill>
                <a:latin typeface="Arial"/>
                <a:ea typeface="Arial"/>
                <a:cs typeface="Arial"/>
              </a:defRPr>
            </a:lvl3pPr>
            <a:lvl4pPr algn="l">
              <a:defRPr sz="1650" b="0">
                <a:solidFill>
                  <a:srgbClr val="C5D0CD"/>
                </a:solidFill>
                <a:latin typeface="Arial"/>
                <a:ea typeface="Arial"/>
                <a:cs typeface="Arial"/>
              </a:defRPr>
            </a:lvl4pPr>
            <a:lvl5pPr algn="l">
              <a:defRPr sz="1650" b="0">
                <a:solidFill>
                  <a:srgbClr val="C5D0CD"/>
                </a:solidFill>
                <a:latin typeface="Arial"/>
                <a:ea typeface="Arial"/>
                <a:cs typeface="Arial"/>
              </a:defRPr>
            </a:lvl5pPr>
            <a:lvl6pPr algn="l">
              <a:defRPr sz="1650" b="0">
                <a:solidFill>
                  <a:srgbClr val="C5D0CD"/>
                </a:solidFill>
                <a:latin typeface="Arial"/>
                <a:ea typeface="Arial"/>
                <a:cs typeface="Arial"/>
              </a:defRPr>
            </a:lvl6pPr>
            <a:lvl7pPr algn="l">
              <a:defRPr sz="1650" b="0">
                <a:solidFill>
                  <a:srgbClr val="C5D0CD"/>
                </a:solidFill>
                <a:latin typeface="Arial"/>
                <a:ea typeface="Arial"/>
                <a:cs typeface="Arial"/>
              </a:defRPr>
            </a:lvl7pPr>
            <a:lvl8pPr algn="l">
              <a:defRPr sz="1650" b="0">
                <a:solidFill>
                  <a:srgbClr val="C5D0CD"/>
                </a:solidFill>
                <a:latin typeface="Arial"/>
                <a:ea typeface="Arial"/>
                <a:cs typeface="Arial"/>
              </a:defRPr>
            </a:lvl8pPr>
            <a:lvl9pPr algn="l">
              <a:defRPr sz="1650" b="0">
                <a:solidFill>
                  <a:srgbClr val="C5D0CD"/>
                </a:solidFill>
                <a:latin typeface="Arial"/>
                <a:ea typeface="Arial"/>
                <a:cs typeface="Arial"/>
              </a:defRPr>
            </a:lvl9pPr>
          </a:lstStyle>
          <a:p>
            <a:pPr algn="l">
              <a:defRPr sz="1650" b="0">
                <a:solidFill>
                  <a:srgbClr val="C5D0CD"/>
                </a:solidFill>
                <a:latin typeface="Arial"/>
                <a:ea typeface="Arial"/>
                <a:cs typeface="Arial"/>
              </a:defRPr>
            </a:pPr>
            <a:r>
              <a:rPr sz="1650" b="0">
                <a:solidFill>
                  <a:srgbClr val="C5D0CD"/>
                </a:solidFill>
                <a:latin typeface="Arial"/>
                <a:ea typeface="Arial"/>
                <a:cs typeface="Arial"/>
              </a:rPr>
              <a:t>YOLO11s detection with zones, tracking, event rules and a live dashboard</a:t>
            </a:r>
          </a:p>
        </p:txBody>
      </p:sp>
      <p:sp>
        <p:nvSpPr>
          <p:cNvPr id="5" name="Straight Connector 4">
            <a:extLst>
              <a:ext uri="{FF2B5EF4-FFF2-40B4-BE49-F238E27FC236}">
                <a16:creationId xmlns:a16="http://schemas.microsoft.com/office/drawing/2014/main" id="{CA373D77-89C2-42AC-AED3-6540BC96BEBC}"/>
              </a:ext>
            </a:extLst>
          </p:cNvPr>
          <p:cNvSpPr>
            <a:spLocks noGrp="1"/>
          </p:cNvSpPr>
          <p:nvPr/>
        </p:nvSpPr>
        <p:spPr>
          <a:xfrm>
            <a:off x="685800" y="4438650"/>
            <a:ext cx="5753100" cy="9525"/>
          </a:xfrm>
          <a:prstGeom prst="line">
            <a:avLst/>
          </a:prstGeom>
          <a:noFill/>
          <a:ln w="28575">
            <a:solidFill>
              <a:srgbClr val="32CDBA"/>
            </a:solidFill>
            <a:prstDash val="solid"/>
          </a:ln>
        </p:spPr>
        <p:txBody>
          <a:bodyPr/>
          <a:lstStyle/>
          <a:p>
            <a:endParaRPr lang="en-IN"/>
          </a:p>
        </p:txBody>
      </p:sp>
      <p:sp>
        <p:nvSpPr>
          <p:cNvPr id="6" name="Rectangle 5">
            <a:extLst>
              <a:ext uri="{FF2B5EF4-FFF2-40B4-BE49-F238E27FC236}">
                <a16:creationId xmlns:a16="http://schemas.microsoft.com/office/drawing/2014/main" id="{474F570B-C87F-418B-A0E3-3942BCCB7D06}"/>
              </a:ext>
            </a:extLst>
          </p:cNvPr>
          <p:cNvSpPr>
            <a:spLocks noGrp="1"/>
          </p:cNvSpPr>
          <p:nvPr/>
        </p:nvSpPr>
        <p:spPr>
          <a:xfrm>
            <a:off x="685800" y="4676775"/>
            <a:ext cx="3619500" cy="247650"/>
          </a:xfrm>
          <a:prstGeom prst="rect">
            <a:avLst/>
          </a:prstGeom>
          <a:noFill/>
          <a:ln w="0">
            <a:noFill/>
            <a:prstDash val="solid"/>
          </a:ln>
        </p:spPr>
        <p:txBody>
          <a:bodyPr wrap="square" lIns="0" tIns="0" rIns="0" bIns="0" anchor="ctr">
            <a:normAutofit/>
          </a:bodyPr>
          <a:lstStyle>
            <a:defPPr algn="l">
              <a:defRPr sz="1200" b="1">
                <a:solidFill>
                  <a:srgbClr val="7BDDD4"/>
                </a:solidFill>
                <a:latin typeface="Arial"/>
                <a:ea typeface="Arial"/>
                <a:cs typeface="Arial"/>
              </a:defRPr>
            </a:defPPr>
            <a:lvl1pPr algn="l">
              <a:defRPr sz="1200" b="1">
                <a:solidFill>
                  <a:srgbClr val="7BDDD4"/>
                </a:solidFill>
                <a:latin typeface="Arial"/>
                <a:ea typeface="Arial"/>
                <a:cs typeface="Arial"/>
              </a:defRPr>
            </a:lvl1pPr>
            <a:lvl2pPr algn="l">
              <a:defRPr sz="1200" b="1">
                <a:solidFill>
                  <a:srgbClr val="7BDDD4"/>
                </a:solidFill>
                <a:latin typeface="Arial"/>
                <a:ea typeface="Arial"/>
                <a:cs typeface="Arial"/>
              </a:defRPr>
            </a:lvl2pPr>
            <a:lvl3pPr algn="l">
              <a:defRPr sz="1200" b="1">
                <a:solidFill>
                  <a:srgbClr val="7BDDD4"/>
                </a:solidFill>
                <a:latin typeface="Arial"/>
                <a:ea typeface="Arial"/>
                <a:cs typeface="Arial"/>
              </a:defRPr>
            </a:lvl3pPr>
            <a:lvl4pPr algn="l">
              <a:defRPr sz="1200" b="1">
                <a:solidFill>
                  <a:srgbClr val="7BDDD4"/>
                </a:solidFill>
                <a:latin typeface="Arial"/>
                <a:ea typeface="Arial"/>
                <a:cs typeface="Arial"/>
              </a:defRPr>
            </a:lvl4pPr>
            <a:lvl5pPr algn="l">
              <a:defRPr sz="1200" b="1">
                <a:solidFill>
                  <a:srgbClr val="7BDDD4"/>
                </a:solidFill>
                <a:latin typeface="Arial"/>
                <a:ea typeface="Arial"/>
                <a:cs typeface="Arial"/>
              </a:defRPr>
            </a:lvl5pPr>
            <a:lvl6pPr algn="l">
              <a:defRPr sz="1200" b="1">
                <a:solidFill>
                  <a:srgbClr val="7BDDD4"/>
                </a:solidFill>
                <a:latin typeface="Arial"/>
                <a:ea typeface="Arial"/>
                <a:cs typeface="Arial"/>
              </a:defRPr>
            </a:lvl6pPr>
            <a:lvl7pPr algn="l">
              <a:defRPr sz="1200" b="1">
                <a:solidFill>
                  <a:srgbClr val="7BDDD4"/>
                </a:solidFill>
                <a:latin typeface="Arial"/>
                <a:ea typeface="Arial"/>
                <a:cs typeface="Arial"/>
              </a:defRPr>
            </a:lvl7pPr>
            <a:lvl8pPr algn="l">
              <a:defRPr sz="1200" b="1">
                <a:solidFill>
                  <a:srgbClr val="7BDDD4"/>
                </a:solidFill>
                <a:latin typeface="Arial"/>
                <a:ea typeface="Arial"/>
                <a:cs typeface="Arial"/>
              </a:defRPr>
            </a:lvl8pPr>
            <a:lvl9pPr algn="l">
              <a:defRPr sz="1200" b="1">
                <a:solidFill>
                  <a:srgbClr val="7BDDD4"/>
                </a:solidFill>
                <a:latin typeface="Arial"/>
                <a:ea typeface="Arial"/>
                <a:cs typeface="Arial"/>
              </a:defRPr>
            </a:lvl9pPr>
          </a:lstStyle>
          <a:p>
            <a:pPr algn="l">
              <a:defRPr sz="1200" b="1">
                <a:solidFill>
                  <a:srgbClr val="7BDDD4"/>
                </a:solidFill>
                <a:latin typeface="Arial"/>
                <a:ea typeface="Arial"/>
                <a:cs typeface="Arial"/>
              </a:defRPr>
            </a:pPr>
            <a:r>
              <a:rPr sz="1200" b="1">
                <a:solidFill>
                  <a:srgbClr val="7BDDD4"/>
                </a:solidFill>
                <a:latin typeface="Arial"/>
                <a:ea typeface="Arial"/>
                <a:cs typeface="Arial"/>
              </a:rPr>
              <a:t>PROJECT PRESENTATION</a:t>
            </a:r>
          </a:p>
        </p:txBody>
      </p:sp>
      <p:sp>
        <p:nvSpPr>
          <p:cNvPr id="7" name="Rectangle 6">
            <a:extLst>
              <a:ext uri="{FF2B5EF4-FFF2-40B4-BE49-F238E27FC236}">
                <a16:creationId xmlns:a16="http://schemas.microsoft.com/office/drawing/2014/main" id="{606E25FE-1172-43B8-BE1C-C4CC17656D4E}"/>
              </a:ext>
            </a:extLst>
          </p:cNvPr>
          <p:cNvSpPr>
            <a:spLocks noGrp="1"/>
          </p:cNvSpPr>
          <p:nvPr/>
        </p:nvSpPr>
        <p:spPr>
          <a:xfrm>
            <a:off x="685800" y="5029200"/>
            <a:ext cx="4953000" cy="304800"/>
          </a:xfrm>
          <a:prstGeom prst="rect">
            <a:avLst/>
          </a:prstGeom>
          <a:noFill/>
          <a:ln w="0">
            <a:noFill/>
            <a:prstDash val="solid"/>
          </a:ln>
        </p:spPr>
        <p:txBody>
          <a:bodyPr wrap="square" lIns="0" tIns="0" rIns="0" bIns="0" anchor="ctr">
            <a:normAutofit/>
          </a:bodyPr>
          <a:lstStyle>
            <a:defPPr algn="l">
              <a:defRPr sz="1350" b="0">
                <a:solidFill>
                  <a:srgbClr val="FFFFFF"/>
                </a:solidFill>
                <a:latin typeface="Arial"/>
                <a:ea typeface="Arial"/>
                <a:cs typeface="Arial"/>
              </a:defRPr>
            </a:defPPr>
            <a:lvl1pPr algn="l">
              <a:defRPr sz="1350" b="0">
                <a:solidFill>
                  <a:srgbClr val="FFFFFF"/>
                </a:solidFill>
                <a:latin typeface="Arial"/>
                <a:ea typeface="Arial"/>
                <a:cs typeface="Arial"/>
              </a:defRPr>
            </a:lvl1pPr>
            <a:lvl2pPr algn="l">
              <a:defRPr sz="1350" b="0">
                <a:solidFill>
                  <a:srgbClr val="FFFFFF"/>
                </a:solidFill>
                <a:latin typeface="Arial"/>
                <a:ea typeface="Arial"/>
                <a:cs typeface="Arial"/>
              </a:defRPr>
            </a:lvl2pPr>
            <a:lvl3pPr algn="l">
              <a:defRPr sz="1350" b="0">
                <a:solidFill>
                  <a:srgbClr val="FFFFFF"/>
                </a:solidFill>
                <a:latin typeface="Arial"/>
                <a:ea typeface="Arial"/>
                <a:cs typeface="Arial"/>
              </a:defRPr>
            </a:lvl3pPr>
            <a:lvl4pPr algn="l">
              <a:defRPr sz="1350" b="0">
                <a:solidFill>
                  <a:srgbClr val="FFFFFF"/>
                </a:solidFill>
                <a:latin typeface="Arial"/>
                <a:ea typeface="Arial"/>
                <a:cs typeface="Arial"/>
              </a:defRPr>
            </a:lvl4pPr>
            <a:lvl5pPr algn="l">
              <a:defRPr sz="1350" b="0">
                <a:solidFill>
                  <a:srgbClr val="FFFFFF"/>
                </a:solidFill>
                <a:latin typeface="Arial"/>
                <a:ea typeface="Arial"/>
                <a:cs typeface="Arial"/>
              </a:defRPr>
            </a:lvl5pPr>
            <a:lvl6pPr algn="l">
              <a:defRPr sz="1350" b="0">
                <a:solidFill>
                  <a:srgbClr val="FFFFFF"/>
                </a:solidFill>
                <a:latin typeface="Arial"/>
                <a:ea typeface="Arial"/>
                <a:cs typeface="Arial"/>
              </a:defRPr>
            </a:lvl6pPr>
            <a:lvl7pPr algn="l">
              <a:defRPr sz="1350" b="0">
                <a:solidFill>
                  <a:srgbClr val="FFFFFF"/>
                </a:solidFill>
                <a:latin typeface="Arial"/>
                <a:ea typeface="Arial"/>
                <a:cs typeface="Arial"/>
              </a:defRPr>
            </a:lvl7pPr>
            <a:lvl8pPr algn="l">
              <a:defRPr sz="1350" b="0">
                <a:solidFill>
                  <a:srgbClr val="FFFFFF"/>
                </a:solidFill>
                <a:latin typeface="Arial"/>
                <a:ea typeface="Arial"/>
                <a:cs typeface="Arial"/>
              </a:defRPr>
            </a:lvl8pPr>
            <a:lvl9pPr algn="l">
              <a:defRPr sz="1350" b="0">
                <a:solidFill>
                  <a:srgbClr val="FFFFFF"/>
                </a:solidFill>
                <a:latin typeface="Arial"/>
                <a:ea typeface="Arial"/>
                <a:cs typeface="Arial"/>
              </a:defRPr>
            </a:lvl9pPr>
          </a:lstStyle>
          <a:p>
            <a:pPr algn="l">
              <a:defRPr sz="1350" b="0">
                <a:solidFill>
                  <a:srgbClr val="FFFFFF"/>
                </a:solidFill>
                <a:latin typeface="Arial"/>
                <a:ea typeface="Arial"/>
                <a:cs typeface="Arial"/>
              </a:defRPr>
            </a:pPr>
            <a:r>
              <a:rPr sz="1350" b="0">
                <a:solidFill>
                  <a:srgbClr val="FFFFFF"/>
                </a:solidFill>
                <a:latin typeface="Arial"/>
                <a:ea typeface="Arial"/>
                <a:cs typeface="Arial"/>
              </a:rPr>
              <a:t>Computer vision prototype  |  Demo and viva overview</a:t>
            </a:r>
          </a:p>
        </p:txBody>
      </p:sp>
      <p:pic>
        <p:nvPicPr>
          <p:cNvPr id="8" name="Picture 7">
            <a:extLst>
              <a:ext uri="{FF2B5EF4-FFF2-40B4-BE49-F238E27FC236}">
                <a16:creationId xmlns:a16="http://schemas.microsoft.com/office/drawing/2014/main" id="{67669B8E-5446-4C5D-AC4D-DF63D2F96B97}"/>
              </a:ext>
            </a:extLst>
          </p:cNvPr>
          <p:cNvPicPr>
            <a:picLocks noChangeAspect="1"/>
          </p:cNvPicPr>
          <p:nvPr/>
        </p:nvPicPr>
        <p:blipFill>
          <a:blip r:embed="rId3"/>
          <a:srcRect l="22601" r="22601"/>
          <a:stretch>
            <a:fillRect/>
          </a:stretch>
        </p:blipFill>
        <p:spPr>
          <a:xfrm>
            <a:off x="7200900" y="781050"/>
            <a:ext cx="4343400" cy="4457700"/>
          </a:xfrm>
          <a:prstGeom prst="rect">
            <a:avLst/>
          </a:prstGeom>
        </p:spPr>
      </p:pic>
      <p:sp>
        <p:nvSpPr>
          <p:cNvPr id="9" name="Rectangle 8">
            <a:extLst>
              <a:ext uri="{FF2B5EF4-FFF2-40B4-BE49-F238E27FC236}">
                <a16:creationId xmlns:a16="http://schemas.microsoft.com/office/drawing/2014/main" id="{1374A85C-FBF4-4F2A-9F5B-F34AF95F353D}"/>
              </a:ext>
            </a:extLst>
          </p:cNvPr>
          <p:cNvSpPr>
            <a:spLocks noGrp="1"/>
          </p:cNvSpPr>
          <p:nvPr/>
        </p:nvSpPr>
        <p:spPr>
          <a:xfrm>
            <a:off x="7200900" y="5486400"/>
            <a:ext cx="4343400" cy="247650"/>
          </a:xfrm>
          <a:prstGeom prst="rect">
            <a:avLst/>
          </a:prstGeom>
          <a:noFill/>
          <a:ln w="0">
            <a:noFill/>
            <a:prstDash val="solid"/>
          </a:ln>
        </p:spPr>
        <p:txBody>
          <a:bodyPr wrap="square" lIns="0" tIns="0" rIns="0" bIns="0" anchor="ctr">
            <a:normAutofit/>
          </a:bodyPr>
          <a:lstStyle>
            <a:defPPr algn="r">
              <a:defRPr sz="1125" b="1">
                <a:solidFill>
                  <a:srgbClr val="C6F36B"/>
                </a:solidFill>
                <a:latin typeface="Arial"/>
                <a:ea typeface="Arial"/>
                <a:cs typeface="Arial"/>
              </a:defRPr>
            </a:defPPr>
            <a:lvl1pPr algn="r">
              <a:defRPr sz="1125" b="1">
                <a:solidFill>
                  <a:srgbClr val="C6F36B"/>
                </a:solidFill>
                <a:latin typeface="Arial"/>
                <a:ea typeface="Arial"/>
                <a:cs typeface="Arial"/>
              </a:defRPr>
            </a:lvl1pPr>
            <a:lvl2pPr algn="r">
              <a:defRPr sz="1125" b="1">
                <a:solidFill>
                  <a:srgbClr val="C6F36B"/>
                </a:solidFill>
                <a:latin typeface="Arial"/>
                <a:ea typeface="Arial"/>
                <a:cs typeface="Arial"/>
              </a:defRPr>
            </a:lvl2pPr>
            <a:lvl3pPr algn="r">
              <a:defRPr sz="1125" b="1">
                <a:solidFill>
                  <a:srgbClr val="C6F36B"/>
                </a:solidFill>
                <a:latin typeface="Arial"/>
                <a:ea typeface="Arial"/>
                <a:cs typeface="Arial"/>
              </a:defRPr>
            </a:lvl3pPr>
            <a:lvl4pPr algn="r">
              <a:defRPr sz="1125" b="1">
                <a:solidFill>
                  <a:srgbClr val="C6F36B"/>
                </a:solidFill>
                <a:latin typeface="Arial"/>
                <a:ea typeface="Arial"/>
                <a:cs typeface="Arial"/>
              </a:defRPr>
            </a:lvl4pPr>
            <a:lvl5pPr algn="r">
              <a:defRPr sz="1125" b="1">
                <a:solidFill>
                  <a:srgbClr val="C6F36B"/>
                </a:solidFill>
                <a:latin typeface="Arial"/>
                <a:ea typeface="Arial"/>
                <a:cs typeface="Arial"/>
              </a:defRPr>
            </a:lvl5pPr>
            <a:lvl6pPr algn="r">
              <a:defRPr sz="1125" b="1">
                <a:solidFill>
                  <a:srgbClr val="C6F36B"/>
                </a:solidFill>
                <a:latin typeface="Arial"/>
                <a:ea typeface="Arial"/>
                <a:cs typeface="Arial"/>
              </a:defRPr>
            </a:lvl6pPr>
            <a:lvl7pPr algn="r">
              <a:defRPr sz="1125" b="1">
                <a:solidFill>
                  <a:srgbClr val="C6F36B"/>
                </a:solidFill>
                <a:latin typeface="Arial"/>
                <a:ea typeface="Arial"/>
                <a:cs typeface="Arial"/>
              </a:defRPr>
            </a:lvl7pPr>
            <a:lvl8pPr algn="r">
              <a:defRPr sz="1125" b="1">
                <a:solidFill>
                  <a:srgbClr val="C6F36B"/>
                </a:solidFill>
                <a:latin typeface="Arial"/>
                <a:ea typeface="Arial"/>
                <a:cs typeface="Arial"/>
              </a:defRPr>
            </a:lvl8pPr>
            <a:lvl9pPr algn="r">
              <a:defRPr sz="1125" b="1">
                <a:solidFill>
                  <a:srgbClr val="C6F36B"/>
                </a:solidFill>
                <a:latin typeface="Arial"/>
                <a:ea typeface="Arial"/>
                <a:cs typeface="Arial"/>
              </a:defRPr>
            </a:lvl9pPr>
          </a:lstStyle>
          <a:p>
            <a:pPr algn="r">
              <a:defRPr sz="1125" b="1">
                <a:solidFill>
                  <a:srgbClr val="C6F36B"/>
                </a:solidFill>
                <a:latin typeface="Arial"/>
                <a:ea typeface="Arial"/>
                <a:cs typeface="Arial"/>
              </a:defRPr>
            </a:pPr>
            <a:r>
              <a:rPr sz="1125" b="1">
                <a:solidFill>
                  <a:srgbClr val="C6F36B"/>
                </a:solidFill>
                <a:latin typeface="Arial"/>
                <a:ea typeface="Arial"/>
                <a:cs typeface="Arial"/>
              </a:rPr>
              <a:t>PPE  /  PEOPLE  /  MACHINERY</a:t>
            </a:r>
          </a:p>
        </p:txBody>
      </p:sp>
    </p:spTree>
    <p:extLst>
      <p:ext uri="{BB962C8B-B14F-4D97-AF65-F5344CB8AC3E}">
        <p14:creationId xmlns:p14="http://schemas.microsoft.com/office/powerpoint/2010/main" val="18506617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1E8"/>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47EF2CC-E72F-4973-8EAE-84CE59563E83}"/>
              </a:ext>
            </a:extLst>
          </p:cNvPr>
          <p:cNvSpPr>
            <a:spLocks noGrp="1"/>
          </p:cNvSpPr>
          <p:nvPr/>
        </p:nvSpPr>
        <p:spPr>
          <a:xfrm>
            <a:off x="0" y="0"/>
            <a:ext cx="133350" cy="6858000"/>
          </a:xfrm>
          <a:prstGeom prst="rect">
            <a:avLst/>
          </a:prstGeom>
          <a:solidFill>
            <a:srgbClr val="C6F36B"/>
          </a:solidFill>
          <a:ln w="0">
            <a:noFill/>
            <a:prstDash val="solid"/>
          </a:ln>
        </p:spPr>
        <p:txBody>
          <a:bodyPr/>
          <a:lstStyle/>
          <a:p>
            <a:endParaRPr lang="en-IN"/>
          </a:p>
        </p:txBody>
      </p:sp>
      <p:sp>
        <p:nvSpPr>
          <p:cNvPr id="2" name="Rectangle 1">
            <a:extLst>
              <a:ext uri="{FF2B5EF4-FFF2-40B4-BE49-F238E27FC236}">
                <a16:creationId xmlns:a16="http://schemas.microsoft.com/office/drawing/2014/main" id="{F023C95A-57C6-4175-A755-A110235CDD21}"/>
              </a:ext>
            </a:extLst>
          </p:cNvPr>
          <p:cNvSpPr>
            <a:spLocks noGrp="1"/>
          </p:cNvSpPr>
          <p:nvPr/>
        </p:nvSpPr>
        <p:spPr>
          <a:xfrm>
            <a:off x="590550" y="285750"/>
            <a:ext cx="8572500" cy="219075"/>
          </a:xfrm>
          <a:prstGeom prst="rect">
            <a:avLst/>
          </a:prstGeom>
          <a:noFill/>
          <a:ln w="0">
            <a:noFill/>
            <a:prstDash val="solid"/>
          </a:ln>
        </p:spPr>
        <p:txBody>
          <a:bodyPr wrap="square" lIns="0" tIns="0" rIns="0" bIns="0" anchor="ctr">
            <a:normAutofit/>
          </a:bodyPr>
          <a:lstStyle>
            <a:defPPr algn="l">
              <a:defRPr sz="1050" b="1">
                <a:solidFill>
                  <a:srgbClr val="243537"/>
                </a:solidFill>
                <a:latin typeface="Arial"/>
                <a:ea typeface="Arial"/>
                <a:cs typeface="Arial"/>
              </a:defRPr>
            </a:defPPr>
            <a:lvl1pPr algn="l">
              <a:defRPr sz="1050" b="1">
                <a:solidFill>
                  <a:srgbClr val="243537"/>
                </a:solidFill>
                <a:latin typeface="Arial"/>
                <a:ea typeface="Arial"/>
                <a:cs typeface="Arial"/>
              </a:defRPr>
            </a:lvl1pPr>
            <a:lvl2pPr algn="l">
              <a:defRPr sz="1050" b="1">
                <a:solidFill>
                  <a:srgbClr val="243537"/>
                </a:solidFill>
                <a:latin typeface="Arial"/>
                <a:ea typeface="Arial"/>
                <a:cs typeface="Arial"/>
              </a:defRPr>
            </a:lvl2pPr>
            <a:lvl3pPr algn="l">
              <a:defRPr sz="1050" b="1">
                <a:solidFill>
                  <a:srgbClr val="243537"/>
                </a:solidFill>
                <a:latin typeface="Arial"/>
                <a:ea typeface="Arial"/>
                <a:cs typeface="Arial"/>
              </a:defRPr>
            </a:lvl3pPr>
            <a:lvl4pPr algn="l">
              <a:defRPr sz="1050" b="1">
                <a:solidFill>
                  <a:srgbClr val="243537"/>
                </a:solidFill>
                <a:latin typeface="Arial"/>
                <a:ea typeface="Arial"/>
                <a:cs typeface="Arial"/>
              </a:defRPr>
            </a:lvl4pPr>
            <a:lvl5pPr algn="l">
              <a:defRPr sz="1050" b="1">
                <a:solidFill>
                  <a:srgbClr val="243537"/>
                </a:solidFill>
                <a:latin typeface="Arial"/>
                <a:ea typeface="Arial"/>
                <a:cs typeface="Arial"/>
              </a:defRPr>
            </a:lvl5pPr>
            <a:lvl6pPr algn="l">
              <a:defRPr sz="1050" b="1">
                <a:solidFill>
                  <a:srgbClr val="243537"/>
                </a:solidFill>
                <a:latin typeface="Arial"/>
                <a:ea typeface="Arial"/>
                <a:cs typeface="Arial"/>
              </a:defRPr>
            </a:lvl6pPr>
            <a:lvl7pPr algn="l">
              <a:defRPr sz="1050" b="1">
                <a:solidFill>
                  <a:srgbClr val="243537"/>
                </a:solidFill>
                <a:latin typeface="Arial"/>
                <a:ea typeface="Arial"/>
                <a:cs typeface="Arial"/>
              </a:defRPr>
            </a:lvl7pPr>
            <a:lvl8pPr algn="l">
              <a:defRPr sz="1050" b="1">
                <a:solidFill>
                  <a:srgbClr val="243537"/>
                </a:solidFill>
                <a:latin typeface="Arial"/>
                <a:ea typeface="Arial"/>
                <a:cs typeface="Arial"/>
              </a:defRPr>
            </a:lvl8pPr>
            <a:lvl9pPr algn="l">
              <a:defRPr sz="1050" b="1">
                <a:solidFill>
                  <a:srgbClr val="243537"/>
                </a:solidFill>
                <a:latin typeface="Arial"/>
                <a:ea typeface="Arial"/>
                <a:cs typeface="Arial"/>
              </a:defRPr>
            </a:lvl9pPr>
          </a:lstStyle>
          <a:p>
            <a:pPr algn="l">
              <a:defRPr sz="1050" b="1">
                <a:solidFill>
                  <a:srgbClr val="243537"/>
                </a:solidFill>
                <a:latin typeface="Arial"/>
                <a:ea typeface="Arial"/>
                <a:cs typeface="Arial"/>
              </a:defRPr>
            </a:pPr>
            <a:r>
              <a:rPr sz="1050" b="1">
                <a:solidFill>
                  <a:srgbClr val="243537"/>
                </a:solidFill>
                <a:latin typeface="Arial"/>
                <a:ea typeface="Arial"/>
                <a:cs typeface="Arial"/>
              </a:rPr>
              <a:t>SAFESIGHT  /  CONSTRUCTION SITE SAFETY</a:t>
            </a:r>
          </a:p>
        </p:txBody>
      </p:sp>
      <p:sp>
        <p:nvSpPr>
          <p:cNvPr id="3" name="Rectangle 2">
            <a:extLst>
              <a:ext uri="{FF2B5EF4-FFF2-40B4-BE49-F238E27FC236}">
                <a16:creationId xmlns:a16="http://schemas.microsoft.com/office/drawing/2014/main" id="{64B72779-2C72-4CF3-8CA4-885F09D322C9}"/>
              </a:ext>
            </a:extLst>
          </p:cNvPr>
          <p:cNvSpPr>
            <a:spLocks noGrp="1"/>
          </p:cNvSpPr>
          <p:nvPr/>
        </p:nvSpPr>
        <p:spPr>
          <a:xfrm>
            <a:off x="590550" y="647700"/>
            <a:ext cx="10858500" cy="514350"/>
          </a:xfrm>
          <a:prstGeom prst="rect">
            <a:avLst/>
          </a:prstGeom>
          <a:noFill/>
          <a:ln w="0">
            <a:noFill/>
            <a:prstDash val="solid"/>
          </a:ln>
        </p:spPr>
        <p:txBody>
          <a:bodyPr wrap="square" lIns="0" tIns="0" rIns="0" bIns="0" anchor="ctr">
            <a:normAutofit/>
          </a:bodyPr>
          <a:lstStyle>
            <a:defPPr algn="l">
              <a:defRPr sz="2700" b="1">
                <a:solidFill>
                  <a:srgbClr val="10191A"/>
                </a:solidFill>
                <a:latin typeface="Arial"/>
                <a:ea typeface="Arial"/>
                <a:cs typeface="Arial"/>
              </a:defRPr>
            </a:defPPr>
            <a:lvl1pPr algn="l">
              <a:defRPr sz="2700" b="1">
                <a:solidFill>
                  <a:srgbClr val="10191A"/>
                </a:solidFill>
                <a:latin typeface="Arial"/>
                <a:ea typeface="Arial"/>
                <a:cs typeface="Arial"/>
              </a:defRPr>
            </a:lvl1pPr>
            <a:lvl2pPr algn="l">
              <a:defRPr sz="2700" b="1">
                <a:solidFill>
                  <a:srgbClr val="10191A"/>
                </a:solidFill>
                <a:latin typeface="Arial"/>
                <a:ea typeface="Arial"/>
                <a:cs typeface="Arial"/>
              </a:defRPr>
            </a:lvl2pPr>
            <a:lvl3pPr algn="l">
              <a:defRPr sz="2700" b="1">
                <a:solidFill>
                  <a:srgbClr val="10191A"/>
                </a:solidFill>
                <a:latin typeface="Arial"/>
                <a:ea typeface="Arial"/>
                <a:cs typeface="Arial"/>
              </a:defRPr>
            </a:lvl3pPr>
            <a:lvl4pPr algn="l">
              <a:defRPr sz="2700" b="1">
                <a:solidFill>
                  <a:srgbClr val="10191A"/>
                </a:solidFill>
                <a:latin typeface="Arial"/>
                <a:ea typeface="Arial"/>
                <a:cs typeface="Arial"/>
              </a:defRPr>
            </a:lvl4pPr>
            <a:lvl5pPr algn="l">
              <a:defRPr sz="2700" b="1">
                <a:solidFill>
                  <a:srgbClr val="10191A"/>
                </a:solidFill>
                <a:latin typeface="Arial"/>
                <a:ea typeface="Arial"/>
                <a:cs typeface="Arial"/>
              </a:defRPr>
            </a:lvl5pPr>
            <a:lvl6pPr algn="l">
              <a:defRPr sz="2700" b="1">
                <a:solidFill>
                  <a:srgbClr val="10191A"/>
                </a:solidFill>
                <a:latin typeface="Arial"/>
                <a:ea typeface="Arial"/>
                <a:cs typeface="Arial"/>
              </a:defRPr>
            </a:lvl6pPr>
            <a:lvl7pPr algn="l">
              <a:defRPr sz="2700" b="1">
                <a:solidFill>
                  <a:srgbClr val="10191A"/>
                </a:solidFill>
                <a:latin typeface="Arial"/>
                <a:ea typeface="Arial"/>
                <a:cs typeface="Arial"/>
              </a:defRPr>
            </a:lvl7pPr>
            <a:lvl8pPr algn="l">
              <a:defRPr sz="2700" b="1">
                <a:solidFill>
                  <a:srgbClr val="10191A"/>
                </a:solidFill>
                <a:latin typeface="Arial"/>
                <a:ea typeface="Arial"/>
                <a:cs typeface="Arial"/>
              </a:defRPr>
            </a:lvl8pPr>
            <a:lvl9pPr algn="l">
              <a:defRPr sz="2700" b="1">
                <a:solidFill>
                  <a:srgbClr val="10191A"/>
                </a:solidFill>
                <a:latin typeface="Arial"/>
                <a:ea typeface="Arial"/>
                <a:cs typeface="Arial"/>
              </a:defRPr>
            </a:lvl9pPr>
          </a:lstStyle>
          <a:p>
            <a:pPr algn="l">
              <a:defRPr sz="2700" b="1">
                <a:solidFill>
                  <a:srgbClr val="10191A"/>
                </a:solidFill>
                <a:latin typeface="Arial"/>
                <a:ea typeface="Arial"/>
                <a:cs typeface="Arial"/>
              </a:defRPr>
            </a:pPr>
            <a:r>
              <a:rPr sz="2700" b="1">
                <a:solidFill>
                  <a:srgbClr val="10191A"/>
                </a:solidFill>
                <a:latin typeface="Arial"/>
                <a:ea typeface="Arial"/>
                <a:cs typeface="Arial"/>
              </a:rPr>
              <a:t>Motivation and problem</a:t>
            </a:r>
          </a:p>
        </p:txBody>
      </p:sp>
      <p:sp>
        <p:nvSpPr>
          <p:cNvPr id="4" name="Straight Connector 3">
            <a:extLst>
              <a:ext uri="{FF2B5EF4-FFF2-40B4-BE49-F238E27FC236}">
                <a16:creationId xmlns:a16="http://schemas.microsoft.com/office/drawing/2014/main" id="{A93E5C19-2712-4D43-B5F9-26BBC7F94334}"/>
              </a:ext>
            </a:extLst>
          </p:cNvPr>
          <p:cNvSpPr>
            <a:spLocks noGrp="1"/>
          </p:cNvSpPr>
          <p:nvPr/>
        </p:nvSpPr>
        <p:spPr>
          <a:xfrm>
            <a:off x="590550" y="1304925"/>
            <a:ext cx="11010900" cy="9525"/>
          </a:xfrm>
          <a:prstGeom prst="line">
            <a:avLst/>
          </a:prstGeom>
          <a:noFill/>
          <a:ln w="9525">
            <a:solidFill>
              <a:srgbClr val="D1D6CC"/>
            </a:solidFill>
            <a:prstDash val="solid"/>
          </a:ln>
        </p:spPr>
        <p:txBody>
          <a:bodyPr/>
          <a:lstStyle/>
          <a:p>
            <a:endParaRPr lang="en-IN"/>
          </a:p>
        </p:txBody>
      </p:sp>
      <p:sp>
        <p:nvSpPr>
          <p:cNvPr id="5" name="Rectangle 4">
            <a:extLst>
              <a:ext uri="{FF2B5EF4-FFF2-40B4-BE49-F238E27FC236}">
                <a16:creationId xmlns:a16="http://schemas.microsoft.com/office/drawing/2014/main" id="{9DA99F68-A539-48EA-9A96-CE9572AE48CB}"/>
              </a:ext>
            </a:extLst>
          </p:cNvPr>
          <p:cNvSpPr>
            <a:spLocks noGrp="1"/>
          </p:cNvSpPr>
          <p:nvPr/>
        </p:nvSpPr>
        <p:spPr>
          <a:xfrm>
            <a:off x="11144250" y="6410325"/>
            <a:ext cx="457200" cy="190500"/>
          </a:xfrm>
          <a:prstGeom prst="rect">
            <a:avLst/>
          </a:prstGeom>
          <a:noFill/>
          <a:ln w="0">
            <a:noFill/>
            <a:prstDash val="solid"/>
          </a:ln>
        </p:spPr>
        <p:txBody>
          <a:bodyPr wrap="square" lIns="0" tIns="0" rIns="0" bIns="0" anchor="ctr">
            <a:normAutofit/>
          </a:bodyPr>
          <a:lstStyle>
            <a:defPPr algn="r">
              <a:defRPr sz="975" b="1">
                <a:solidFill>
                  <a:srgbClr val="243537"/>
                </a:solidFill>
                <a:latin typeface="Arial"/>
                <a:ea typeface="Arial"/>
                <a:cs typeface="Arial"/>
              </a:defRPr>
            </a:defPPr>
            <a:lvl1pPr algn="r">
              <a:defRPr sz="975" b="1">
                <a:solidFill>
                  <a:srgbClr val="243537"/>
                </a:solidFill>
                <a:latin typeface="Arial"/>
                <a:ea typeface="Arial"/>
                <a:cs typeface="Arial"/>
              </a:defRPr>
            </a:lvl1pPr>
            <a:lvl2pPr algn="r">
              <a:defRPr sz="975" b="1">
                <a:solidFill>
                  <a:srgbClr val="243537"/>
                </a:solidFill>
                <a:latin typeface="Arial"/>
                <a:ea typeface="Arial"/>
                <a:cs typeface="Arial"/>
              </a:defRPr>
            </a:lvl2pPr>
            <a:lvl3pPr algn="r">
              <a:defRPr sz="975" b="1">
                <a:solidFill>
                  <a:srgbClr val="243537"/>
                </a:solidFill>
                <a:latin typeface="Arial"/>
                <a:ea typeface="Arial"/>
                <a:cs typeface="Arial"/>
              </a:defRPr>
            </a:lvl3pPr>
            <a:lvl4pPr algn="r">
              <a:defRPr sz="975" b="1">
                <a:solidFill>
                  <a:srgbClr val="243537"/>
                </a:solidFill>
                <a:latin typeface="Arial"/>
                <a:ea typeface="Arial"/>
                <a:cs typeface="Arial"/>
              </a:defRPr>
            </a:lvl4pPr>
            <a:lvl5pPr algn="r">
              <a:defRPr sz="975" b="1">
                <a:solidFill>
                  <a:srgbClr val="243537"/>
                </a:solidFill>
                <a:latin typeface="Arial"/>
                <a:ea typeface="Arial"/>
                <a:cs typeface="Arial"/>
              </a:defRPr>
            </a:lvl5pPr>
            <a:lvl6pPr algn="r">
              <a:defRPr sz="975" b="1">
                <a:solidFill>
                  <a:srgbClr val="243537"/>
                </a:solidFill>
                <a:latin typeface="Arial"/>
                <a:ea typeface="Arial"/>
                <a:cs typeface="Arial"/>
              </a:defRPr>
            </a:lvl6pPr>
            <a:lvl7pPr algn="r">
              <a:defRPr sz="975" b="1">
                <a:solidFill>
                  <a:srgbClr val="243537"/>
                </a:solidFill>
                <a:latin typeface="Arial"/>
                <a:ea typeface="Arial"/>
                <a:cs typeface="Arial"/>
              </a:defRPr>
            </a:lvl7pPr>
            <a:lvl8pPr algn="r">
              <a:defRPr sz="975" b="1">
                <a:solidFill>
                  <a:srgbClr val="243537"/>
                </a:solidFill>
                <a:latin typeface="Arial"/>
                <a:ea typeface="Arial"/>
                <a:cs typeface="Arial"/>
              </a:defRPr>
            </a:lvl8pPr>
            <a:lvl9pPr algn="r">
              <a:defRPr sz="975" b="1">
                <a:solidFill>
                  <a:srgbClr val="243537"/>
                </a:solidFill>
                <a:latin typeface="Arial"/>
                <a:ea typeface="Arial"/>
                <a:cs typeface="Arial"/>
              </a:defRPr>
            </a:lvl9pPr>
          </a:lstStyle>
          <a:p>
            <a:pPr algn="r">
              <a:defRPr sz="975" b="1">
                <a:solidFill>
                  <a:srgbClr val="243537"/>
                </a:solidFill>
                <a:latin typeface="Arial"/>
                <a:ea typeface="Arial"/>
                <a:cs typeface="Arial"/>
              </a:defRPr>
            </a:pPr>
            <a:r>
              <a:rPr sz="975" b="1">
                <a:solidFill>
                  <a:srgbClr val="243537"/>
                </a:solidFill>
                <a:latin typeface="Arial"/>
                <a:ea typeface="Arial"/>
                <a:cs typeface="Arial"/>
              </a:rPr>
              <a:t>02</a:t>
            </a:r>
          </a:p>
        </p:txBody>
      </p:sp>
      <p:sp>
        <p:nvSpPr>
          <p:cNvPr id="6" name="Rectangle 5">
            <a:extLst>
              <a:ext uri="{FF2B5EF4-FFF2-40B4-BE49-F238E27FC236}">
                <a16:creationId xmlns:a16="http://schemas.microsoft.com/office/drawing/2014/main" id="{F5609DF1-CC78-4400-8DE3-6B9BD0634E55}"/>
              </a:ext>
            </a:extLst>
          </p:cNvPr>
          <p:cNvSpPr>
            <a:spLocks noGrp="1"/>
          </p:cNvSpPr>
          <p:nvPr/>
        </p:nvSpPr>
        <p:spPr>
          <a:xfrm>
            <a:off x="590550" y="1562100"/>
            <a:ext cx="10096500" cy="457200"/>
          </a:xfrm>
          <a:prstGeom prst="rect">
            <a:avLst/>
          </a:prstGeom>
          <a:noFill/>
          <a:ln w="0">
            <a:noFill/>
            <a:prstDash val="solid"/>
          </a:ln>
        </p:spPr>
        <p:txBody>
          <a:bodyPr wrap="square" lIns="0" tIns="0" rIns="0" bIns="0" anchor="ctr">
            <a:normAutofit/>
          </a:bodyPr>
          <a:lstStyle>
            <a:defPPr algn="l">
              <a:defRPr sz="2025" b="1">
                <a:solidFill>
                  <a:srgbClr val="10191A"/>
                </a:solidFill>
                <a:latin typeface="Arial"/>
                <a:ea typeface="Arial"/>
                <a:cs typeface="Arial"/>
              </a:defRPr>
            </a:defPPr>
            <a:lvl1pPr algn="l">
              <a:defRPr sz="2025" b="1">
                <a:solidFill>
                  <a:srgbClr val="10191A"/>
                </a:solidFill>
                <a:latin typeface="Arial"/>
                <a:ea typeface="Arial"/>
                <a:cs typeface="Arial"/>
              </a:defRPr>
            </a:lvl1pPr>
            <a:lvl2pPr algn="l">
              <a:defRPr sz="2025" b="1">
                <a:solidFill>
                  <a:srgbClr val="10191A"/>
                </a:solidFill>
                <a:latin typeface="Arial"/>
                <a:ea typeface="Arial"/>
                <a:cs typeface="Arial"/>
              </a:defRPr>
            </a:lvl2pPr>
            <a:lvl3pPr algn="l">
              <a:defRPr sz="2025" b="1">
                <a:solidFill>
                  <a:srgbClr val="10191A"/>
                </a:solidFill>
                <a:latin typeface="Arial"/>
                <a:ea typeface="Arial"/>
                <a:cs typeface="Arial"/>
              </a:defRPr>
            </a:lvl3pPr>
            <a:lvl4pPr algn="l">
              <a:defRPr sz="2025" b="1">
                <a:solidFill>
                  <a:srgbClr val="10191A"/>
                </a:solidFill>
                <a:latin typeface="Arial"/>
                <a:ea typeface="Arial"/>
                <a:cs typeface="Arial"/>
              </a:defRPr>
            </a:lvl4pPr>
            <a:lvl5pPr algn="l">
              <a:defRPr sz="2025" b="1">
                <a:solidFill>
                  <a:srgbClr val="10191A"/>
                </a:solidFill>
                <a:latin typeface="Arial"/>
                <a:ea typeface="Arial"/>
                <a:cs typeface="Arial"/>
              </a:defRPr>
            </a:lvl5pPr>
            <a:lvl6pPr algn="l">
              <a:defRPr sz="2025" b="1">
                <a:solidFill>
                  <a:srgbClr val="10191A"/>
                </a:solidFill>
                <a:latin typeface="Arial"/>
                <a:ea typeface="Arial"/>
                <a:cs typeface="Arial"/>
              </a:defRPr>
            </a:lvl6pPr>
            <a:lvl7pPr algn="l">
              <a:defRPr sz="2025" b="1">
                <a:solidFill>
                  <a:srgbClr val="10191A"/>
                </a:solidFill>
                <a:latin typeface="Arial"/>
                <a:ea typeface="Arial"/>
                <a:cs typeface="Arial"/>
              </a:defRPr>
            </a:lvl7pPr>
            <a:lvl8pPr algn="l">
              <a:defRPr sz="2025" b="1">
                <a:solidFill>
                  <a:srgbClr val="10191A"/>
                </a:solidFill>
                <a:latin typeface="Arial"/>
                <a:ea typeface="Arial"/>
                <a:cs typeface="Arial"/>
              </a:defRPr>
            </a:lvl8pPr>
            <a:lvl9pPr algn="l">
              <a:defRPr sz="2025" b="1">
                <a:solidFill>
                  <a:srgbClr val="10191A"/>
                </a:solidFill>
                <a:latin typeface="Arial"/>
                <a:ea typeface="Arial"/>
                <a:cs typeface="Arial"/>
              </a:defRPr>
            </a:lvl9pPr>
          </a:lstStyle>
          <a:p>
            <a:pPr algn="l">
              <a:defRPr sz="2025" b="1">
                <a:solidFill>
                  <a:srgbClr val="10191A"/>
                </a:solidFill>
                <a:latin typeface="Arial"/>
                <a:ea typeface="Arial"/>
                <a:cs typeface="Arial"/>
              </a:defRPr>
            </a:pPr>
            <a:r>
              <a:rPr sz="2025" b="1">
                <a:solidFill>
                  <a:srgbClr val="10191A"/>
                </a:solidFill>
                <a:latin typeface="Arial"/>
                <a:ea typeface="Arial"/>
                <a:cs typeface="Arial"/>
              </a:rPr>
              <a:t>Construction monitoring requires more than finding objects in one frame.</a:t>
            </a:r>
          </a:p>
        </p:txBody>
      </p:sp>
      <p:sp>
        <p:nvSpPr>
          <p:cNvPr id="7" name="Rectangle 6">
            <a:extLst>
              <a:ext uri="{FF2B5EF4-FFF2-40B4-BE49-F238E27FC236}">
                <a16:creationId xmlns:a16="http://schemas.microsoft.com/office/drawing/2014/main" id="{093C7F89-5F05-4659-BA3E-BC706685CD4A}"/>
              </a:ext>
            </a:extLst>
          </p:cNvPr>
          <p:cNvSpPr>
            <a:spLocks noGrp="1"/>
          </p:cNvSpPr>
          <p:nvPr/>
        </p:nvSpPr>
        <p:spPr>
          <a:xfrm>
            <a:off x="647700" y="2333625"/>
            <a:ext cx="47625" cy="247650"/>
          </a:xfrm>
          <a:prstGeom prst="rect">
            <a:avLst/>
          </a:prstGeom>
          <a:solidFill>
            <a:srgbClr val="32CDBA"/>
          </a:solidFill>
          <a:ln w="0">
            <a:noFill/>
            <a:prstDash val="solid"/>
          </a:ln>
        </p:spPr>
        <p:txBody>
          <a:bodyPr/>
          <a:lstStyle/>
          <a:p>
            <a:endParaRPr lang="en-IN"/>
          </a:p>
        </p:txBody>
      </p:sp>
      <p:sp>
        <p:nvSpPr>
          <p:cNvPr id="8" name="Rectangle 7">
            <a:extLst>
              <a:ext uri="{FF2B5EF4-FFF2-40B4-BE49-F238E27FC236}">
                <a16:creationId xmlns:a16="http://schemas.microsoft.com/office/drawing/2014/main" id="{FC87D841-8A35-4FE6-9623-8013B833F6C4}"/>
              </a:ext>
            </a:extLst>
          </p:cNvPr>
          <p:cNvSpPr>
            <a:spLocks noGrp="1"/>
          </p:cNvSpPr>
          <p:nvPr/>
        </p:nvSpPr>
        <p:spPr>
          <a:xfrm>
            <a:off x="790575" y="2324100"/>
            <a:ext cx="3857625" cy="266700"/>
          </a:xfrm>
          <a:prstGeom prst="rect">
            <a:avLst/>
          </a:prstGeom>
          <a:noFill/>
          <a:ln w="0">
            <a:noFill/>
            <a:prstDash val="solid"/>
          </a:ln>
        </p:spPr>
        <p:txBody>
          <a:bodyPr wrap="square" lIns="0" tIns="0" rIns="0" bIns="0" anchor="ctr">
            <a:normAutofit/>
          </a:bodyPr>
          <a:lstStyle>
            <a:defPPr algn="l">
              <a:defRPr sz="1275" b="1">
                <a:solidFill>
                  <a:srgbClr val="243537"/>
                </a:solidFill>
                <a:latin typeface="Arial"/>
                <a:ea typeface="Arial"/>
                <a:cs typeface="Arial"/>
              </a:defRPr>
            </a:defPPr>
            <a:lvl1pPr algn="l">
              <a:defRPr sz="1275" b="1">
                <a:solidFill>
                  <a:srgbClr val="243537"/>
                </a:solidFill>
                <a:latin typeface="Arial"/>
                <a:ea typeface="Arial"/>
                <a:cs typeface="Arial"/>
              </a:defRPr>
            </a:lvl1pPr>
            <a:lvl2pPr algn="l">
              <a:defRPr sz="1275" b="1">
                <a:solidFill>
                  <a:srgbClr val="243537"/>
                </a:solidFill>
                <a:latin typeface="Arial"/>
                <a:ea typeface="Arial"/>
                <a:cs typeface="Arial"/>
              </a:defRPr>
            </a:lvl2pPr>
            <a:lvl3pPr algn="l">
              <a:defRPr sz="1275" b="1">
                <a:solidFill>
                  <a:srgbClr val="243537"/>
                </a:solidFill>
                <a:latin typeface="Arial"/>
                <a:ea typeface="Arial"/>
                <a:cs typeface="Arial"/>
              </a:defRPr>
            </a:lvl3pPr>
            <a:lvl4pPr algn="l">
              <a:defRPr sz="1275" b="1">
                <a:solidFill>
                  <a:srgbClr val="243537"/>
                </a:solidFill>
                <a:latin typeface="Arial"/>
                <a:ea typeface="Arial"/>
                <a:cs typeface="Arial"/>
              </a:defRPr>
            </a:lvl4pPr>
            <a:lvl5pPr algn="l">
              <a:defRPr sz="1275" b="1">
                <a:solidFill>
                  <a:srgbClr val="243537"/>
                </a:solidFill>
                <a:latin typeface="Arial"/>
                <a:ea typeface="Arial"/>
                <a:cs typeface="Arial"/>
              </a:defRPr>
            </a:lvl5pPr>
            <a:lvl6pPr algn="l">
              <a:defRPr sz="1275" b="1">
                <a:solidFill>
                  <a:srgbClr val="243537"/>
                </a:solidFill>
                <a:latin typeface="Arial"/>
                <a:ea typeface="Arial"/>
                <a:cs typeface="Arial"/>
              </a:defRPr>
            </a:lvl6pPr>
            <a:lvl7pPr algn="l">
              <a:defRPr sz="1275" b="1">
                <a:solidFill>
                  <a:srgbClr val="243537"/>
                </a:solidFill>
                <a:latin typeface="Arial"/>
                <a:ea typeface="Arial"/>
                <a:cs typeface="Arial"/>
              </a:defRPr>
            </a:lvl7pPr>
            <a:lvl8pPr algn="l">
              <a:defRPr sz="1275" b="1">
                <a:solidFill>
                  <a:srgbClr val="243537"/>
                </a:solidFill>
                <a:latin typeface="Arial"/>
                <a:ea typeface="Arial"/>
                <a:cs typeface="Arial"/>
              </a:defRPr>
            </a:lvl8pPr>
            <a:lvl9pPr algn="l">
              <a:defRPr sz="1275" b="1">
                <a:solidFill>
                  <a:srgbClr val="243537"/>
                </a:solidFill>
                <a:latin typeface="Arial"/>
                <a:ea typeface="Arial"/>
                <a:cs typeface="Arial"/>
              </a:defRPr>
            </a:lvl9pPr>
          </a:lstStyle>
          <a:p>
            <a:pPr algn="l">
              <a:defRPr sz="1275" b="1">
                <a:solidFill>
                  <a:srgbClr val="243537"/>
                </a:solidFill>
                <a:latin typeface="Arial"/>
                <a:ea typeface="Arial"/>
                <a:cs typeface="Arial"/>
              </a:defRPr>
            </a:pPr>
            <a:r>
              <a:rPr sz="1275" b="1">
                <a:solidFill>
                  <a:srgbClr val="243537"/>
                </a:solidFill>
                <a:latin typeface="Arial"/>
                <a:ea typeface="Arial"/>
                <a:cs typeface="Arial"/>
              </a:rPr>
              <a:t>Site conditions</a:t>
            </a:r>
          </a:p>
        </p:txBody>
      </p:sp>
      <p:sp>
        <p:nvSpPr>
          <p:cNvPr id="9" name="Rectangle 8">
            <a:extLst>
              <a:ext uri="{FF2B5EF4-FFF2-40B4-BE49-F238E27FC236}">
                <a16:creationId xmlns:a16="http://schemas.microsoft.com/office/drawing/2014/main" id="{ACC291AE-C6F6-4B2E-B73C-620732D30C36}"/>
              </a:ext>
            </a:extLst>
          </p:cNvPr>
          <p:cNvSpPr>
            <a:spLocks noGrp="1"/>
          </p:cNvSpPr>
          <p:nvPr/>
        </p:nvSpPr>
        <p:spPr>
          <a:xfrm>
            <a:off x="790575" y="2686050"/>
            <a:ext cx="4667250" cy="1000125"/>
          </a:xfrm>
          <a:prstGeom prst="rect">
            <a:avLst/>
          </a:prstGeom>
          <a:noFill/>
          <a:ln w="0">
            <a:noFill/>
            <a:prstDash val="solid"/>
          </a:ln>
        </p:spPr>
        <p:txBody>
          <a:bodyPr wrap="square" lIns="0" tIns="0" rIns="0" bIns="0" anchor="ctr">
            <a:normAutofit/>
          </a:bodyPr>
          <a:lstStyle>
            <a:defPPr algn="l">
              <a:defRPr sz="1725" b="0">
                <a:solidFill>
                  <a:srgbClr val="243537"/>
                </a:solidFill>
                <a:latin typeface="Arial"/>
                <a:ea typeface="Arial"/>
                <a:cs typeface="Arial"/>
              </a:defRPr>
            </a:defPPr>
            <a:lvl1pPr algn="l">
              <a:defRPr sz="1725" b="0">
                <a:solidFill>
                  <a:srgbClr val="243537"/>
                </a:solidFill>
                <a:latin typeface="Arial"/>
                <a:ea typeface="Arial"/>
                <a:cs typeface="Arial"/>
              </a:defRPr>
            </a:lvl1pPr>
            <a:lvl2pPr algn="l">
              <a:defRPr sz="1725" b="0">
                <a:solidFill>
                  <a:srgbClr val="243537"/>
                </a:solidFill>
                <a:latin typeface="Arial"/>
                <a:ea typeface="Arial"/>
                <a:cs typeface="Arial"/>
              </a:defRPr>
            </a:lvl2pPr>
            <a:lvl3pPr algn="l">
              <a:defRPr sz="1725" b="0">
                <a:solidFill>
                  <a:srgbClr val="243537"/>
                </a:solidFill>
                <a:latin typeface="Arial"/>
                <a:ea typeface="Arial"/>
                <a:cs typeface="Arial"/>
              </a:defRPr>
            </a:lvl3pPr>
            <a:lvl4pPr algn="l">
              <a:defRPr sz="1725" b="0">
                <a:solidFill>
                  <a:srgbClr val="243537"/>
                </a:solidFill>
                <a:latin typeface="Arial"/>
                <a:ea typeface="Arial"/>
                <a:cs typeface="Arial"/>
              </a:defRPr>
            </a:lvl4pPr>
            <a:lvl5pPr algn="l">
              <a:defRPr sz="1725" b="0">
                <a:solidFill>
                  <a:srgbClr val="243537"/>
                </a:solidFill>
                <a:latin typeface="Arial"/>
                <a:ea typeface="Arial"/>
                <a:cs typeface="Arial"/>
              </a:defRPr>
            </a:lvl5pPr>
            <a:lvl6pPr algn="l">
              <a:defRPr sz="1725" b="0">
                <a:solidFill>
                  <a:srgbClr val="243537"/>
                </a:solidFill>
                <a:latin typeface="Arial"/>
                <a:ea typeface="Arial"/>
                <a:cs typeface="Arial"/>
              </a:defRPr>
            </a:lvl6pPr>
            <a:lvl7pPr algn="l">
              <a:defRPr sz="1725" b="0">
                <a:solidFill>
                  <a:srgbClr val="243537"/>
                </a:solidFill>
                <a:latin typeface="Arial"/>
                <a:ea typeface="Arial"/>
                <a:cs typeface="Arial"/>
              </a:defRPr>
            </a:lvl7pPr>
            <a:lvl8pPr algn="l">
              <a:defRPr sz="1725" b="0">
                <a:solidFill>
                  <a:srgbClr val="243537"/>
                </a:solidFill>
                <a:latin typeface="Arial"/>
                <a:ea typeface="Arial"/>
                <a:cs typeface="Arial"/>
              </a:defRPr>
            </a:lvl8pPr>
            <a:lvl9pPr algn="l">
              <a:defRPr sz="1725" b="0">
                <a:solidFill>
                  <a:srgbClr val="243537"/>
                </a:solidFill>
                <a:latin typeface="Arial"/>
                <a:ea typeface="Arial"/>
                <a:cs typeface="Arial"/>
              </a:defRPr>
            </a:lvl9pPr>
          </a:lstStyle>
          <a:p>
            <a:pPr algn="l">
              <a:defRPr sz="1725" b="0">
                <a:solidFill>
                  <a:srgbClr val="243537"/>
                </a:solidFill>
                <a:latin typeface="Arial"/>
                <a:ea typeface="Arial"/>
                <a:cs typeface="Arial"/>
              </a:defRPr>
            </a:pPr>
            <a:r>
              <a:rPr sz="1725" b="0">
                <a:solidFill>
                  <a:srgbClr val="243537"/>
                </a:solidFill>
                <a:latin typeface="Arial"/>
                <a:ea typeface="Arial"/>
                <a:cs typeface="Arial"/>
              </a:rPr>
              <a:t>People, PPE and equipment appear together, often at different scales and under changing light or occlusion.</a:t>
            </a:r>
          </a:p>
        </p:txBody>
      </p:sp>
      <p:sp>
        <p:nvSpPr>
          <p:cNvPr id="10" name="Rectangle 9">
            <a:extLst>
              <a:ext uri="{FF2B5EF4-FFF2-40B4-BE49-F238E27FC236}">
                <a16:creationId xmlns:a16="http://schemas.microsoft.com/office/drawing/2014/main" id="{66113E1E-B1E1-4208-993D-FD961AFA465E}"/>
              </a:ext>
            </a:extLst>
          </p:cNvPr>
          <p:cNvSpPr>
            <a:spLocks noGrp="1"/>
          </p:cNvSpPr>
          <p:nvPr/>
        </p:nvSpPr>
        <p:spPr>
          <a:xfrm>
            <a:off x="6305550" y="2333625"/>
            <a:ext cx="47625" cy="247650"/>
          </a:xfrm>
          <a:prstGeom prst="rect">
            <a:avLst/>
          </a:prstGeom>
          <a:solidFill>
            <a:srgbClr val="C6F36B"/>
          </a:solidFill>
          <a:ln w="0">
            <a:noFill/>
            <a:prstDash val="solid"/>
          </a:ln>
        </p:spPr>
        <p:txBody>
          <a:bodyPr/>
          <a:lstStyle/>
          <a:p>
            <a:endParaRPr lang="en-IN"/>
          </a:p>
        </p:txBody>
      </p:sp>
      <p:sp>
        <p:nvSpPr>
          <p:cNvPr id="11" name="Rectangle 10">
            <a:extLst>
              <a:ext uri="{FF2B5EF4-FFF2-40B4-BE49-F238E27FC236}">
                <a16:creationId xmlns:a16="http://schemas.microsoft.com/office/drawing/2014/main" id="{020ABA9B-3D72-44FF-9716-18CA204D8683}"/>
              </a:ext>
            </a:extLst>
          </p:cNvPr>
          <p:cNvSpPr>
            <a:spLocks noGrp="1"/>
          </p:cNvSpPr>
          <p:nvPr/>
        </p:nvSpPr>
        <p:spPr>
          <a:xfrm>
            <a:off x="6448425" y="2324100"/>
            <a:ext cx="4333875" cy="266700"/>
          </a:xfrm>
          <a:prstGeom prst="rect">
            <a:avLst/>
          </a:prstGeom>
          <a:noFill/>
          <a:ln w="0">
            <a:noFill/>
            <a:prstDash val="solid"/>
          </a:ln>
        </p:spPr>
        <p:txBody>
          <a:bodyPr wrap="square" lIns="0" tIns="0" rIns="0" bIns="0" anchor="ctr">
            <a:normAutofit/>
          </a:bodyPr>
          <a:lstStyle>
            <a:defPPr algn="l">
              <a:defRPr sz="1275" b="1">
                <a:solidFill>
                  <a:srgbClr val="243537"/>
                </a:solidFill>
                <a:latin typeface="Arial"/>
                <a:ea typeface="Arial"/>
                <a:cs typeface="Arial"/>
              </a:defRPr>
            </a:defPPr>
            <a:lvl1pPr algn="l">
              <a:defRPr sz="1275" b="1">
                <a:solidFill>
                  <a:srgbClr val="243537"/>
                </a:solidFill>
                <a:latin typeface="Arial"/>
                <a:ea typeface="Arial"/>
                <a:cs typeface="Arial"/>
              </a:defRPr>
            </a:lvl1pPr>
            <a:lvl2pPr algn="l">
              <a:defRPr sz="1275" b="1">
                <a:solidFill>
                  <a:srgbClr val="243537"/>
                </a:solidFill>
                <a:latin typeface="Arial"/>
                <a:ea typeface="Arial"/>
                <a:cs typeface="Arial"/>
              </a:defRPr>
            </a:lvl2pPr>
            <a:lvl3pPr algn="l">
              <a:defRPr sz="1275" b="1">
                <a:solidFill>
                  <a:srgbClr val="243537"/>
                </a:solidFill>
                <a:latin typeface="Arial"/>
                <a:ea typeface="Arial"/>
                <a:cs typeface="Arial"/>
              </a:defRPr>
            </a:lvl3pPr>
            <a:lvl4pPr algn="l">
              <a:defRPr sz="1275" b="1">
                <a:solidFill>
                  <a:srgbClr val="243537"/>
                </a:solidFill>
                <a:latin typeface="Arial"/>
                <a:ea typeface="Arial"/>
                <a:cs typeface="Arial"/>
              </a:defRPr>
            </a:lvl4pPr>
            <a:lvl5pPr algn="l">
              <a:defRPr sz="1275" b="1">
                <a:solidFill>
                  <a:srgbClr val="243537"/>
                </a:solidFill>
                <a:latin typeface="Arial"/>
                <a:ea typeface="Arial"/>
                <a:cs typeface="Arial"/>
              </a:defRPr>
            </a:lvl5pPr>
            <a:lvl6pPr algn="l">
              <a:defRPr sz="1275" b="1">
                <a:solidFill>
                  <a:srgbClr val="243537"/>
                </a:solidFill>
                <a:latin typeface="Arial"/>
                <a:ea typeface="Arial"/>
                <a:cs typeface="Arial"/>
              </a:defRPr>
            </a:lvl6pPr>
            <a:lvl7pPr algn="l">
              <a:defRPr sz="1275" b="1">
                <a:solidFill>
                  <a:srgbClr val="243537"/>
                </a:solidFill>
                <a:latin typeface="Arial"/>
                <a:ea typeface="Arial"/>
                <a:cs typeface="Arial"/>
              </a:defRPr>
            </a:lvl7pPr>
            <a:lvl8pPr algn="l">
              <a:defRPr sz="1275" b="1">
                <a:solidFill>
                  <a:srgbClr val="243537"/>
                </a:solidFill>
                <a:latin typeface="Arial"/>
                <a:ea typeface="Arial"/>
                <a:cs typeface="Arial"/>
              </a:defRPr>
            </a:lvl8pPr>
            <a:lvl9pPr algn="l">
              <a:defRPr sz="1275" b="1">
                <a:solidFill>
                  <a:srgbClr val="243537"/>
                </a:solidFill>
                <a:latin typeface="Arial"/>
                <a:ea typeface="Arial"/>
                <a:cs typeface="Arial"/>
              </a:defRPr>
            </a:lvl9pPr>
          </a:lstStyle>
          <a:p>
            <a:pPr algn="l">
              <a:defRPr sz="1275" b="1">
                <a:solidFill>
                  <a:srgbClr val="243537"/>
                </a:solidFill>
                <a:latin typeface="Arial"/>
                <a:ea typeface="Arial"/>
                <a:cs typeface="Arial"/>
              </a:defRPr>
            </a:pPr>
            <a:r>
              <a:rPr sz="1275" b="1">
                <a:solidFill>
                  <a:srgbClr val="243537"/>
                </a:solidFill>
                <a:latin typeface="Arial"/>
                <a:ea typeface="Arial"/>
                <a:cs typeface="Arial"/>
              </a:rPr>
              <a:t>Operational need</a:t>
            </a:r>
          </a:p>
        </p:txBody>
      </p:sp>
      <p:sp>
        <p:nvSpPr>
          <p:cNvPr id="12" name="Rectangle 11">
            <a:extLst>
              <a:ext uri="{FF2B5EF4-FFF2-40B4-BE49-F238E27FC236}">
                <a16:creationId xmlns:a16="http://schemas.microsoft.com/office/drawing/2014/main" id="{B1E32271-E736-4DE9-85D9-916E38386029}"/>
              </a:ext>
            </a:extLst>
          </p:cNvPr>
          <p:cNvSpPr>
            <a:spLocks noGrp="1"/>
          </p:cNvSpPr>
          <p:nvPr/>
        </p:nvSpPr>
        <p:spPr>
          <a:xfrm>
            <a:off x="6448425" y="2686050"/>
            <a:ext cx="4667250" cy="1000125"/>
          </a:xfrm>
          <a:prstGeom prst="rect">
            <a:avLst/>
          </a:prstGeom>
          <a:noFill/>
          <a:ln w="0">
            <a:noFill/>
            <a:prstDash val="solid"/>
          </a:ln>
        </p:spPr>
        <p:txBody>
          <a:bodyPr wrap="square" lIns="0" tIns="0" rIns="0" bIns="0" anchor="ctr">
            <a:normAutofit/>
          </a:bodyPr>
          <a:lstStyle>
            <a:defPPr algn="l">
              <a:defRPr sz="1725" b="0">
                <a:solidFill>
                  <a:srgbClr val="243537"/>
                </a:solidFill>
                <a:latin typeface="Arial"/>
                <a:ea typeface="Arial"/>
                <a:cs typeface="Arial"/>
              </a:defRPr>
            </a:defPPr>
            <a:lvl1pPr algn="l">
              <a:defRPr sz="1725" b="0">
                <a:solidFill>
                  <a:srgbClr val="243537"/>
                </a:solidFill>
                <a:latin typeface="Arial"/>
                <a:ea typeface="Arial"/>
                <a:cs typeface="Arial"/>
              </a:defRPr>
            </a:lvl1pPr>
            <a:lvl2pPr algn="l">
              <a:defRPr sz="1725" b="0">
                <a:solidFill>
                  <a:srgbClr val="243537"/>
                </a:solidFill>
                <a:latin typeface="Arial"/>
                <a:ea typeface="Arial"/>
                <a:cs typeface="Arial"/>
              </a:defRPr>
            </a:lvl2pPr>
            <a:lvl3pPr algn="l">
              <a:defRPr sz="1725" b="0">
                <a:solidFill>
                  <a:srgbClr val="243537"/>
                </a:solidFill>
                <a:latin typeface="Arial"/>
                <a:ea typeface="Arial"/>
                <a:cs typeface="Arial"/>
              </a:defRPr>
            </a:lvl3pPr>
            <a:lvl4pPr algn="l">
              <a:defRPr sz="1725" b="0">
                <a:solidFill>
                  <a:srgbClr val="243537"/>
                </a:solidFill>
                <a:latin typeface="Arial"/>
                <a:ea typeface="Arial"/>
                <a:cs typeface="Arial"/>
              </a:defRPr>
            </a:lvl4pPr>
            <a:lvl5pPr algn="l">
              <a:defRPr sz="1725" b="0">
                <a:solidFill>
                  <a:srgbClr val="243537"/>
                </a:solidFill>
                <a:latin typeface="Arial"/>
                <a:ea typeface="Arial"/>
                <a:cs typeface="Arial"/>
              </a:defRPr>
            </a:lvl5pPr>
            <a:lvl6pPr algn="l">
              <a:defRPr sz="1725" b="0">
                <a:solidFill>
                  <a:srgbClr val="243537"/>
                </a:solidFill>
                <a:latin typeface="Arial"/>
                <a:ea typeface="Arial"/>
                <a:cs typeface="Arial"/>
              </a:defRPr>
            </a:lvl6pPr>
            <a:lvl7pPr algn="l">
              <a:defRPr sz="1725" b="0">
                <a:solidFill>
                  <a:srgbClr val="243537"/>
                </a:solidFill>
                <a:latin typeface="Arial"/>
                <a:ea typeface="Arial"/>
                <a:cs typeface="Arial"/>
              </a:defRPr>
            </a:lvl7pPr>
            <a:lvl8pPr algn="l">
              <a:defRPr sz="1725" b="0">
                <a:solidFill>
                  <a:srgbClr val="243537"/>
                </a:solidFill>
                <a:latin typeface="Arial"/>
                <a:ea typeface="Arial"/>
                <a:cs typeface="Arial"/>
              </a:defRPr>
            </a:lvl8pPr>
            <a:lvl9pPr algn="l">
              <a:defRPr sz="1725" b="0">
                <a:solidFill>
                  <a:srgbClr val="243537"/>
                </a:solidFill>
                <a:latin typeface="Arial"/>
                <a:ea typeface="Arial"/>
                <a:cs typeface="Arial"/>
              </a:defRPr>
            </a:lvl9pPr>
          </a:lstStyle>
          <a:p>
            <a:pPr algn="l">
              <a:defRPr sz="1725" b="0">
                <a:solidFill>
                  <a:srgbClr val="243537"/>
                </a:solidFill>
                <a:latin typeface="Arial"/>
                <a:ea typeface="Arial"/>
                <a:cs typeface="Arial"/>
              </a:defRPr>
            </a:pPr>
            <a:r>
              <a:rPr sz="1725" b="0">
                <a:solidFill>
                  <a:srgbClr val="243537"/>
                </a:solidFill>
                <a:latin typeface="Arial"/>
                <a:ea typeface="Arial"/>
                <a:cs typeface="Arial"/>
              </a:rPr>
              <a:t>A supervisor needs to know who is in a configured zone, whether a rule persists, and what evidence supports the alert.</a:t>
            </a:r>
          </a:p>
        </p:txBody>
      </p:sp>
      <p:sp>
        <p:nvSpPr>
          <p:cNvPr id="13" name="Straight Connector 12">
            <a:extLst>
              <a:ext uri="{FF2B5EF4-FFF2-40B4-BE49-F238E27FC236}">
                <a16:creationId xmlns:a16="http://schemas.microsoft.com/office/drawing/2014/main" id="{A6F90509-04E6-4D82-B393-07287AA32B62}"/>
              </a:ext>
            </a:extLst>
          </p:cNvPr>
          <p:cNvSpPr>
            <a:spLocks noGrp="1"/>
          </p:cNvSpPr>
          <p:nvPr/>
        </p:nvSpPr>
        <p:spPr>
          <a:xfrm>
            <a:off x="742950" y="4181475"/>
            <a:ext cx="10648950" cy="9525"/>
          </a:xfrm>
          <a:prstGeom prst="line">
            <a:avLst/>
          </a:prstGeom>
          <a:noFill/>
          <a:ln w="9525">
            <a:solidFill>
              <a:srgbClr val="CBD1C8"/>
            </a:solidFill>
            <a:prstDash val="solid"/>
          </a:ln>
        </p:spPr>
        <p:txBody>
          <a:bodyPr/>
          <a:lstStyle/>
          <a:p>
            <a:endParaRPr lang="en-IN"/>
          </a:p>
        </p:txBody>
      </p:sp>
      <p:sp>
        <p:nvSpPr>
          <p:cNvPr id="14" name="Rectangle 13">
            <a:extLst>
              <a:ext uri="{FF2B5EF4-FFF2-40B4-BE49-F238E27FC236}">
                <a16:creationId xmlns:a16="http://schemas.microsoft.com/office/drawing/2014/main" id="{41070861-14A7-482D-A842-CB699AC10703}"/>
              </a:ext>
            </a:extLst>
          </p:cNvPr>
          <p:cNvSpPr>
            <a:spLocks noGrp="1"/>
          </p:cNvSpPr>
          <p:nvPr/>
        </p:nvSpPr>
        <p:spPr>
          <a:xfrm>
            <a:off x="647700" y="4495800"/>
            <a:ext cx="2476500" cy="285750"/>
          </a:xfrm>
          <a:prstGeom prst="rect">
            <a:avLst/>
          </a:prstGeom>
          <a:noFill/>
          <a:ln w="0">
            <a:noFill/>
            <a:prstDash val="solid"/>
          </a:ln>
        </p:spPr>
        <p:txBody>
          <a:bodyPr wrap="square" lIns="0" tIns="0" rIns="0" bIns="0" anchor="ctr">
            <a:normAutofit/>
          </a:bodyPr>
          <a:lstStyle>
            <a:defPPr algn="l">
              <a:defRPr sz="1275" b="1">
                <a:solidFill>
                  <a:srgbClr val="32CDBA"/>
                </a:solidFill>
                <a:latin typeface="Arial"/>
                <a:ea typeface="Arial"/>
                <a:cs typeface="Arial"/>
              </a:defRPr>
            </a:defPPr>
            <a:lvl1pPr algn="l">
              <a:defRPr sz="1275" b="1">
                <a:solidFill>
                  <a:srgbClr val="32CDBA"/>
                </a:solidFill>
                <a:latin typeface="Arial"/>
                <a:ea typeface="Arial"/>
                <a:cs typeface="Arial"/>
              </a:defRPr>
            </a:lvl1pPr>
            <a:lvl2pPr algn="l">
              <a:defRPr sz="1275" b="1">
                <a:solidFill>
                  <a:srgbClr val="32CDBA"/>
                </a:solidFill>
                <a:latin typeface="Arial"/>
                <a:ea typeface="Arial"/>
                <a:cs typeface="Arial"/>
              </a:defRPr>
            </a:lvl2pPr>
            <a:lvl3pPr algn="l">
              <a:defRPr sz="1275" b="1">
                <a:solidFill>
                  <a:srgbClr val="32CDBA"/>
                </a:solidFill>
                <a:latin typeface="Arial"/>
                <a:ea typeface="Arial"/>
                <a:cs typeface="Arial"/>
              </a:defRPr>
            </a:lvl3pPr>
            <a:lvl4pPr algn="l">
              <a:defRPr sz="1275" b="1">
                <a:solidFill>
                  <a:srgbClr val="32CDBA"/>
                </a:solidFill>
                <a:latin typeface="Arial"/>
                <a:ea typeface="Arial"/>
                <a:cs typeface="Arial"/>
              </a:defRPr>
            </a:lvl4pPr>
            <a:lvl5pPr algn="l">
              <a:defRPr sz="1275" b="1">
                <a:solidFill>
                  <a:srgbClr val="32CDBA"/>
                </a:solidFill>
                <a:latin typeface="Arial"/>
                <a:ea typeface="Arial"/>
                <a:cs typeface="Arial"/>
              </a:defRPr>
            </a:lvl5pPr>
            <a:lvl6pPr algn="l">
              <a:defRPr sz="1275" b="1">
                <a:solidFill>
                  <a:srgbClr val="32CDBA"/>
                </a:solidFill>
                <a:latin typeface="Arial"/>
                <a:ea typeface="Arial"/>
                <a:cs typeface="Arial"/>
              </a:defRPr>
            </a:lvl6pPr>
            <a:lvl7pPr algn="l">
              <a:defRPr sz="1275" b="1">
                <a:solidFill>
                  <a:srgbClr val="32CDBA"/>
                </a:solidFill>
                <a:latin typeface="Arial"/>
                <a:ea typeface="Arial"/>
                <a:cs typeface="Arial"/>
              </a:defRPr>
            </a:lvl7pPr>
            <a:lvl8pPr algn="l">
              <a:defRPr sz="1275" b="1">
                <a:solidFill>
                  <a:srgbClr val="32CDBA"/>
                </a:solidFill>
                <a:latin typeface="Arial"/>
                <a:ea typeface="Arial"/>
                <a:cs typeface="Arial"/>
              </a:defRPr>
            </a:lvl8pPr>
            <a:lvl9pPr algn="l">
              <a:defRPr sz="1275" b="1">
                <a:solidFill>
                  <a:srgbClr val="32CDBA"/>
                </a:solidFill>
                <a:latin typeface="Arial"/>
                <a:ea typeface="Arial"/>
                <a:cs typeface="Arial"/>
              </a:defRPr>
            </a:lvl9pPr>
          </a:lstStyle>
          <a:p>
            <a:pPr algn="l">
              <a:defRPr sz="1275" b="1">
                <a:solidFill>
                  <a:srgbClr val="32CDBA"/>
                </a:solidFill>
                <a:latin typeface="Arial"/>
                <a:ea typeface="Arial"/>
                <a:cs typeface="Arial"/>
              </a:defRPr>
            </a:pPr>
            <a:r>
              <a:rPr sz="1275" b="1">
                <a:solidFill>
                  <a:srgbClr val="32CDBA"/>
                </a:solidFill>
                <a:latin typeface="Arial"/>
                <a:ea typeface="Arial"/>
                <a:cs typeface="Arial"/>
              </a:rPr>
              <a:t>Project question</a:t>
            </a:r>
          </a:p>
        </p:txBody>
      </p:sp>
      <p:sp>
        <p:nvSpPr>
          <p:cNvPr id="15" name="Rectangle 14">
            <a:extLst>
              <a:ext uri="{FF2B5EF4-FFF2-40B4-BE49-F238E27FC236}">
                <a16:creationId xmlns:a16="http://schemas.microsoft.com/office/drawing/2014/main" id="{0A9B7656-ED5F-4ABF-9DF0-E667F80868B6}"/>
              </a:ext>
            </a:extLst>
          </p:cNvPr>
          <p:cNvSpPr>
            <a:spLocks noGrp="1"/>
          </p:cNvSpPr>
          <p:nvPr/>
        </p:nvSpPr>
        <p:spPr>
          <a:xfrm>
            <a:off x="647700" y="4914900"/>
            <a:ext cx="10382250" cy="685800"/>
          </a:xfrm>
          <a:prstGeom prst="rect">
            <a:avLst/>
          </a:prstGeom>
          <a:noFill/>
          <a:ln w="0">
            <a:noFill/>
            <a:prstDash val="solid"/>
          </a:ln>
        </p:spPr>
        <p:txBody>
          <a:bodyPr wrap="square" lIns="0" tIns="0" rIns="0" bIns="0" anchor="ctr">
            <a:normAutofit/>
          </a:bodyPr>
          <a:lstStyle>
            <a:defPPr algn="l">
              <a:defRPr sz="2250" b="1">
                <a:solidFill>
                  <a:srgbClr val="10191A"/>
                </a:solidFill>
                <a:latin typeface="Arial"/>
                <a:ea typeface="Arial"/>
                <a:cs typeface="Arial"/>
              </a:defRPr>
            </a:defPPr>
            <a:lvl1pPr algn="l">
              <a:defRPr sz="2250" b="1">
                <a:solidFill>
                  <a:srgbClr val="10191A"/>
                </a:solidFill>
                <a:latin typeface="Arial"/>
                <a:ea typeface="Arial"/>
                <a:cs typeface="Arial"/>
              </a:defRPr>
            </a:lvl1pPr>
            <a:lvl2pPr algn="l">
              <a:defRPr sz="2250" b="1">
                <a:solidFill>
                  <a:srgbClr val="10191A"/>
                </a:solidFill>
                <a:latin typeface="Arial"/>
                <a:ea typeface="Arial"/>
                <a:cs typeface="Arial"/>
              </a:defRPr>
            </a:lvl2pPr>
            <a:lvl3pPr algn="l">
              <a:defRPr sz="2250" b="1">
                <a:solidFill>
                  <a:srgbClr val="10191A"/>
                </a:solidFill>
                <a:latin typeface="Arial"/>
                <a:ea typeface="Arial"/>
                <a:cs typeface="Arial"/>
              </a:defRPr>
            </a:lvl3pPr>
            <a:lvl4pPr algn="l">
              <a:defRPr sz="2250" b="1">
                <a:solidFill>
                  <a:srgbClr val="10191A"/>
                </a:solidFill>
                <a:latin typeface="Arial"/>
                <a:ea typeface="Arial"/>
                <a:cs typeface="Arial"/>
              </a:defRPr>
            </a:lvl4pPr>
            <a:lvl5pPr algn="l">
              <a:defRPr sz="2250" b="1">
                <a:solidFill>
                  <a:srgbClr val="10191A"/>
                </a:solidFill>
                <a:latin typeface="Arial"/>
                <a:ea typeface="Arial"/>
                <a:cs typeface="Arial"/>
              </a:defRPr>
            </a:lvl5pPr>
            <a:lvl6pPr algn="l">
              <a:defRPr sz="2250" b="1">
                <a:solidFill>
                  <a:srgbClr val="10191A"/>
                </a:solidFill>
                <a:latin typeface="Arial"/>
                <a:ea typeface="Arial"/>
                <a:cs typeface="Arial"/>
              </a:defRPr>
            </a:lvl6pPr>
            <a:lvl7pPr algn="l">
              <a:defRPr sz="2250" b="1">
                <a:solidFill>
                  <a:srgbClr val="10191A"/>
                </a:solidFill>
                <a:latin typeface="Arial"/>
                <a:ea typeface="Arial"/>
                <a:cs typeface="Arial"/>
              </a:defRPr>
            </a:lvl7pPr>
            <a:lvl8pPr algn="l">
              <a:defRPr sz="2250" b="1">
                <a:solidFill>
                  <a:srgbClr val="10191A"/>
                </a:solidFill>
                <a:latin typeface="Arial"/>
                <a:ea typeface="Arial"/>
                <a:cs typeface="Arial"/>
              </a:defRPr>
            </a:lvl8pPr>
            <a:lvl9pPr algn="l">
              <a:defRPr sz="2250" b="1">
                <a:solidFill>
                  <a:srgbClr val="10191A"/>
                </a:solidFill>
                <a:latin typeface="Arial"/>
                <a:ea typeface="Arial"/>
                <a:cs typeface="Arial"/>
              </a:defRPr>
            </a:lvl9pPr>
          </a:lstStyle>
          <a:p>
            <a:pPr algn="l">
              <a:defRPr sz="2250" b="1">
                <a:solidFill>
                  <a:srgbClr val="10191A"/>
                </a:solidFill>
                <a:latin typeface="Arial"/>
                <a:ea typeface="Arial"/>
                <a:cs typeface="Arial"/>
              </a:defRPr>
            </a:pPr>
            <a:r>
              <a:rPr sz="2250" b="1">
                <a:solidFill>
                  <a:srgbClr val="10191A"/>
                </a:solidFill>
                <a:latin typeface="Arial"/>
                <a:ea typeface="Arial"/>
                <a:cs typeface="Arial"/>
              </a:rPr>
              <a:t>How can a single camera feed be turned into a clear, time-stamped safety-monitoring workflow?</a:t>
            </a:r>
          </a:p>
        </p:txBody>
      </p:sp>
    </p:spTree>
    <p:extLst>
      <p:ext uri="{BB962C8B-B14F-4D97-AF65-F5344CB8AC3E}">
        <p14:creationId xmlns:p14="http://schemas.microsoft.com/office/powerpoint/2010/main" val="197469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1E8"/>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4DF8568-E5B5-4A72-86F2-86E746A0484E}"/>
              </a:ext>
            </a:extLst>
          </p:cNvPr>
          <p:cNvSpPr>
            <a:spLocks noGrp="1"/>
          </p:cNvSpPr>
          <p:nvPr/>
        </p:nvSpPr>
        <p:spPr>
          <a:xfrm>
            <a:off x="0" y="0"/>
            <a:ext cx="133350" cy="6858000"/>
          </a:xfrm>
          <a:prstGeom prst="rect">
            <a:avLst/>
          </a:prstGeom>
          <a:solidFill>
            <a:srgbClr val="C6F36B"/>
          </a:solidFill>
          <a:ln w="0">
            <a:noFill/>
            <a:prstDash val="solid"/>
          </a:ln>
        </p:spPr>
        <p:txBody>
          <a:bodyPr/>
          <a:lstStyle/>
          <a:p>
            <a:endParaRPr lang="en-IN"/>
          </a:p>
        </p:txBody>
      </p:sp>
      <p:sp>
        <p:nvSpPr>
          <p:cNvPr id="2" name="Rectangle 1">
            <a:extLst>
              <a:ext uri="{FF2B5EF4-FFF2-40B4-BE49-F238E27FC236}">
                <a16:creationId xmlns:a16="http://schemas.microsoft.com/office/drawing/2014/main" id="{116CEEE1-EB36-45D9-8893-B50D819F30E2}"/>
              </a:ext>
            </a:extLst>
          </p:cNvPr>
          <p:cNvSpPr>
            <a:spLocks noGrp="1"/>
          </p:cNvSpPr>
          <p:nvPr/>
        </p:nvSpPr>
        <p:spPr>
          <a:xfrm>
            <a:off x="590550" y="285750"/>
            <a:ext cx="8572500" cy="219075"/>
          </a:xfrm>
          <a:prstGeom prst="rect">
            <a:avLst/>
          </a:prstGeom>
          <a:noFill/>
          <a:ln w="0">
            <a:noFill/>
            <a:prstDash val="solid"/>
          </a:ln>
        </p:spPr>
        <p:txBody>
          <a:bodyPr wrap="square" lIns="0" tIns="0" rIns="0" bIns="0" anchor="ctr">
            <a:normAutofit/>
          </a:bodyPr>
          <a:lstStyle>
            <a:defPPr algn="l">
              <a:defRPr sz="1050" b="1">
                <a:solidFill>
                  <a:srgbClr val="243537"/>
                </a:solidFill>
                <a:latin typeface="Arial"/>
                <a:ea typeface="Arial"/>
                <a:cs typeface="Arial"/>
              </a:defRPr>
            </a:defPPr>
            <a:lvl1pPr algn="l">
              <a:defRPr sz="1050" b="1">
                <a:solidFill>
                  <a:srgbClr val="243537"/>
                </a:solidFill>
                <a:latin typeface="Arial"/>
                <a:ea typeface="Arial"/>
                <a:cs typeface="Arial"/>
              </a:defRPr>
            </a:lvl1pPr>
            <a:lvl2pPr algn="l">
              <a:defRPr sz="1050" b="1">
                <a:solidFill>
                  <a:srgbClr val="243537"/>
                </a:solidFill>
                <a:latin typeface="Arial"/>
                <a:ea typeface="Arial"/>
                <a:cs typeface="Arial"/>
              </a:defRPr>
            </a:lvl2pPr>
            <a:lvl3pPr algn="l">
              <a:defRPr sz="1050" b="1">
                <a:solidFill>
                  <a:srgbClr val="243537"/>
                </a:solidFill>
                <a:latin typeface="Arial"/>
                <a:ea typeface="Arial"/>
                <a:cs typeface="Arial"/>
              </a:defRPr>
            </a:lvl3pPr>
            <a:lvl4pPr algn="l">
              <a:defRPr sz="1050" b="1">
                <a:solidFill>
                  <a:srgbClr val="243537"/>
                </a:solidFill>
                <a:latin typeface="Arial"/>
                <a:ea typeface="Arial"/>
                <a:cs typeface="Arial"/>
              </a:defRPr>
            </a:lvl4pPr>
            <a:lvl5pPr algn="l">
              <a:defRPr sz="1050" b="1">
                <a:solidFill>
                  <a:srgbClr val="243537"/>
                </a:solidFill>
                <a:latin typeface="Arial"/>
                <a:ea typeface="Arial"/>
                <a:cs typeface="Arial"/>
              </a:defRPr>
            </a:lvl5pPr>
            <a:lvl6pPr algn="l">
              <a:defRPr sz="1050" b="1">
                <a:solidFill>
                  <a:srgbClr val="243537"/>
                </a:solidFill>
                <a:latin typeface="Arial"/>
                <a:ea typeface="Arial"/>
                <a:cs typeface="Arial"/>
              </a:defRPr>
            </a:lvl6pPr>
            <a:lvl7pPr algn="l">
              <a:defRPr sz="1050" b="1">
                <a:solidFill>
                  <a:srgbClr val="243537"/>
                </a:solidFill>
                <a:latin typeface="Arial"/>
                <a:ea typeface="Arial"/>
                <a:cs typeface="Arial"/>
              </a:defRPr>
            </a:lvl7pPr>
            <a:lvl8pPr algn="l">
              <a:defRPr sz="1050" b="1">
                <a:solidFill>
                  <a:srgbClr val="243537"/>
                </a:solidFill>
                <a:latin typeface="Arial"/>
                <a:ea typeface="Arial"/>
                <a:cs typeface="Arial"/>
              </a:defRPr>
            </a:lvl8pPr>
            <a:lvl9pPr algn="l">
              <a:defRPr sz="1050" b="1">
                <a:solidFill>
                  <a:srgbClr val="243537"/>
                </a:solidFill>
                <a:latin typeface="Arial"/>
                <a:ea typeface="Arial"/>
                <a:cs typeface="Arial"/>
              </a:defRPr>
            </a:lvl9pPr>
          </a:lstStyle>
          <a:p>
            <a:pPr algn="l">
              <a:defRPr sz="1050" b="1">
                <a:solidFill>
                  <a:srgbClr val="243537"/>
                </a:solidFill>
                <a:latin typeface="Arial"/>
                <a:ea typeface="Arial"/>
                <a:cs typeface="Arial"/>
              </a:defRPr>
            </a:pPr>
            <a:r>
              <a:rPr sz="1050" b="1">
                <a:solidFill>
                  <a:srgbClr val="243537"/>
                </a:solidFill>
                <a:latin typeface="Arial"/>
                <a:ea typeface="Arial"/>
                <a:cs typeface="Arial"/>
              </a:rPr>
              <a:t>01  /  PROJECT DEFINITION</a:t>
            </a:r>
          </a:p>
        </p:txBody>
      </p:sp>
      <p:sp>
        <p:nvSpPr>
          <p:cNvPr id="3" name="Rectangle 2">
            <a:extLst>
              <a:ext uri="{FF2B5EF4-FFF2-40B4-BE49-F238E27FC236}">
                <a16:creationId xmlns:a16="http://schemas.microsoft.com/office/drawing/2014/main" id="{0310F8E3-FC51-40D2-A5B9-95BC8890CB03}"/>
              </a:ext>
            </a:extLst>
          </p:cNvPr>
          <p:cNvSpPr>
            <a:spLocks noGrp="1"/>
          </p:cNvSpPr>
          <p:nvPr/>
        </p:nvSpPr>
        <p:spPr>
          <a:xfrm>
            <a:off x="590550" y="647700"/>
            <a:ext cx="10858500" cy="514350"/>
          </a:xfrm>
          <a:prstGeom prst="rect">
            <a:avLst/>
          </a:prstGeom>
          <a:noFill/>
          <a:ln w="0">
            <a:noFill/>
            <a:prstDash val="solid"/>
          </a:ln>
        </p:spPr>
        <p:txBody>
          <a:bodyPr wrap="square" lIns="0" tIns="0" rIns="0" bIns="0" anchor="ctr">
            <a:normAutofit/>
          </a:bodyPr>
          <a:lstStyle>
            <a:defPPr algn="l">
              <a:defRPr sz="2700" b="1">
                <a:solidFill>
                  <a:srgbClr val="10191A"/>
                </a:solidFill>
                <a:latin typeface="Arial"/>
                <a:ea typeface="Arial"/>
                <a:cs typeface="Arial"/>
              </a:defRPr>
            </a:defPPr>
            <a:lvl1pPr algn="l">
              <a:defRPr sz="2700" b="1">
                <a:solidFill>
                  <a:srgbClr val="10191A"/>
                </a:solidFill>
                <a:latin typeface="Arial"/>
                <a:ea typeface="Arial"/>
                <a:cs typeface="Arial"/>
              </a:defRPr>
            </a:lvl1pPr>
            <a:lvl2pPr algn="l">
              <a:defRPr sz="2700" b="1">
                <a:solidFill>
                  <a:srgbClr val="10191A"/>
                </a:solidFill>
                <a:latin typeface="Arial"/>
                <a:ea typeface="Arial"/>
                <a:cs typeface="Arial"/>
              </a:defRPr>
            </a:lvl2pPr>
            <a:lvl3pPr algn="l">
              <a:defRPr sz="2700" b="1">
                <a:solidFill>
                  <a:srgbClr val="10191A"/>
                </a:solidFill>
                <a:latin typeface="Arial"/>
                <a:ea typeface="Arial"/>
                <a:cs typeface="Arial"/>
              </a:defRPr>
            </a:lvl3pPr>
            <a:lvl4pPr algn="l">
              <a:defRPr sz="2700" b="1">
                <a:solidFill>
                  <a:srgbClr val="10191A"/>
                </a:solidFill>
                <a:latin typeface="Arial"/>
                <a:ea typeface="Arial"/>
                <a:cs typeface="Arial"/>
              </a:defRPr>
            </a:lvl4pPr>
            <a:lvl5pPr algn="l">
              <a:defRPr sz="2700" b="1">
                <a:solidFill>
                  <a:srgbClr val="10191A"/>
                </a:solidFill>
                <a:latin typeface="Arial"/>
                <a:ea typeface="Arial"/>
                <a:cs typeface="Arial"/>
              </a:defRPr>
            </a:lvl5pPr>
            <a:lvl6pPr algn="l">
              <a:defRPr sz="2700" b="1">
                <a:solidFill>
                  <a:srgbClr val="10191A"/>
                </a:solidFill>
                <a:latin typeface="Arial"/>
                <a:ea typeface="Arial"/>
                <a:cs typeface="Arial"/>
              </a:defRPr>
            </a:lvl6pPr>
            <a:lvl7pPr algn="l">
              <a:defRPr sz="2700" b="1">
                <a:solidFill>
                  <a:srgbClr val="10191A"/>
                </a:solidFill>
                <a:latin typeface="Arial"/>
                <a:ea typeface="Arial"/>
                <a:cs typeface="Arial"/>
              </a:defRPr>
            </a:lvl7pPr>
            <a:lvl8pPr algn="l">
              <a:defRPr sz="2700" b="1">
                <a:solidFill>
                  <a:srgbClr val="10191A"/>
                </a:solidFill>
                <a:latin typeface="Arial"/>
                <a:ea typeface="Arial"/>
                <a:cs typeface="Arial"/>
              </a:defRPr>
            </a:lvl8pPr>
            <a:lvl9pPr algn="l">
              <a:defRPr sz="2700" b="1">
                <a:solidFill>
                  <a:srgbClr val="10191A"/>
                </a:solidFill>
                <a:latin typeface="Arial"/>
                <a:ea typeface="Arial"/>
                <a:cs typeface="Arial"/>
              </a:defRPr>
            </a:lvl9pPr>
          </a:lstStyle>
          <a:p>
            <a:pPr algn="l">
              <a:defRPr sz="2700" b="1">
                <a:solidFill>
                  <a:srgbClr val="10191A"/>
                </a:solidFill>
                <a:latin typeface="Arial"/>
                <a:ea typeface="Arial"/>
                <a:cs typeface="Arial"/>
              </a:defRPr>
            </a:pPr>
            <a:r>
              <a:rPr sz="2700" b="1">
                <a:solidFill>
                  <a:srgbClr val="10191A"/>
                </a:solidFill>
                <a:latin typeface="Arial"/>
                <a:ea typeface="Arial"/>
                <a:cs typeface="Arial"/>
              </a:rPr>
              <a:t>Project objectives and scope</a:t>
            </a:r>
          </a:p>
        </p:txBody>
      </p:sp>
      <p:sp>
        <p:nvSpPr>
          <p:cNvPr id="4" name="Straight Connector 3">
            <a:extLst>
              <a:ext uri="{FF2B5EF4-FFF2-40B4-BE49-F238E27FC236}">
                <a16:creationId xmlns:a16="http://schemas.microsoft.com/office/drawing/2014/main" id="{AAFB66BF-6EB1-4718-A9F3-7F3C32010830}"/>
              </a:ext>
            </a:extLst>
          </p:cNvPr>
          <p:cNvSpPr>
            <a:spLocks noGrp="1"/>
          </p:cNvSpPr>
          <p:nvPr/>
        </p:nvSpPr>
        <p:spPr>
          <a:xfrm>
            <a:off x="590550" y="1304925"/>
            <a:ext cx="11010900" cy="9525"/>
          </a:xfrm>
          <a:prstGeom prst="line">
            <a:avLst/>
          </a:prstGeom>
          <a:noFill/>
          <a:ln w="9525">
            <a:solidFill>
              <a:srgbClr val="D1D6CC"/>
            </a:solidFill>
            <a:prstDash val="solid"/>
          </a:ln>
        </p:spPr>
        <p:txBody>
          <a:bodyPr/>
          <a:lstStyle/>
          <a:p>
            <a:endParaRPr lang="en-IN"/>
          </a:p>
        </p:txBody>
      </p:sp>
      <p:sp>
        <p:nvSpPr>
          <p:cNvPr id="5" name="Rectangle 4">
            <a:extLst>
              <a:ext uri="{FF2B5EF4-FFF2-40B4-BE49-F238E27FC236}">
                <a16:creationId xmlns:a16="http://schemas.microsoft.com/office/drawing/2014/main" id="{2695959B-1CF5-404F-B0BE-692F684F74AF}"/>
              </a:ext>
            </a:extLst>
          </p:cNvPr>
          <p:cNvSpPr>
            <a:spLocks noGrp="1"/>
          </p:cNvSpPr>
          <p:nvPr/>
        </p:nvSpPr>
        <p:spPr>
          <a:xfrm>
            <a:off x="11144250" y="6410325"/>
            <a:ext cx="457200" cy="190500"/>
          </a:xfrm>
          <a:prstGeom prst="rect">
            <a:avLst/>
          </a:prstGeom>
          <a:noFill/>
          <a:ln w="0">
            <a:noFill/>
            <a:prstDash val="solid"/>
          </a:ln>
        </p:spPr>
        <p:txBody>
          <a:bodyPr wrap="square" lIns="0" tIns="0" rIns="0" bIns="0" anchor="ctr">
            <a:normAutofit/>
          </a:bodyPr>
          <a:lstStyle>
            <a:defPPr algn="r">
              <a:defRPr sz="975" b="1">
                <a:solidFill>
                  <a:srgbClr val="243537"/>
                </a:solidFill>
                <a:latin typeface="Arial"/>
                <a:ea typeface="Arial"/>
                <a:cs typeface="Arial"/>
              </a:defRPr>
            </a:defPPr>
            <a:lvl1pPr algn="r">
              <a:defRPr sz="975" b="1">
                <a:solidFill>
                  <a:srgbClr val="243537"/>
                </a:solidFill>
                <a:latin typeface="Arial"/>
                <a:ea typeface="Arial"/>
                <a:cs typeface="Arial"/>
              </a:defRPr>
            </a:lvl1pPr>
            <a:lvl2pPr algn="r">
              <a:defRPr sz="975" b="1">
                <a:solidFill>
                  <a:srgbClr val="243537"/>
                </a:solidFill>
                <a:latin typeface="Arial"/>
                <a:ea typeface="Arial"/>
                <a:cs typeface="Arial"/>
              </a:defRPr>
            </a:lvl2pPr>
            <a:lvl3pPr algn="r">
              <a:defRPr sz="975" b="1">
                <a:solidFill>
                  <a:srgbClr val="243537"/>
                </a:solidFill>
                <a:latin typeface="Arial"/>
                <a:ea typeface="Arial"/>
                <a:cs typeface="Arial"/>
              </a:defRPr>
            </a:lvl3pPr>
            <a:lvl4pPr algn="r">
              <a:defRPr sz="975" b="1">
                <a:solidFill>
                  <a:srgbClr val="243537"/>
                </a:solidFill>
                <a:latin typeface="Arial"/>
                <a:ea typeface="Arial"/>
                <a:cs typeface="Arial"/>
              </a:defRPr>
            </a:lvl4pPr>
            <a:lvl5pPr algn="r">
              <a:defRPr sz="975" b="1">
                <a:solidFill>
                  <a:srgbClr val="243537"/>
                </a:solidFill>
                <a:latin typeface="Arial"/>
                <a:ea typeface="Arial"/>
                <a:cs typeface="Arial"/>
              </a:defRPr>
            </a:lvl5pPr>
            <a:lvl6pPr algn="r">
              <a:defRPr sz="975" b="1">
                <a:solidFill>
                  <a:srgbClr val="243537"/>
                </a:solidFill>
                <a:latin typeface="Arial"/>
                <a:ea typeface="Arial"/>
                <a:cs typeface="Arial"/>
              </a:defRPr>
            </a:lvl6pPr>
            <a:lvl7pPr algn="r">
              <a:defRPr sz="975" b="1">
                <a:solidFill>
                  <a:srgbClr val="243537"/>
                </a:solidFill>
                <a:latin typeface="Arial"/>
                <a:ea typeface="Arial"/>
                <a:cs typeface="Arial"/>
              </a:defRPr>
            </a:lvl7pPr>
            <a:lvl8pPr algn="r">
              <a:defRPr sz="975" b="1">
                <a:solidFill>
                  <a:srgbClr val="243537"/>
                </a:solidFill>
                <a:latin typeface="Arial"/>
                <a:ea typeface="Arial"/>
                <a:cs typeface="Arial"/>
              </a:defRPr>
            </a:lvl8pPr>
            <a:lvl9pPr algn="r">
              <a:defRPr sz="975" b="1">
                <a:solidFill>
                  <a:srgbClr val="243537"/>
                </a:solidFill>
                <a:latin typeface="Arial"/>
                <a:ea typeface="Arial"/>
                <a:cs typeface="Arial"/>
              </a:defRPr>
            </a:lvl9pPr>
          </a:lstStyle>
          <a:p>
            <a:pPr algn="r">
              <a:defRPr sz="975" b="1">
                <a:solidFill>
                  <a:srgbClr val="243537"/>
                </a:solidFill>
                <a:latin typeface="Arial"/>
                <a:ea typeface="Arial"/>
                <a:cs typeface="Arial"/>
              </a:defRPr>
            </a:pPr>
            <a:r>
              <a:rPr sz="975" b="1">
                <a:solidFill>
                  <a:srgbClr val="243537"/>
                </a:solidFill>
                <a:latin typeface="Arial"/>
                <a:ea typeface="Arial"/>
                <a:cs typeface="Arial"/>
              </a:rPr>
              <a:t>03</a:t>
            </a:r>
          </a:p>
        </p:txBody>
      </p:sp>
      <p:sp>
        <p:nvSpPr>
          <p:cNvPr id="6" name="Rectangle 5">
            <a:extLst>
              <a:ext uri="{FF2B5EF4-FFF2-40B4-BE49-F238E27FC236}">
                <a16:creationId xmlns:a16="http://schemas.microsoft.com/office/drawing/2014/main" id="{61A278A4-F86A-4599-ACB6-A67410CB7749}"/>
              </a:ext>
            </a:extLst>
          </p:cNvPr>
          <p:cNvSpPr>
            <a:spLocks noGrp="1"/>
          </p:cNvSpPr>
          <p:nvPr/>
        </p:nvSpPr>
        <p:spPr>
          <a:xfrm>
            <a:off x="628650" y="1628775"/>
            <a:ext cx="3333750" cy="323850"/>
          </a:xfrm>
          <a:prstGeom prst="rect">
            <a:avLst/>
          </a:prstGeom>
          <a:noFill/>
          <a:ln w="0">
            <a:noFill/>
            <a:prstDash val="solid"/>
          </a:ln>
        </p:spPr>
        <p:txBody>
          <a:bodyPr wrap="square" lIns="0" tIns="0" rIns="0" bIns="0" anchor="ctr">
            <a:normAutofit/>
          </a:bodyPr>
          <a:lstStyle>
            <a:defPPr algn="l">
              <a:defRPr sz="1650" b="1">
                <a:solidFill>
                  <a:srgbClr val="32CDBA"/>
                </a:solidFill>
                <a:latin typeface="Arial"/>
                <a:ea typeface="Arial"/>
                <a:cs typeface="Arial"/>
              </a:defRPr>
            </a:defPPr>
            <a:lvl1pPr algn="l">
              <a:defRPr sz="1650" b="1">
                <a:solidFill>
                  <a:srgbClr val="32CDBA"/>
                </a:solidFill>
                <a:latin typeface="Arial"/>
                <a:ea typeface="Arial"/>
                <a:cs typeface="Arial"/>
              </a:defRPr>
            </a:lvl1pPr>
            <a:lvl2pPr algn="l">
              <a:defRPr sz="1650" b="1">
                <a:solidFill>
                  <a:srgbClr val="32CDBA"/>
                </a:solidFill>
                <a:latin typeface="Arial"/>
                <a:ea typeface="Arial"/>
                <a:cs typeface="Arial"/>
              </a:defRPr>
            </a:lvl2pPr>
            <a:lvl3pPr algn="l">
              <a:defRPr sz="1650" b="1">
                <a:solidFill>
                  <a:srgbClr val="32CDBA"/>
                </a:solidFill>
                <a:latin typeface="Arial"/>
                <a:ea typeface="Arial"/>
                <a:cs typeface="Arial"/>
              </a:defRPr>
            </a:lvl3pPr>
            <a:lvl4pPr algn="l">
              <a:defRPr sz="1650" b="1">
                <a:solidFill>
                  <a:srgbClr val="32CDBA"/>
                </a:solidFill>
                <a:latin typeface="Arial"/>
                <a:ea typeface="Arial"/>
                <a:cs typeface="Arial"/>
              </a:defRPr>
            </a:lvl4pPr>
            <a:lvl5pPr algn="l">
              <a:defRPr sz="1650" b="1">
                <a:solidFill>
                  <a:srgbClr val="32CDBA"/>
                </a:solidFill>
                <a:latin typeface="Arial"/>
                <a:ea typeface="Arial"/>
                <a:cs typeface="Arial"/>
              </a:defRPr>
            </a:lvl5pPr>
            <a:lvl6pPr algn="l">
              <a:defRPr sz="1650" b="1">
                <a:solidFill>
                  <a:srgbClr val="32CDBA"/>
                </a:solidFill>
                <a:latin typeface="Arial"/>
                <a:ea typeface="Arial"/>
                <a:cs typeface="Arial"/>
              </a:defRPr>
            </a:lvl6pPr>
            <a:lvl7pPr algn="l">
              <a:defRPr sz="1650" b="1">
                <a:solidFill>
                  <a:srgbClr val="32CDBA"/>
                </a:solidFill>
                <a:latin typeface="Arial"/>
                <a:ea typeface="Arial"/>
                <a:cs typeface="Arial"/>
              </a:defRPr>
            </a:lvl7pPr>
            <a:lvl8pPr algn="l">
              <a:defRPr sz="1650" b="1">
                <a:solidFill>
                  <a:srgbClr val="32CDBA"/>
                </a:solidFill>
                <a:latin typeface="Arial"/>
                <a:ea typeface="Arial"/>
                <a:cs typeface="Arial"/>
              </a:defRPr>
            </a:lvl8pPr>
            <a:lvl9pPr algn="l">
              <a:defRPr sz="1650" b="1">
                <a:solidFill>
                  <a:srgbClr val="32CDBA"/>
                </a:solidFill>
                <a:latin typeface="Arial"/>
                <a:ea typeface="Arial"/>
                <a:cs typeface="Arial"/>
              </a:defRPr>
            </a:lvl9pPr>
          </a:lstStyle>
          <a:p>
            <a:pPr algn="l">
              <a:defRPr sz="1650" b="1">
                <a:solidFill>
                  <a:srgbClr val="32CDBA"/>
                </a:solidFill>
                <a:latin typeface="Arial"/>
                <a:ea typeface="Arial"/>
                <a:cs typeface="Arial"/>
              </a:defRPr>
            </a:pPr>
            <a:r>
              <a:rPr sz="1650" b="1">
                <a:solidFill>
                  <a:srgbClr val="32CDBA"/>
                </a:solidFill>
                <a:latin typeface="Arial"/>
                <a:ea typeface="Arial"/>
                <a:cs typeface="Arial"/>
              </a:rPr>
              <a:t>Core functions</a:t>
            </a:r>
          </a:p>
        </p:txBody>
      </p:sp>
      <p:sp>
        <p:nvSpPr>
          <p:cNvPr id="7" name="Rectangle 6">
            <a:extLst>
              <a:ext uri="{FF2B5EF4-FFF2-40B4-BE49-F238E27FC236}">
                <a16:creationId xmlns:a16="http://schemas.microsoft.com/office/drawing/2014/main" id="{E50F1E56-C9FA-4F37-BC43-423719756BF0}"/>
              </a:ext>
            </a:extLst>
          </p:cNvPr>
          <p:cNvSpPr>
            <a:spLocks noGrp="1"/>
          </p:cNvSpPr>
          <p:nvPr/>
        </p:nvSpPr>
        <p:spPr>
          <a:xfrm>
            <a:off x="666750" y="2162175"/>
            <a:ext cx="400050" cy="285750"/>
          </a:xfrm>
          <a:prstGeom prst="rect">
            <a:avLst/>
          </a:prstGeom>
          <a:noFill/>
          <a:ln w="0">
            <a:noFill/>
            <a:prstDash val="solid"/>
          </a:ln>
        </p:spPr>
        <p:txBody>
          <a:bodyPr wrap="square" lIns="0" tIns="0" rIns="0" bIns="0" anchor="ctr">
            <a:normAutofit/>
          </a:bodyPr>
          <a:lstStyle>
            <a:defPPr algn="l">
              <a:defRPr sz="1425" b="1">
                <a:solidFill>
                  <a:srgbClr val="C6F36B"/>
                </a:solidFill>
                <a:latin typeface="Arial"/>
                <a:ea typeface="Arial"/>
                <a:cs typeface="Arial"/>
              </a:defRPr>
            </a:defPPr>
            <a:lvl1pPr algn="l">
              <a:defRPr sz="1425" b="1">
                <a:solidFill>
                  <a:srgbClr val="C6F36B"/>
                </a:solidFill>
                <a:latin typeface="Arial"/>
                <a:ea typeface="Arial"/>
                <a:cs typeface="Arial"/>
              </a:defRPr>
            </a:lvl1pPr>
            <a:lvl2pPr algn="l">
              <a:defRPr sz="1425" b="1">
                <a:solidFill>
                  <a:srgbClr val="C6F36B"/>
                </a:solidFill>
                <a:latin typeface="Arial"/>
                <a:ea typeface="Arial"/>
                <a:cs typeface="Arial"/>
              </a:defRPr>
            </a:lvl2pPr>
            <a:lvl3pPr algn="l">
              <a:defRPr sz="1425" b="1">
                <a:solidFill>
                  <a:srgbClr val="C6F36B"/>
                </a:solidFill>
                <a:latin typeface="Arial"/>
                <a:ea typeface="Arial"/>
                <a:cs typeface="Arial"/>
              </a:defRPr>
            </a:lvl3pPr>
            <a:lvl4pPr algn="l">
              <a:defRPr sz="1425" b="1">
                <a:solidFill>
                  <a:srgbClr val="C6F36B"/>
                </a:solidFill>
                <a:latin typeface="Arial"/>
                <a:ea typeface="Arial"/>
                <a:cs typeface="Arial"/>
              </a:defRPr>
            </a:lvl4pPr>
            <a:lvl5pPr algn="l">
              <a:defRPr sz="1425" b="1">
                <a:solidFill>
                  <a:srgbClr val="C6F36B"/>
                </a:solidFill>
                <a:latin typeface="Arial"/>
                <a:ea typeface="Arial"/>
                <a:cs typeface="Arial"/>
              </a:defRPr>
            </a:lvl5pPr>
            <a:lvl6pPr algn="l">
              <a:defRPr sz="1425" b="1">
                <a:solidFill>
                  <a:srgbClr val="C6F36B"/>
                </a:solidFill>
                <a:latin typeface="Arial"/>
                <a:ea typeface="Arial"/>
                <a:cs typeface="Arial"/>
              </a:defRPr>
            </a:lvl6pPr>
            <a:lvl7pPr algn="l">
              <a:defRPr sz="1425" b="1">
                <a:solidFill>
                  <a:srgbClr val="C6F36B"/>
                </a:solidFill>
                <a:latin typeface="Arial"/>
                <a:ea typeface="Arial"/>
                <a:cs typeface="Arial"/>
              </a:defRPr>
            </a:lvl7pPr>
            <a:lvl8pPr algn="l">
              <a:defRPr sz="1425" b="1">
                <a:solidFill>
                  <a:srgbClr val="C6F36B"/>
                </a:solidFill>
                <a:latin typeface="Arial"/>
                <a:ea typeface="Arial"/>
                <a:cs typeface="Arial"/>
              </a:defRPr>
            </a:lvl8pPr>
            <a:lvl9pPr algn="l">
              <a:defRPr sz="1425" b="1">
                <a:solidFill>
                  <a:srgbClr val="C6F36B"/>
                </a:solidFill>
                <a:latin typeface="Arial"/>
                <a:ea typeface="Arial"/>
                <a:cs typeface="Arial"/>
              </a:defRPr>
            </a:lvl9pPr>
          </a:lstStyle>
          <a:p>
            <a:pPr algn="l">
              <a:defRPr sz="1425" b="1">
                <a:solidFill>
                  <a:srgbClr val="C6F36B"/>
                </a:solidFill>
                <a:latin typeface="Arial"/>
                <a:ea typeface="Arial"/>
                <a:cs typeface="Arial"/>
              </a:defRPr>
            </a:pPr>
            <a:r>
              <a:rPr sz="1425" b="1">
                <a:solidFill>
                  <a:srgbClr val="C6F36B"/>
                </a:solidFill>
                <a:latin typeface="Arial"/>
                <a:ea typeface="Arial"/>
                <a:cs typeface="Arial"/>
              </a:rPr>
              <a:t>01</a:t>
            </a:r>
          </a:p>
        </p:txBody>
      </p:sp>
      <p:sp>
        <p:nvSpPr>
          <p:cNvPr id="8" name="Rectangle 7">
            <a:extLst>
              <a:ext uri="{FF2B5EF4-FFF2-40B4-BE49-F238E27FC236}">
                <a16:creationId xmlns:a16="http://schemas.microsoft.com/office/drawing/2014/main" id="{5C4BA90F-8F75-4402-87CE-C664BAEBBECC}"/>
              </a:ext>
            </a:extLst>
          </p:cNvPr>
          <p:cNvSpPr>
            <a:spLocks noGrp="1"/>
          </p:cNvSpPr>
          <p:nvPr/>
        </p:nvSpPr>
        <p:spPr>
          <a:xfrm>
            <a:off x="1200150" y="2162175"/>
            <a:ext cx="1809750" cy="285750"/>
          </a:xfrm>
          <a:prstGeom prst="rect">
            <a:avLst/>
          </a:prstGeom>
          <a:noFill/>
          <a:ln w="0">
            <a:noFill/>
            <a:prstDash val="solid"/>
          </a:ln>
        </p:spPr>
        <p:txBody>
          <a:bodyPr wrap="square" lIns="0" tIns="0" rIns="0" bIns="0" anchor="ctr">
            <a:normAutofit/>
          </a:bodyPr>
          <a:lstStyle>
            <a:defPPr algn="l">
              <a:defRPr sz="1650" b="1">
                <a:solidFill>
                  <a:srgbClr val="10191A"/>
                </a:solidFill>
                <a:latin typeface="Arial"/>
                <a:ea typeface="Arial"/>
                <a:cs typeface="Arial"/>
              </a:defRPr>
            </a:defPPr>
            <a:lvl1pPr algn="l">
              <a:defRPr sz="1650" b="1">
                <a:solidFill>
                  <a:srgbClr val="10191A"/>
                </a:solidFill>
                <a:latin typeface="Arial"/>
                <a:ea typeface="Arial"/>
                <a:cs typeface="Arial"/>
              </a:defRPr>
            </a:lvl1pPr>
            <a:lvl2pPr algn="l">
              <a:defRPr sz="1650" b="1">
                <a:solidFill>
                  <a:srgbClr val="10191A"/>
                </a:solidFill>
                <a:latin typeface="Arial"/>
                <a:ea typeface="Arial"/>
                <a:cs typeface="Arial"/>
              </a:defRPr>
            </a:lvl2pPr>
            <a:lvl3pPr algn="l">
              <a:defRPr sz="1650" b="1">
                <a:solidFill>
                  <a:srgbClr val="10191A"/>
                </a:solidFill>
                <a:latin typeface="Arial"/>
                <a:ea typeface="Arial"/>
                <a:cs typeface="Arial"/>
              </a:defRPr>
            </a:lvl3pPr>
            <a:lvl4pPr algn="l">
              <a:defRPr sz="1650" b="1">
                <a:solidFill>
                  <a:srgbClr val="10191A"/>
                </a:solidFill>
                <a:latin typeface="Arial"/>
                <a:ea typeface="Arial"/>
                <a:cs typeface="Arial"/>
              </a:defRPr>
            </a:lvl4pPr>
            <a:lvl5pPr algn="l">
              <a:defRPr sz="1650" b="1">
                <a:solidFill>
                  <a:srgbClr val="10191A"/>
                </a:solidFill>
                <a:latin typeface="Arial"/>
                <a:ea typeface="Arial"/>
                <a:cs typeface="Arial"/>
              </a:defRPr>
            </a:lvl5pPr>
            <a:lvl6pPr algn="l">
              <a:defRPr sz="1650" b="1">
                <a:solidFill>
                  <a:srgbClr val="10191A"/>
                </a:solidFill>
                <a:latin typeface="Arial"/>
                <a:ea typeface="Arial"/>
                <a:cs typeface="Arial"/>
              </a:defRPr>
            </a:lvl6pPr>
            <a:lvl7pPr algn="l">
              <a:defRPr sz="1650" b="1">
                <a:solidFill>
                  <a:srgbClr val="10191A"/>
                </a:solidFill>
                <a:latin typeface="Arial"/>
                <a:ea typeface="Arial"/>
                <a:cs typeface="Arial"/>
              </a:defRPr>
            </a:lvl7pPr>
            <a:lvl8pPr algn="l">
              <a:defRPr sz="1650" b="1">
                <a:solidFill>
                  <a:srgbClr val="10191A"/>
                </a:solidFill>
                <a:latin typeface="Arial"/>
                <a:ea typeface="Arial"/>
                <a:cs typeface="Arial"/>
              </a:defRPr>
            </a:lvl8pPr>
            <a:lvl9pPr algn="l">
              <a:defRPr sz="1650" b="1">
                <a:solidFill>
                  <a:srgbClr val="10191A"/>
                </a:solidFill>
                <a:latin typeface="Arial"/>
                <a:ea typeface="Arial"/>
                <a:cs typeface="Arial"/>
              </a:defRPr>
            </a:lvl9pPr>
          </a:lstStyle>
          <a:p>
            <a:pPr algn="l">
              <a:defRPr sz="1650" b="1">
                <a:solidFill>
                  <a:srgbClr val="10191A"/>
                </a:solidFill>
                <a:latin typeface="Arial"/>
                <a:ea typeface="Arial"/>
                <a:cs typeface="Arial"/>
              </a:defRPr>
            </a:pPr>
            <a:r>
              <a:rPr sz="1650" b="1">
                <a:solidFill>
                  <a:srgbClr val="10191A"/>
                </a:solidFill>
                <a:latin typeface="Arial"/>
                <a:ea typeface="Arial"/>
                <a:cs typeface="Arial"/>
              </a:rPr>
              <a:t>Detect</a:t>
            </a:r>
          </a:p>
        </p:txBody>
      </p:sp>
      <p:sp>
        <p:nvSpPr>
          <p:cNvPr id="9" name="Rectangle 8">
            <a:extLst>
              <a:ext uri="{FF2B5EF4-FFF2-40B4-BE49-F238E27FC236}">
                <a16:creationId xmlns:a16="http://schemas.microsoft.com/office/drawing/2014/main" id="{E9C26252-D770-4EA7-A925-71619EF7495C}"/>
              </a:ext>
            </a:extLst>
          </p:cNvPr>
          <p:cNvSpPr>
            <a:spLocks noGrp="1"/>
          </p:cNvSpPr>
          <p:nvPr/>
        </p:nvSpPr>
        <p:spPr>
          <a:xfrm>
            <a:off x="3143250" y="2162175"/>
            <a:ext cx="7524750" cy="428625"/>
          </a:xfrm>
          <a:prstGeom prst="rect">
            <a:avLst/>
          </a:prstGeom>
          <a:noFill/>
          <a:ln w="0">
            <a:noFill/>
            <a:prstDash val="solid"/>
          </a:ln>
        </p:spPr>
        <p:txBody>
          <a:bodyPr wrap="square" lIns="0" tIns="0" rIns="0" bIns="0" anchor="ctr">
            <a:normAutofit/>
          </a:bodyPr>
          <a:lstStyle>
            <a:defPPr algn="l">
              <a:defRPr sz="1425" b="0">
                <a:solidFill>
                  <a:srgbClr val="243537"/>
                </a:solidFill>
                <a:latin typeface="Arial"/>
                <a:ea typeface="Arial"/>
                <a:cs typeface="Arial"/>
              </a:defRPr>
            </a:defPPr>
            <a:lvl1pPr algn="l">
              <a:defRPr sz="1425" b="0">
                <a:solidFill>
                  <a:srgbClr val="243537"/>
                </a:solidFill>
                <a:latin typeface="Arial"/>
                <a:ea typeface="Arial"/>
                <a:cs typeface="Arial"/>
              </a:defRPr>
            </a:lvl1pPr>
            <a:lvl2pPr algn="l">
              <a:defRPr sz="1425" b="0">
                <a:solidFill>
                  <a:srgbClr val="243537"/>
                </a:solidFill>
                <a:latin typeface="Arial"/>
                <a:ea typeface="Arial"/>
                <a:cs typeface="Arial"/>
              </a:defRPr>
            </a:lvl2pPr>
            <a:lvl3pPr algn="l">
              <a:defRPr sz="1425" b="0">
                <a:solidFill>
                  <a:srgbClr val="243537"/>
                </a:solidFill>
                <a:latin typeface="Arial"/>
                <a:ea typeface="Arial"/>
                <a:cs typeface="Arial"/>
              </a:defRPr>
            </a:lvl3pPr>
            <a:lvl4pPr algn="l">
              <a:defRPr sz="1425" b="0">
                <a:solidFill>
                  <a:srgbClr val="243537"/>
                </a:solidFill>
                <a:latin typeface="Arial"/>
                <a:ea typeface="Arial"/>
                <a:cs typeface="Arial"/>
              </a:defRPr>
            </a:lvl4pPr>
            <a:lvl5pPr algn="l">
              <a:defRPr sz="1425" b="0">
                <a:solidFill>
                  <a:srgbClr val="243537"/>
                </a:solidFill>
                <a:latin typeface="Arial"/>
                <a:ea typeface="Arial"/>
                <a:cs typeface="Arial"/>
              </a:defRPr>
            </a:lvl5pPr>
            <a:lvl6pPr algn="l">
              <a:defRPr sz="1425" b="0">
                <a:solidFill>
                  <a:srgbClr val="243537"/>
                </a:solidFill>
                <a:latin typeface="Arial"/>
                <a:ea typeface="Arial"/>
                <a:cs typeface="Arial"/>
              </a:defRPr>
            </a:lvl6pPr>
            <a:lvl7pPr algn="l">
              <a:defRPr sz="1425" b="0">
                <a:solidFill>
                  <a:srgbClr val="243537"/>
                </a:solidFill>
                <a:latin typeface="Arial"/>
                <a:ea typeface="Arial"/>
                <a:cs typeface="Arial"/>
              </a:defRPr>
            </a:lvl7pPr>
            <a:lvl8pPr algn="l">
              <a:defRPr sz="1425" b="0">
                <a:solidFill>
                  <a:srgbClr val="243537"/>
                </a:solidFill>
                <a:latin typeface="Arial"/>
                <a:ea typeface="Arial"/>
                <a:cs typeface="Arial"/>
              </a:defRPr>
            </a:lvl8pPr>
            <a:lvl9pPr algn="l">
              <a:defRPr sz="1425" b="0">
                <a:solidFill>
                  <a:srgbClr val="243537"/>
                </a:solidFill>
                <a:latin typeface="Arial"/>
                <a:ea typeface="Arial"/>
                <a:cs typeface="Arial"/>
              </a:defRPr>
            </a:lvl9pPr>
          </a:lstStyle>
          <a:p>
            <a:pPr algn="l">
              <a:defRPr sz="1425" b="0">
                <a:solidFill>
                  <a:srgbClr val="243537"/>
                </a:solidFill>
                <a:latin typeface="Arial"/>
                <a:ea typeface="Arial"/>
                <a:cs typeface="Arial"/>
              </a:defRPr>
            </a:pPr>
            <a:r>
              <a:rPr sz="1425" b="0">
                <a:solidFill>
                  <a:srgbClr val="243537"/>
                </a:solidFill>
                <a:latin typeface="Arial"/>
                <a:ea typeface="Arial"/>
                <a:cs typeface="Arial"/>
              </a:rPr>
              <a:t>10 construction-safety classes in images, video and camera frames</a:t>
            </a:r>
          </a:p>
        </p:txBody>
      </p:sp>
      <p:sp>
        <p:nvSpPr>
          <p:cNvPr id="10" name="Rectangle 9">
            <a:extLst>
              <a:ext uri="{FF2B5EF4-FFF2-40B4-BE49-F238E27FC236}">
                <a16:creationId xmlns:a16="http://schemas.microsoft.com/office/drawing/2014/main" id="{2E5C663B-70A2-4E84-BBEC-F7141126BE72}"/>
              </a:ext>
            </a:extLst>
          </p:cNvPr>
          <p:cNvSpPr>
            <a:spLocks noGrp="1"/>
          </p:cNvSpPr>
          <p:nvPr/>
        </p:nvSpPr>
        <p:spPr>
          <a:xfrm>
            <a:off x="666750" y="3057525"/>
            <a:ext cx="400050" cy="285750"/>
          </a:xfrm>
          <a:prstGeom prst="rect">
            <a:avLst/>
          </a:prstGeom>
          <a:noFill/>
          <a:ln w="0">
            <a:noFill/>
            <a:prstDash val="solid"/>
          </a:ln>
        </p:spPr>
        <p:txBody>
          <a:bodyPr wrap="square" lIns="0" tIns="0" rIns="0" bIns="0" anchor="ctr">
            <a:normAutofit/>
          </a:bodyPr>
          <a:lstStyle>
            <a:defPPr algn="l">
              <a:defRPr sz="1425" b="1">
                <a:solidFill>
                  <a:srgbClr val="C6F36B"/>
                </a:solidFill>
                <a:latin typeface="Arial"/>
                <a:ea typeface="Arial"/>
                <a:cs typeface="Arial"/>
              </a:defRPr>
            </a:defPPr>
            <a:lvl1pPr algn="l">
              <a:defRPr sz="1425" b="1">
                <a:solidFill>
                  <a:srgbClr val="C6F36B"/>
                </a:solidFill>
                <a:latin typeface="Arial"/>
                <a:ea typeface="Arial"/>
                <a:cs typeface="Arial"/>
              </a:defRPr>
            </a:lvl1pPr>
            <a:lvl2pPr algn="l">
              <a:defRPr sz="1425" b="1">
                <a:solidFill>
                  <a:srgbClr val="C6F36B"/>
                </a:solidFill>
                <a:latin typeface="Arial"/>
                <a:ea typeface="Arial"/>
                <a:cs typeface="Arial"/>
              </a:defRPr>
            </a:lvl2pPr>
            <a:lvl3pPr algn="l">
              <a:defRPr sz="1425" b="1">
                <a:solidFill>
                  <a:srgbClr val="C6F36B"/>
                </a:solidFill>
                <a:latin typeface="Arial"/>
                <a:ea typeface="Arial"/>
                <a:cs typeface="Arial"/>
              </a:defRPr>
            </a:lvl3pPr>
            <a:lvl4pPr algn="l">
              <a:defRPr sz="1425" b="1">
                <a:solidFill>
                  <a:srgbClr val="C6F36B"/>
                </a:solidFill>
                <a:latin typeface="Arial"/>
                <a:ea typeface="Arial"/>
                <a:cs typeface="Arial"/>
              </a:defRPr>
            </a:lvl4pPr>
            <a:lvl5pPr algn="l">
              <a:defRPr sz="1425" b="1">
                <a:solidFill>
                  <a:srgbClr val="C6F36B"/>
                </a:solidFill>
                <a:latin typeface="Arial"/>
                <a:ea typeface="Arial"/>
                <a:cs typeface="Arial"/>
              </a:defRPr>
            </a:lvl5pPr>
            <a:lvl6pPr algn="l">
              <a:defRPr sz="1425" b="1">
                <a:solidFill>
                  <a:srgbClr val="C6F36B"/>
                </a:solidFill>
                <a:latin typeface="Arial"/>
                <a:ea typeface="Arial"/>
                <a:cs typeface="Arial"/>
              </a:defRPr>
            </a:lvl6pPr>
            <a:lvl7pPr algn="l">
              <a:defRPr sz="1425" b="1">
                <a:solidFill>
                  <a:srgbClr val="C6F36B"/>
                </a:solidFill>
                <a:latin typeface="Arial"/>
                <a:ea typeface="Arial"/>
                <a:cs typeface="Arial"/>
              </a:defRPr>
            </a:lvl7pPr>
            <a:lvl8pPr algn="l">
              <a:defRPr sz="1425" b="1">
                <a:solidFill>
                  <a:srgbClr val="C6F36B"/>
                </a:solidFill>
                <a:latin typeface="Arial"/>
                <a:ea typeface="Arial"/>
                <a:cs typeface="Arial"/>
              </a:defRPr>
            </a:lvl8pPr>
            <a:lvl9pPr algn="l">
              <a:defRPr sz="1425" b="1">
                <a:solidFill>
                  <a:srgbClr val="C6F36B"/>
                </a:solidFill>
                <a:latin typeface="Arial"/>
                <a:ea typeface="Arial"/>
                <a:cs typeface="Arial"/>
              </a:defRPr>
            </a:lvl9pPr>
          </a:lstStyle>
          <a:p>
            <a:pPr algn="l">
              <a:defRPr sz="1425" b="1">
                <a:solidFill>
                  <a:srgbClr val="C6F36B"/>
                </a:solidFill>
                <a:latin typeface="Arial"/>
                <a:ea typeface="Arial"/>
                <a:cs typeface="Arial"/>
              </a:defRPr>
            </a:pPr>
            <a:r>
              <a:rPr sz="1425" b="1">
                <a:solidFill>
                  <a:srgbClr val="C6F36B"/>
                </a:solidFill>
                <a:latin typeface="Arial"/>
                <a:ea typeface="Arial"/>
                <a:cs typeface="Arial"/>
              </a:rPr>
              <a:t>02</a:t>
            </a:r>
          </a:p>
        </p:txBody>
      </p:sp>
      <p:sp>
        <p:nvSpPr>
          <p:cNvPr id="11" name="Rectangle 10">
            <a:extLst>
              <a:ext uri="{FF2B5EF4-FFF2-40B4-BE49-F238E27FC236}">
                <a16:creationId xmlns:a16="http://schemas.microsoft.com/office/drawing/2014/main" id="{6F4348F7-ACD9-4A39-B094-6D38602898B4}"/>
              </a:ext>
            </a:extLst>
          </p:cNvPr>
          <p:cNvSpPr>
            <a:spLocks noGrp="1"/>
          </p:cNvSpPr>
          <p:nvPr/>
        </p:nvSpPr>
        <p:spPr>
          <a:xfrm>
            <a:off x="1200150" y="3057525"/>
            <a:ext cx="1809750" cy="285750"/>
          </a:xfrm>
          <a:prstGeom prst="rect">
            <a:avLst/>
          </a:prstGeom>
          <a:noFill/>
          <a:ln w="0">
            <a:noFill/>
            <a:prstDash val="solid"/>
          </a:ln>
        </p:spPr>
        <p:txBody>
          <a:bodyPr wrap="square" lIns="0" tIns="0" rIns="0" bIns="0" anchor="ctr">
            <a:normAutofit/>
          </a:bodyPr>
          <a:lstStyle>
            <a:defPPr algn="l">
              <a:defRPr sz="1650" b="1">
                <a:solidFill>
                  <a:srgbClr val="10191A"/>
                </a:solidFill>
                <a:latin typeface="Arial"/>
                <a:ea typeface="Arial"/>
                <a:cs typeface="Arial"/>
              </a:defRPr>
            </a:defPPr>
            <a:lvl1pPr algn="l">
              <a:defRPr sz="1650" b="1">
                <a:solidFill>
                  <a:srgbClr val="10191A"/>
                </a:solidFill>
                <a:latin typeface="Arial"/>
                <a:ea typeface="Arial"/>
                <a:cs typeface="Arial"/>
              </a:defRPr>
            </a:lvl1pPr>
            <a:lvl2pPr algn="l">
              <a:defRPr sz="1650" b="1">
                <a:solidFill>
                  <a:srgbClr val="10191A"/>
                </a:solidFill>
                <a:latin typeface="Arial"/>
                <a:ea typeface="Arial"/>
                <a:cs typeface="Arial"/>
              </a:defRPr>
            </a:lvl2pPr>
            <a:lvl3pPr algn="l">
              <a:defRPr sz="1650" b="1">
                <a:solidFill>
                  <a:srgbClr val="10191A"/>
                </a:solidFill>
                <a:latin typeface="Arial"/>
                <a:ea typeface="Arial"/>
                <a:cs typeface="Arial"/>
              </a:defRPr>
            </a:lvl3pPr>
            <a:lvl4pPr algn="l">
              <a:defRPr sz="1650" b="1">
                <a:solidFill>
                  <a:srgbClr val="10191A"/>
                </a:solidFill>
                <a:latin typeface="Arial"/>
                <a:ea typeface="Arial"/>
                <a:cs typeface="Arial"/>
              </a:defRPr>
            </a:lvl4pPr>
            <a:lvl5pPr algn="l">
              <a:defRPr sz="1650" b="1">
                <a:solidFill>
                  <a:srgbClr val="10191A"/>
                </a:solidFill>
                <a:latin typeface="Arial"/>
                <a:ea typeface="Arial"/>
                <a:cs typeface="Arial"/>
              </a:defRPr>
            </a:lvl5pPr>
            <a:lvl6pPr algn="l">
              <a:defRPr sz="1650" b="1">
                <a:solidFill>
                  <a:srgbClr val="10191A"/>
                </a:solidFill>
                <a:latin typeface="Arial"/>
                <a:ea typeface="Arial"/>
                <a:cs typeface="Arial"/>
              </a:defRPr>
            </a:lvl6pPr>
            <a:lvl7pPr algn="l">
              <a:defRPr sz="1650" b="1">
                <a:solidFill>
                  <a:srgbClr val="10191A"/>
                </a:solidFill>
                <a:latin typeface="Arial"/>
                <a:ea typeface="Arial"/>
                <a:cs typeface="Arial"/>
              </a:defRPr>
            </a:lvl7pPr>
            <a:lvl8pPr algn="l">
              <a:defRPr sz="1650" b="1">
                <a:solidFill>
                  <a:srgbClr val="10191A"/>
                </a:solidFill>
                <a:latin typeface="Arial"/>
                <a:ea typeface="Arial"/>
                <a:cs typeface="Arial"/>
              </a:defRPr>
            </a:lvl8pPr>
            <a:lvl9pPr algn="l">
              <a:defRPr sz="1650" b="1">
                <a:solidFill>
                  <a:srgbClr val="10191A"/>
                </a:solidFill>
                <a:latin typeface="Arial"/>
                <a:ea typeface="Arial"/>
                <a:cs typeface="Arial"/>
              </a:defRPr>
            </a:lvl9pPr>
          </a:lstStyle>
          <a:p>
            <a:pPr algn="l">
              <a:defRPr sz="1650" b="1">
                <a:solidFill>
                  <a:srgbClr val="10191A"/>
                </a:solidFill>
                <a:latin typeface="Arial"/>
                <a:ea typeface="Arial"/>
                <a:cs typeface="Arial"/>
              </a:defRPr>
            </a:pPr>
            <a:r>
              <a:rPr sz="1650" b="1">
                <a:solidFill>
                  <a:srgbClr val="10191A"/>
                </a:solidFill>
                <a:latin typeface="Arial"/>
                <a:ea typeface="Arial"/>
                <a:cs typeface="Arial"/>
              </a:rPr>
              <a:t>Associate</a:t>
            </a:r>
          </a:p>
        </p:txBody>
      </p:sp>
      <p:sp>
        <p:nvSpPr>
          <p:cNvPr id="12" name="Rectangle 11">
            <a:extLst>
              <a:ext uri="{FF2B5EF4-FFF2-40B4-BE49-F238E27FC236}">
                <a16:creationId xmlns:a16="http://schemas.microsoft.com/office/drawing/2014/main" id="{CF3EBD0F-28DE-4FF8-BB4D-B071477B864C}"/>
              </a:ext>
            </a:extLst>
          </p:cNvPr>
          <p:cNvSpPr>
            <a:spLocks noGrp="1"/>
          </p:cNvSpPr>
          <p:nvPr/>
        </p:nvSpPr>
        <p:spPr>
          <a:xfrm>
            <a:off x="3143250" y="3057525"/>
            <a:ext cx="7524750" cy="428625"/>
          </a:xfrm>
          <a:prstGeom prst="rect">
            <a:avLst/>
          </a:prstGeom>
          <a:noFill/>
          <a:ln w="0">
            <a:noFill/>
            <a:prstDash val="solid"/>
          </a:ln>
        </p:spPr>
        <p:txBody>
          <a:bodyPr wrap="square" lIns="0" tIns="0" rIns="0" bIns="0" anchor="ctr">
            <a:normAutofit/>
          </a:bodyPr>
          <a:lstStyle>
            <a:defPPr algn="l">
              <a:defRPr sz="1425" b="0">
                <a:solidFill>
                  <a:srgbClr val="243537"/>
                </a:solidFill>
                <a:latin typeface="Arial"/>
                <a:ea typeface="Arial"/>
                <a:cs typeface="Arial"/>
              </a:defRPr>
            </a:defPPr>
            <a:lvl1pPr algn="l">
              <a:defRPr sz="1425" b="0">
                <a:solidFill>
                  <a:srgbClr val="243537"/>
                </a:solidFill>
                <a:latin typeface="Arial"/>
                <a:ea typeface="Arial"/>
                <a:cs typeface="Arial"/>
              </a:defRPr>
            </a:lvl1pPr>
            <a:lvl2pPr algn="l">
              <a:defRPr sz="1425" b="0">
                <a:solidFill>
                  <a:srgbClr val="243537"/>
                </a:solidFill>
                <a:latin typeface="Arial"/>
                <a:ea typeface="Arial"/>
                <a:cs typeface="Arial"/>
              </a:defRPr>
            </a:lvl2pPr>
            <a:lvl3pPr algn="l">
              <a:defRPr sz="1425" b="0">
                <a:solidFill>
                  <a:srgbClr val="243537"/>
                </a:solidFill>
                <a:latin typeface="Arial"/>
                <a:ea typeface="Arial"/>
                <a:cs typeface="Arial"/>
              </a:defRPr>
            </a:lvl3pPr>
            <a:lvl4pPr algn="l">
              <a:defRPr sz="1425" b="0">
                <a:solidFill>
                  <a:srgbClr val="243537"/>
                </a:solidFill>
                <a:latin typeface="Arial"/>
                <a:ea typeface="Arial"/>
                <a:cs typeface="Arial"/>
              </a:defRPr>
            </a:lvl4pPr>
            <a:lvl5pPr algn="l">
              <a:defRPr sz="1425" b="0">
                <a:solidFill>
                  <a:srgbClr val="243537"/>
                </a:solidFill>
                <a:latin typeface="Arial"/>
                <a:ea typeface="Arial"/>
                <a:cs typeface="Arial"/>
              </a:defRPr>
            </a:lvl5pPr>
            <a:lvl6pPr algn="l">
              <a:defRPr sz="1425" b="0">
                <a:solidFill>
                  <a:srgbClr val="243537"/>
                </a:solidFill>
                <a:latin typeface="Arial"/>
                <a:ea typeface="Arial"/>
                <a:cs typeface="Arial"/>
              </a:defRPr>
            </a:lvl6pPr>
            <a:lvl7pPr algn="l">
              <a:defRPr sz="1425" b="0">
                <a:solidFill>
                  <a:srgbClr val="243537"/>
                </a:solidFill>
                <a:latin typeface="Arial"/>
                <a:ea typeface="Arial"/>
                <a:cs typeface="Arial"/>
              </a:defRPr>
            </a:lvl7pPr>
            <a:lvl8pPr algn="l">
              <a:defRPr sz="1425" b="0">
                <a:solidFill>
                  <a:srgbClr val="243537"/>
                </a:solidFill>
                <a:latin typeface="Arial"/>
                <a:ea typeface="Arial"/>
                <a:cs typeface="Arial"/>
              </a:defRPr>
            </a:lvl8pPr>
            <a:lvl9pPr algn="l">
              <a:defRPr sz="1425" b="0">
                <a:solidFill>
                  <a:srgbClr val="243537"/>
                </a:solidFill>
                <a:latin typeface="Arial"/>
                <a:ea typeface="Arial"/>
                <a:cs typeface="Arial"/>
              </a:defRPr>
            </a:lvl9pPr>
          </a:lstStyle>
          <a:p>
            <a:pPr algn="l">
              <a:defRPr sz="1425" b="0">
                <a:solidFill>
                  <a:srgbClr val="243537"/>
                </a:solidFill>
                <a:latin typeface="Arial"/>
                <a:ea typeface="Arial"/>
                <a:cs typeface="Arial"/>
              </a:defRPr>
            </a:pPr>
            <a:r>
              <a:rPr sz="1425" b="0">
                <a:solidFill>
                  <a:srgbClr val="243537"/>
                </a:solidFill>
                <a:latin typeface="Arial"/>
                <a:ea typeface="Arial"/>
                <a:cs typeface="Arial"/>
              </a:rPr>
              <a:t>Person tracks with nearby PPE detections using spatial rules</a:t>
            </a:r>
          </a:p>
        </p:txBody>
      </p:sp>
      <p:sp>
        <p:nvSpPr>
          <p:cNvPr id="13" name="Rectangle 12">
            <a:extLst>
              <a:ext uri="{FF2B5EF4-FFF2-40B4-BE49-F238E27FC236}">
                <a16:creationId xmlns:a16="http://schemas.microsoft.com/office/drawing/2014/main" id="{D675ACBF-C0F0-4860-ACFF-E8725D6B231E}"/>
              </a:ext>
            </a:extLst>
          </p:cNvPr>
          <p:cNvSpPr>
            <a:spLocks noGrp="1"/>
          </p:cNvSpPr>
          <p:nvPr/>
        </p:nvSpPr>
        <p:spPr>
          <a:xfrm>
            <a:off x="666750" y="3952875"/>
            <a:ext cx="400050" cy="285750"/>
          </a:xfrm>
          <a:prstGeom prst="rect">
            <a:avLst/>
          </a:prstGeom>
          <a:noFill/>
          <a:ln w="0">
            <a:noFill/>
            <a:prstDash val="solid"/>
          </a:ln>
        </p:spPr>
        <p:txBody>
          <a:bodyPr wrap="square" lIns="0" tIns="0" rIns="0" bIns="0" anchor="ctr">
            <a:normAutofit/>
          </a:bodyPr>
          <a:lstStyle>
            <a:defPPr algn="l">
              <a:defRPr sz="1425" b="1">
                <a:solidFill>
                  <a:srgbClr val="C6F36B"/>
                </a:solidFill>
                <a:latin typeface="Arial"/>
                <a:ea typeface="Arial"/>
                <a:cs typeface="Arial"/>
              </a:defRPr>
            </a:defPPr>
            <a:lvl1pPr algn="l">
              <a:defRPr sz="1425" b="1">
                <a:solidFill>
                  <a:srgbClr val="C6F36B"/>
                </a:solidFill>
                <a:latin typeface="Arial"/>
                <a:ea typeface="Arial"/>
                <a:cs typeface="Arial"/>
              </a:defRPr>
            </a:lvl1pPr>
            <a:lvl2pPr algn="l">
              <a:defRPr sz="1425" b="1">
                <a:solidFill>
                  <a:srgbClr val="C6F36B"/>
                </a:solidFill>
                <a:latin typeface="Arial"/>
                <a:ea typeface="Arial"/>
                <a:cs typeface="Arial"/>
              </a:defRPr>
            </a:lvl2pPr>
            <a:lvl3pPr algn="l">
              <a:defRPr sz="1425" b="1">
                <a:solidFill>
                  <a:srgbClr val="C6F36B"/>
                </a:solidFill>
                <a:latin typeface="Arial"/>
                <a:ea typeface="Arial"/>
                <a:cs typeface="Arial"/>
              </a:defRPr>
            </a:lvl3pPr>
            <a:lvl4pPr algn="l">
              <a:defRPr sz="1425" b="1">
                <a:solidFill>
                  <a:srgbClr val="C6F36B"/>
                </a:solidFill>
                <a:latin typeface="Arial"/>
                <a:ea typeface="Arial"/>
                <a:cs typeface="Arial"/>
              </a:defRPr>
            </a:lvl4pPr>
            <a:lvl5pPr algn="l">
              <a:defRPr sz="1425" b="1">
                <a:solidFill>
                  <a:srgbClr val="C6F36B"/>
                </a:solidFill>
                <a:latin typeface="Arial"/>
                <a:ea typeface="Arial"/>
                <a:cs typeface="Arial"/>
              </a:defRPr>
            </a:lvl5pPr>
            <a:lvl6pPr algn="l">
              <a:defRPr sz="1425" b="1">
                <a:solidFill>
                  <a:srgbClr val="C6F36B"/>
                </a:solidFill>
                <a:latin typeface="Arial"/>
                <a:ea typeface="Arial"/>
                <a:cs typeface="Arial"/>
              </a:defRPr>
            </a:lvl6pPr>
            <a:lvl7pPr algn="l">
              <a:defRPr sz="1425" b="1">
                <a:solidFill>
                  <a:srgbClr val="C6F36B"/>
                </a:solidFill>
                <a:latin typeface="Arial"/>
                <a:ea typeface="Arial"/>
                <a:cs typeface="Arial"/>
              </a:defRPr>
            </a:lvl7pPr>
            <a:lvl8pPr algn="l">
              <a:defRPr sz="1425" b="1">
                <a:solidFill>
                  <a:srgbClr val="C6F36B"/>
                </a:solidFill>
                <a:latin typeface="Arial"/>
                <a:ea typeface="Arial"/>
                <a:cs typeface="Arial"/>
              </a:defRPr>
            </a:lvl8pPr>
            <a:lvl9pPr algn="l">
              <a:defRPr sz="1425" b="1">
                <a:solidFill>
                  <a:srgbClr val="C6F36B"/>
                </a:solidFill>
                <a:latin typeface="Arial"/>
                <a:ea typeface="Arial"/>
                <a:cs typeface="Arial"/>
              </a:defRPr>
            </a:lvl9pPr>
          </a:lstStyle>
          <a:p>
            <a:pPr algn="l">
              <a:defRPr sz="1425" b="1">
                <a:solidFill>
                  <a:srgbClr val="C6F36B"/>
                </a:solidFill>
                <a:latin typeface="Arial"/>
                <a:ea typeface="Arial"/>
                <a:cs typeface="Arial"/>
              </a:defRPr>
            </a:pPr>
            <a:r>
              <a:rPr sz="1425" b="1">
                <a:solidFill>
                  <a:srgbClr val="C6F36B"/>
                </a:solidFill>
                <a:latin typeface="Arial"/>
                <a:ea typeface="Arial"/>
                <a:cs typeface="Arial"/>
              </a:rPr>
              <a:t>03</a:t>
            </a:r>
          </a:p>
        </p:txBody>
      </p:sp>
      <p:sp>
        <p:nvSpPr>
          <p:cNvPr id="14" name="Rectangle 13">
            <a:extLst>
              <a:ext uri="{FF2B5EF4-FFF2-40B4-BE49-F238E27FC236}">
                <a16:creationId xmlns:a16="http://schemas.microsoft.com/office/drawing/2014/main" id="{1088F562-CFDB-4AB8-B878-58AAF91B49CC}"/>
              </a:ext>
            </a:extLst>
          </p:cNvPr>
          <p:cNvSpPr>
            <a:spLocks noGrp="1"/>
          </p:cNvSpPr>
          <p:nvPr/>
        </p:nvSpPr>
        <p:spPr>
          <a:xfrm>
            <a:off x="1200150" y="3952875"/>
            <a:ext cx="1809750" cy="285750"/>
          </a:xfrm>
          <a:prstGeom prst="rect">
            <a:avLst/>
          </a:prstGeom>
          <a:noFill/>
          <a:ln w="0">
            <a:noFill/>
            <a:prstDash val="solid"/>
          </a:ln>
        </p:spPr>
        <p:txBody>
          <a:bodyPr wrap="square" lIns="0" tIns="0" rIns="0" bIns="0" anchor="ctr">
            <a:normAutofit/>
          </a:bodyPr>
          <a:lstStyle>
            <a:defPPr algn="l">
              <a:defRPr sz="1650" b="1">
                <a:solidFill>
                  <a:srgbClr val="10191A"/>
                </a:solidFill>
                <a:latin typeface="Arial"/>
                <a:ea typeface="Arial"/>
                <a:cs typeface="Arial"/>
              </a:defRPr>
            </a:defPPr>
            <a:lvl1pPr algn="l">
              <a:defRPr sz="1650" b="1">
                <a:solidFill>
                  <a:srgbClr val="10191A"/>
                </a:solidFill>
                <a:latin typeface="Arial"/>
                <a:ea typeface="Arial"/>
                <a:cs typeface="Arial"/>
              </a:defRPr>
            </a:lvl1pPr>
            <a:lvl2pPr algn="l">
              <a:defRPr sz="1650" b="1">
                <a:solidFill>
                  <a:srgbClr val="10191A"/>
                </a:solidFill>
                <a:latin typeface="Arial"/>
                <a:ea typeface="Arial"/>
                <a:cs typeface="Arial"/>
              </a:defRPr>
            </a:lvl2pPr>
            <a:lvl3pPr algn="l">
              <a:defRPr sz="1650" b="1">
                <a:solidFill>
                  <a:srgbClr val="10191A"/>
                </a:solidFill>
                <a:latin typeface="Arial"/>
                <a:ea typeface="Arial"/>
                <a:cs typeface="Arial"/>
              </a:defRPr>
            </a:lvl3pPr>
            <a:lvl4pPr algn="l">
              <a:defRPr sz="1650" b="1">
                <a:solidFill>
                  <a:srgbClr val="10191A"/>
                </a:solidFill>
                <a:latin typeface="Arial"/>
                <a:ea typeface="Arial"/>
                <a:cs typeface="Arial"/>
              </a:defRPr>
            </a:lvl4pPr>
            <a:lvl5pPr algn="l">
              <a:defRPr sz="1650" b="1">
                <a:solidFill>
                  <a:srgbClr val="10191A"/>
                </a:solidFill>
                <a:latin typeface="Arial"/>
                <a:ea typeface="Arial"/>
                <a:cs typeface="Arial"/>
              </a:defRPr>
            </a:lvl5pPr>
            <a:lvl6pPr algn="l">
              <a:defRPr sz="1650" b="1">
                <a:solidFill>
                  <a:srgbClr val="10191A"/>
                </a:solidFill>
                <a:latin typeface="Arial"/>
                <a:ea typeface="Arial"/>
                <a:cs typeface="Arial"/>
              </a:defRPr>
            </a:lvl6pPr>
            <a:lvl7pPr algn="l">
              <a:defRPr sz="1650" b="1">
                <a:solidFill>
                  <a:srgbClr val="10191A"/>
                </a:solidFill>
                <a:latin typeface="Arial"/>
                <a:ea typeface="Arial"/>
                <a:cs typeface="Arial"/>
              </a:defRPr>
            </a:lvl7pPr>
            <a:lvl8pPr algn="l">
              <a:defRPr sz="1650" b="1">
                <a:solidFill>
                  <a:srgbClr val="10191A"/>
                </a:solidFill>
                <a:latin typeface="Arial"/>
                <a:ea typeface="Arial"/>
                <a:cs typeface="Arial"/>
              </a:defRPr>
            </a:lvl8pPr>
            <a:lvl9pPr algn="l">
              <a:defRPr sz="1650" b="1">
                <a:solidFill>
                  <a:srgbClr val="10191A"/>
                </a:solidFill>
                <a:latin typeface="Arial"/>
                <a:ea typeface="Arial"/>
                <a:cs typeface="Arial"/>
              </a:defRPr>
            </a:lvl9pPr>
          </a:lstStyle>
          <a:p>
            <a:pPr algn="l">
              <a:defRPr sz="1650" b="1">
                <a:solidFill>
                  <a:srgbClr val="10191A"/>
                </a:solidFill>
                <a:latin typeface="Arial"/>
                <a:ea typeface="Arial"/>
                <a:cs typeface="Arial"/>
              </a:defRPr>
            </a:pPr>
            <a:r>
              <a:rPr sz="1650" b="1">
                <a:solidFill>
                  <a:srgbClr val="10191A"/>
                </a:solidFill>
                <a:latin typeface="Arial"/>
                <a:ea typeface="Arial"/>
                <a:cs typeface="Arial"/>
              </a:rPr>
              <a:t>Monitor</a:t>
            </a:r>
          </a:p>
        </p:txBody>
      </p:sp>
      <p:sp>
        <p:nvSpPr>
          <p:cNvPr id="15" name="Rectangle 14">
            <a:extLst>
              <a:ext uri="{FF2B5EF4-FFF2-40B4-BE49-F238E27FC236}">
                <a16:creationId xmlns:a16="http://schemas.microsoft.com/office/drawing/2014/main" id="{9CE5B0EA-BF9A-43A1-9D52-E82A04521E8C}"/>
              </a:ext>
            </a:extLst>
          </p:cNvPr>
          <p:cNvSpPr>
            <a:spLocks noGrp="1"/>
          </p:cNvSpPr>
          <p:nvPr/>
        </p:nvSpPr>
        <p:spPr>
          <a:xfrm>
            <a:off x="3143250" y="3952875"/>
            <a:ext cx="7524750" cy="428625"/>
          </a:xfrm>
          <a:prstGeom prst="rect">
            <a:avLst/>
          </a:prstGeom>
          <a:noFill/>
          <a:ln w="0">
            <a:noFill/>
            <a:prstDash val="solid"/>
          </a:ln>
        </p:spPr>
        <p:txBody>
          <a:bodyPr wrap="square" lIns="0" tIns="0" rIns="0" bIns="0" anchor="ctr">
            <a:normAutofit/>
          </a:bodyPr>
          <a:lstStyle>
            <a:defPPr algn="l">
              <a:defRPr sz="1425" b="0">
                <a:solidFill>
                  <a:srgbClr val="243537"/>
                </a:solidFill>
                <a:latin typeface="Arial"/>
                <a:ea typeface="Arial"/>
                <a:cs typeface="Arial"/>
              </a:defRPr>
            </a:defPPr>
            <a:lvl1pPr algn="l">
              <a:defRPr sz="1425" b="0">
                <a:solidFill>
                  <a:srgbClr val="243537"/>
                </a:solidFill>
                <a:latin typeface="Arial"/>
                <a:ea typeface="Arial"/>
                <a:cs typeface="Arial"/>
              </a:defRPr>
            </a:lvl1pPr>
            <a:lvl2pPr algn="l">
              <a:defRPr sz="1425" b="0">
                <a:solidFill>
                  <a:srgbClr val="243537"/>
                </a:solidFill>
                <a:latin typeface="Arial"/>
                <a:ea typeface="Arial"/>
                <a:cs typeface="Arial"/>
              </a:defRPr>
            </a:lvl2pPr>
            <a:lvl3pPr algn="l">
              <a:defRPr sz="1425" b="0">
                <a:solidFill>
                  <a:srgbClr val="243537"/>
                </a:solidFill>
                <a:latin typeface="Arial"/>
                <a:ea typeface="Arial"/>
                <a:cs typeface="Arial"/>
              </a:defRPr>
            </a:lvl3pPr>
            <a:lvl4pPr algn="l">
              <a:defRPr sz="1425" b="0">
                <a:solidFill>
                  <a:srgbClr val="243537"/>
                </a:solidFill>
                <a:latin typeface="Arial"/>
                <a:ea typeface="Arial"/>
                <a:cs typeface="Arial"/>
              </a:defRPr>
            </a:lvl4pPr>
            <a:lvl5pPr algn="l">
              <a:defRPr sz="1425" b="0">
                <a:solidFill>
                  <a:srgbClr val="243537"/>
                </a:solidFill>
                <a:latin typeface="Arial"/>
                <a:ea typeface="Arial"/>
                <a:cs typeface="Arial"/>
              </a:defRPr>
            </a:lvl5pPr>
            <a:lvl6pPr algn="l">
              <a:defRPr sz="1425" b="0">
                <a:solidFill>
                  <a:srgbClr val="243537"/>
                </a:solidFill>
                <a:latin typeface="Arial"/>
                <a:ea typeface="Arial"/>
                <a:cs typeface="Arial"/>
              </a:defRPr>
            </a:lvl6pPr>
            <a:lvl7pPr algn="l">
              <a:defRPr sz="1425" b="0">
                <a:solidFill>
                  <a:srgbClr val="243537"/>
                </a:solidFill>
                <a:latin typeface="Arial"/>
                <a:ea typeface="Arial"/>
                <a:cs typeface="Arial"/>
              </a:defRPr>
            </a:lvl7pPr>
            <a:lvl8pPr algn="l">
              <a:defRPr sz="1425" b="0">
                <a:solidFill>
                  <a:srgbClr val="243537"/>
                </a:solidFill>
                <a:latin typeface="Arial"/>
                <a:ea typeface="Arial"/>
                <a:cs typeface="Arial"/>
              </a:defRPr>
            </a:lvl8pPr>
            <a:lvl9pPr algn="l">
              <a:defRPr sz="1425" b="0">
                <a:solidFill>
                  <a:srgbClr val="243537"/>
                </a:solidFill>
                <a:latin typeface="Arial"/>
                <a:ea typeface="Arial"/>
                <a:cs typeface="Arial"/>
              </a:defRPr>
            </a:lvl9pPr>
          </a:lstStyle>
          <a:p>
            <a:pPr algn="l">
              <a:defRPr sz="1425" b="0">
                <a:solidFill>
                  <a:srgbClr val="243537"/>
                </a:solidFill>
                <a:latin typeface="Arial"/>
                <a:ea typeface="Arial"/>
                <a:cs typeface="Arial"/>
              </a:defRPr>
            </a:pPr>
            <a:r>
              <a:rPr sz="1425" b="0">
                <a:solidFill>
                  <a:srgbClr val="243537"/>
                </a:solidFill>
                <a:latin typeface="Arial"/>
                <a:ea typeface="Arial"/>
                <a:cs typeface="Arial"/>
              </a:rPr>
              <a:t>Saved zones, dwell time and configurable site closing time</a:t>
            </a:r>
          </a:p>
        </p:txBody>
      </p:sp>
      <p:sp>
        <p:nvSpPr>
          <p:cNvPr id="16" name="Rectangle 15">
            <a:extLst>
              <a:ext uri="{FF2B5EF4-FFF2-40B4-BE49-F238E27FC236}">
                <a16:creationId xmlns:a16="http://schemas.microsoft.com/office/drawing/2014/main" id="{857CCB7F-F45E-415C-B736-566F14344886}"/>
              </a:ext>
            </a:extLst>
          </p:cNvPr>
          <p:cNvSpPr>
            <a:spLocks noGrp="1"/>
          </p:cNvSpPr>
          <p:nvPr/>
        </p:nvSpPr>
        <p:spPr>
          <a:xfrm>
            <a:off x="666750" y="4848225"/>
            <a:ext cx="400050" cy="285750"/>
          </a:xfrm>
          <a:prstGeom prst="rect">
            <a:avLst/>
          </a:prstGeom>
          <a:noFill/>
          <a:ln w="0">
            <a:noFill/>
            <a:prstDash val="solid"/>
          </a:ln>
        </p:spPr>
        <p:txBody>
          <a:bodyPr wrap="square" lIns="0" tIns="0" rIns="0" bIns="0" anchor="ctr">
            <a:normAutofit/>
          </a:bodyPr>
          <a:lstStyle>
            <a:defPPr algn="l">
              <a:defRPr sz="1425" b="1">
                <a:solidFill>
                  <a:srgbClr val="C6F36B"/>
                </a:solidFill>
                <a:latin typeface="Arial"/>
                <a:ea typeface="Arial"/>
                <a:cs typeface="Arial"/>
              </a:defRPr>
            </a:defPPr>
            <a:lvl1pPr algn="l">
              <a:defRPr sz="1425" b="1">
                <a:solidFill>
                  <a:srgbClr val="C6F36B"/>
                </a:solidFill>
                <a:latin typeface="Arial"/>
                <a:ea typeface="Arial"/>
                <a:cs typeface="Arial"/>
              </a:defRPr>
            </a:lvl1pPr>
            <a:lvl2pPr algn="l">
              <a:defRPr sz="1425" b="1">
                <a:solidFill>
                  <a:srgbClr val="C6F36B"/>
                </a:solidFill>
                <a:latin typeface="Arial"/>
                <a:ea typeface="Arial"/>
                <a:cs typeface="Arial"/>
              </a:defRPr>
            </a:lvl2pPr>
            <a:lvl3pPr algn="l">
              <a:defRPr sz="1425" b="1">
                <a:solidFill>
                  <a:srgbClr val="C6F36B"/>
                </a:solidFill>
                <a:latin typeface="Arial"/>
                <a:ea typeface="Arial"/>
                <a:cs typeface="Arial"/>
              </a:defRPr>
            </a:lvl3pPr>
            <a:lvl4pPr algn="l">
              <a:defRPr sz="1425" b="1">
                <a:solidFill>
                  <a:srgbClr val="C6F36B"/>
                </a:solidFill>
                <a:latin typeface="Arial"/>
                <a:ea typeface="Arial"/>
                <a:cs typeface="Arial"/>
              </a:defRPr>
            </a:lvl4pPr>
            <a:lvl5pPr algn="l">
              <a:defRPr sz="1425" b="1">
                <a:solidFill>
                  <a:srgbClr val="C6F36B"/>
                </a:solidFill>
                <a:latin typeface="Arial"/>
                <a:ea typeface="Arial"/>
                <a:cs typeface="Arial"/>
              </a:defRPr>
            </a:lvl5pPr>
            <a:lvl6pPr algn="l">
              <a:defRPr sz="1425" b="1">
                <a:solidFill>
                  <a:srgbClr val="C6F36B"/>
                </a:solidFill>
                <a:latin typeface="Arial"/>
                <a:ea typeface="Arial"/>
                <a:cs typeface="Arial"/>
              </a:defRPr>
            </a:lvl6pPr>
            <a:lvl7pPr algn="l">
              <a:defRPr sz="1425" b="1">
                <a:solidFill>
                  <a:srgbClr val="C6F36B"/>
                </a:solidFill>
                <a:latin typeface="Arial"/>
                <a:ea typeface="Arial"/>
                <a:cs typeface="Arial"/>
              </a:defRPr>
            </a:lvl7pPr>
            <a:lvl8pPr algn="l">
              <a:defRPr sz="1425" b="1">
                <a:solidFill>
                  <a:srgbClr val="C6F36B"/>
                </a:solidFill>
                <a:latin typeface="Arial"/>
                <a:ea typeface="Arial"/>
                <a:cs typeface="Arial"/>
              </a:defRPr>
            </a:lvl8pPr>
            <a:lvl9pPr algn="l">
              <a:defRPr sz="1425" b="1">
                <a:solidFill>
                  <a:srgbClr val="C6F36B"/>
                </a:solidFill>
                <a:latin typeface="Arial"/>
                <a:ea typeface="Arial"/>
                <a:cs typeface="Arial"/>
              </a:defRPr>
            </a:lvl9pPr>
          </a:lstStyle>
          <a:p>
            <a:pPr algn="l">
              <a:defRPr sz="1425" b="1">
                <a:solidFill>
                  <a:srgbClr val="C6F36B"/>
                </a:solidFill>
                <a:latin typeface="Arial"/>
                <a:ea typeface="Arial"/>
                <a:cs typeface="Arial"/>
              </a:defRPr>
            </a:pPr>
            <a:r>
              <a:rPr sz="1425" b="1">
                <a:solidFill>
                  <a:srgbClr val="C6F36B"/>
                </a:solidFill>
                <a:latin typeface="Arial"/>
                <a:ea typeface="Arial"/>
                <a:cs typeface="Arial"/>
              </a:rPr>
              <a:t>04</a:t>
            </a:r>
          </a:p>
        </p:txBody>
      </p:sp>
      <p:sp>
        <p:nvSpPr>
          <p:cNvPr id="17" name="Rectangle 16">
            <a:extLst>
              <a:ext uri="{FF2B5EF4-FFF2-40B4-BE49-F238E27FC236}">
                <a16:creationId xmlns:a16="http://schemas.microsoft.com/office/drawing/2014/main" id="{8E7C444B-5F0C-4825-ABF3-11EFF05A3594}"/>
              </a:ext>
            </a:extLst>
          </p:cNvPr>
          <p:cNvSpPr>
            <a:spLocks noGrp="1"/>
          </p:cNvSpPr>
          <p:nvPr/>
        </p:nvSpPr>
        <p:spPr>
          <a:xfrm>
            <a:off x="1200150" y="4848225"/>
            <a:ext cx="1809750" cy="285750"/>
          </a:xfrm>
          <a:prstGeom prst="rect">
            <a:avLst/>
          </a:prstGeom>
          <a:noFill/>
          <a:ln w="0">
            <a:noFill/>
            <a:prstDash val="solid"/>
          </a:ln>
        </p:spPr>
        <p:txBody>
          <a:bodyPr wrap="square" lIns="0" tIns="0" rIns="0" bIns="0" anchor="ctr">
            <a:normAutofit/>
          </a:bodyPr>
          <a:lstStyle>
            <a:defPPr algn="l">
              <a:defRPr sz="1650" b="1">
                <a:solidFill>
                  <a:srgbClr val="10191A"/>
                </a:solidFill>
                <a:latin typeface="Arial"/>
                <a:ea typeface="Arial"/>
                <a:cs typeface="Arial"/>
              </a:defRPr>
            </a:defPPr>
            <a:lvl1pPr algn="l">
              <a:defRPr sz="1650" b="1">
                <a:solidFill>
                  <a:srgbClr val="10191A"/>
                </a:solidFill>
                <a:latin typeface="Arial"/>
                <a:ea typeface="Arial"/>
                <a:cs typeface="Arial"/>
              </a:defRPr>
            </a:lvl1pPr>
            <a:lvl2pPr algn="l">
              <a:defRPr sz="1650" b="1">
                <a:solidFill>
                  <a:srgbClr val="10191A"/>
                </a:solidFill>
                <a:latin typeface="Arial"/>
                <a:ea typeface="Arial"/>
                <a:cs typeface="Arial"/>
              </a:defRPr>
            </a:lvl2pPr>
            <a:lvl3pPr algn="l">
              <a:defRPr sz="1650" b="1">
                <a:solidFill>
                  <a:srgbClr val="10191A"/>
                </a:solidFill>
                <a:latin typeface="Arial"/>
                <a:ea typeface="Arial"/>
                <a:cs typeface="Arial"/>
              </a:defRPr>
            </a:lvl3pPr>
            <a:lvl4pPr algn="l">
              <a:defRPr sz="1650" b="1">
                <a:solidFill>
                  <a:srgbClr val="10191A"/>
                </a:solidFill>
                <a:latin typeface="Arial"/>
                <a:ea typeface="Arial"/>
                <a:cs typeface="Arial"/>
              </a:defRPr>
            </a:lvl4pPr>
            <a:lvl5pPr algn="l">
              <a:defRPr sz="1650" b="1">
                <a:solidFill>
                  <a:srgbClr val="10191A"/>
                </a:solidFill>
                <a:latin typeface="Arial"/>
                <a:ea typeface="Arial"/>
                <a:cs typeface="Arial"/>
              </a:defRPr>
            </a:lvl5pPr>
            <a:lvl6pPr algn="l">
              <a:defRPr sz="1650" b="1">
                <a:solidFill>
                  <a:srgbClr val="10191A"/>
                </a:solidFill>
                <a:latin typeface="Arial"/>
                <a:ea typeface="Arial"/>
                <a:cs typeface="Arial"/>
              </a:defRPr>
            </a:lvl6pPr>
            <a:lvl7pPr algn="l">
              <a:defRPr sz="1650" b="1">
                <a:solidFill>
                  <a:srgbClr val="10191A"/>
                </a:solidFill>
                <a:latin typeface="Arial"/>
                <a:ea typeface="Arial"/>
                <a:cs typeface="Arial"/>
              </a:defRPr>
            </a:lvl7pPr>
            <a:lvl8pPr algn="l">
              <a:defRPr sz="1650" b="1">
                <a:solidFill>
                  <a:srgbClr val="10191A"/>
                </a:solidFill>
                <a:latin typeface="Arial"/>
                <a:ea typeface="Arial"/>
                <a:cs typeface="Arial"/>
              </a:defRPr>
            </a:lvl8pPr>
            <a:lvl9pPr algn="l">
              <a:defRPr sz="1650" b="1">
                <a:solidFill>
                  <a:srgbClr val="10191A"/>
                </a:solidFill>
                <a:latin typeface="Arial"/>
                <a:ea typeface="Arial"/>
                <a:cs typeface="Arial"/>
              </a:defRPr>
            </a:lvl9pPr>
          </a:lstStyle>
          <a:p>
            <a:pPr algn="l">
              <a:defRPr sz="1650" b="1">
                <a:solidFill>
                  <a:srgbClr val="10191A"/>
                </a:solidFill>
                <a:latin typeface="Arial"/>
                <a:ea typeface="Arial"/>
                <a:cs typeface="Arial"/>
              </a:defRPr>
            </a:pPr>
            <a:r>
              <a:rPr sz="1650" b="1">
                <a:solidFill>
                  <a:srgbClr val="10191A"/>
                </a:solidFill>
                <a:latin typeface="Arial"/>
                <a:ea typeface="Arial"/>
                <a:cs typeface="Arial"/>
              </a:rPr>
              <a:t>Inform</a:t>
            </a:r>
          </a:p>
        </p:txBody>
      </p:sp>
      <p:sp>
        <p:nvSpPr>
          <p:cNvPr id="18" name="Rectangle 17">
            <a:extLst>
              <a:ext uri="{FF2B5EF4-FFF2-40B4-BE49-F238E27FC236}">
                <a16:creationId xmlns:a16="http://schemas.microsoft.com/office/drawing/2014/main" id="{0666713E-CC37-4333-9DDA-6464389AAD07}"/>
              </a:ext>
            </a:extLst>
          </p:cNvPr>
          <p:cNvSpPr>
            <a:spLocks noGrp="1"/>
          </p:cNvSpPr>
          <p:nvPr/>
        </p:nvSpPr>
        <p:spPr>
          <a:xfrm>
            <a:off x="3143250" y="4848225"/>
            <a:ext cx="7524750" cy="428625"/>
          </a:xfrm>
          <a:prstGeom prst="rect">
            <a:avLst/>
          </a:prstGeom>
          <a:noFill/>
          <a:ln w="0">
            <a:noFill/>
            <a:prstDash val="solid"/>
          </a:ln>
        </p:spPr>
        <p:txBody>
          <a:bodyPr wrap="square" lIns="0" tIns="0" rIns="0" bIns="0" anchor="ctr">
            <a:normAutofit/>
          </a:bodyPr>
          <a:lstStyle>
            <a:defPPr algn="l">
              <a:defRPr sz="1425" b="0">
                <a:solidFill>
                  <a:srgbClr val="243537"/>
                </a:solidFill>
                <a:latin typeface="Arial"/>
                <a:ea typeface="Arial"/>
                <a:cs typeface="Arial"/>
              </a:defRPr>
            </a:defPPr>
            <a:lvl1pPr algn="l">
              <a:defRPr sz="1425" b="0">
                <a:solidFill>
                  <a:srgbClr val="243537"/>
                </a:solidFill>
                <a:latin typeface="Arial"/>
                <a:ea typeface="Arial"/>
                <a:cs typeface="Arial"/>
              </a:defRPr>
            </a:lvl1pPr>
            <a:lvl2pPr algn="l">
              <a:defRPr sz="1425" b="0">
                <a:solidFill>
                  <a:srgbClr val="243537"/>
                </a:solidFill>
                <a:latin typeface="Arial"/>
                <a:ea typeface="Arial"/>
                <a:cs typeface="Arial"/>
              </a:defRPr>
            </a:lvl2pPr>
            <a:lvl3pPr algn="l">
              <a:defRPr sz="1425" b="0">
                <a:solidFill>
                  <a:srgbClr val="243537"/>
                </a:solidFill>
                <a:latin typeface="Arial"/>
                <a:ea typeface="Arial"/>
                <a:cs typeface="Arial"/>
              </a:defRPr>
            </a:lvl3pPr>
            <a:lvl4pPr algn="l">
              <a:defRPr sz="1425" b="0">
                <a:solidFill>
                  <a:srgbClr val="243537"/>
                </a:solidFill>
                <a:latin typeface="Arial"/>
                <a:ea typeface="Arial"/>
                <a:cs typeface="Arial"/>
              </a:defRPr>
            </a:lvl4pPr>
            <a:lvl5pPr algn="l">
              <a:defRPr sz="1425" b="0">
                <a:solidFill>
                  <a:srgbClr val="243537"/>
                </a:solidFill>
                <a:latin typeface="Arial"/>
                <a:ea typeface="Arial"/>
                <a:cs typeface="Arial"/>
              </a:defRPr>
            </a:lvl5pPr>
            <a:lvl6pPr algn="l">
              <a:defRPr sz="1425" b="0">
                <a:solidFill>
                  <a:srgbClr val="243537"/>
                </a:solidFill>
                <a:latin typeface="Arial"/>
                <a:ea typeface="Arial"/>
                <a:cs typeface="Arial"/>
              </a:defRPr>
            </a:lvl6pPr>
            <a:lvl7pPr algn="l">
              <a:defRPr sz="1425" b="0">
                <a:solidFill>
                  <a:srgbClr val="243537"/>
                </a:solidFill>
                <a:latin typeface="Arial"/>
                <a:ea typeface="Arial"/>
                <a:cs typeface="Arial"/>
              </a:defRPr>
            </a:lvl7pPr>
            <a:lvl8pPr algn="l">
              <a:defRPr sz="1425" b="0">
                <a:solidFill>
                  <a:srgbClr val="243537"/>
                </a:solidFill>
                <a:latin typeface="Arial"/>
                <a:ea typeface="Arial"/>
                <a:cs typeface="Arial"/>
              </a:defRPr>
            </a:lvl8pPr>
            <a:lvl9pPr algn="l">
              <a:defRPr sz="1425" b="0">
                <a:solidFill>
                  <a:srgbClr val="243537"/>
                </a:solidFill>
                <a:latin typeface="Arial"/>
                <a:ea typeface="Arial"/>
                <a:cs typeface="Arial"/>
              </a:defRPr>
            </a:lvl9pPr>
          </a:lstStyle>
          <a:p>
            <a:pPr algn="l">
              <a:defRPr sz="1425" b="0">
                <a:solidFill>
                  <a:srgbClr val="243537"/>
                </a:solidFill>
                <a:latin typeface="Arial"/>
                <a:ea typeface="Arial"/>
                <a:cs typeface="Arial"/>
              </a:defRPr>
            </a:pPr>
            <a:r>
              <a:rPr sz="1425" b="0">
                <a:solidFill>
                  <a:srgbClr val="243537"/>
                </a:solidFill>
                <a:latin typeface="Arial"/>
                <a:ea typeface="Arial"/>
                <a:cs typeface="Arial"/>
              </a:rPr>
              <a:t>Live counts, alerts and evidence records for review</a:t>
            </a:r>
          </a:p>
        </p:txBody>
      </p:sp>
      <p:sp>
        <p:nvSpPr>
          <p:cNvPr id="19" name="Rectangle 18">
            <a:extLst>
              <a:ext uri="{FF2B5EF4-FFF2-40B4-BE49-F238E27FC236}">
                <a16:creationId xmlns:a16="http://schemas.microsoft.com/office/drawing/2014/main" id="{1130D742-FED1-4FAB-8D83-4BD6AF1D6998}"/>
              </a:ext>
            </a:extLst>
          </p:cNvPr>
          <p:cNvSpPr>
            <a:spLocks noGrp="1"/>
          </p:cNvSpPr>
          <p:nvPr/>
        </p:nvSpPr>
        <p:spPr>
          <a:xfrm>
            <a:off x="628650" y="5857875"/>
            <a:ext cx="10572750" cy="19050"/>
          </a:xfrm>
          <a:prstGeom prst="rect">
            <a:avLst/>
          </a:prstGeom>
          <a:solidFill>
            <a:srgbClr val="32CDBA"/>
          </a:solidFill>
          <a:ln w="0">
            <a:noFill/>
            <a:prstDash val="solid"/>
          </a:ln>
        </p:spPr>
        <p:txBody>
          <a:bodyPr/>
          <a:lstStyle/>
          <a:p>
            <a:endParaRPr lang="en-IN"/>
          </a:p>
        </p:txBody>
      </p:sp>
      <p:sp>
        <p:nvSpPr>
          <p:cNvPr id="20" name="Rectangle 19">
            <a:extLst>
              <a:ext uri="{FF2B5EF4-FFF2-40B4-BE49-F238E27FC236}">
                <a16:creationId xmlns:a16="http://schemas.microsoft.com/office/drawing/2014/main" id="{D22B4132-D731-40F8-92C6-6289243F0DCB}"/>
              </a:ext>
            </a:extLst>
          </p:cNvPr>
          <p:cNvSpPr>
            <a:spLocks noGrp="1"/>
          </p:cNvSpPr>
          <p:nvPr/>
        </p:nvSpPr>
        <p:spPr>
          <a:xfrm>
            <a:off x="647700" y="6000750"/>
            <a:ext cx="10096500" cy="285750"/>
          </a:xfrm>
          <a:prstGeom prst="rect">
            <a:avLst/>
          </a:prstGeom>
          <a:noFill/>
          <a:ln w="0">
            <a:noFill/>
            <a:prstDash val="solid"/>
          </a:ln>
        </p:spPr>
        <p:txBody>
          <a:bodyPr wrap="square" lIns="0" tIns="0" rIns="0" bIns="0" anchor="ctr">
            <a:normAutofit/>
          </a:bodyPr>
          <a:lstStyle>
            <a:defPPr algn="l">
              <a:defRPr sz="1275" b="0">
                <a:solidFill>
                  <a:srgbClr val="243537"/>
                </a:solidFill>
                <a:latin typeface="Arial"/>
                <a:ea typeface="Arial"/>
                <a:cs typeface="Arial"/>
              </a:defRPr>
            </a:defPPr>
            <a:lvl1pPr algn="l">
              <a:defRPr sz="1275" b="0">
                <a:solidFill>
                  <a:srgbClr val="243537"/>
                </a:solidFill>
                <a:latin typeface="Arial"/>
                <a:ea typeface="Arial"/>
                <a:cs typeface="Arial"/>
              </a:defRPr>
            </a:lvl1pPr>
            <a:lvl2pPr algn="l">
              <a:defRPr sz="1275" b="0">
                <a:solidFill>
                  <a:srgbClr val="243537"/>
                </a:solidFill>
                <a:latin typeface="Arial"/>
                <a:ea typeface="Arial"/>
                <a:cs typeface="Arial"/>
              </a:defRPr>
            </a:lvl2pPr>
            <a:lvl3pPr algn="l">
              <a:defRPr sz="1275" b="0">
                <a:solidFill>
                  <a:srgbClr val="243537"/>
                </a:solidFill>
                <a:latin typeface="Arial"/>
                <a:ea typeface="Arial"/>
                <a:cs typeface="Arial"/>
              </a:defRPr>
            </a:lvl3pPr>
            <a:lvl4pPr algn="l">
              <a:defRPr sz="1275" b="0">
                <a:solidFill>
                  <a:srgbClr val="243537"/>
                </a:solidFill>
                <a:latin typeface="Arial"/>
                <a:ea typeface="Arial"/>
                <a:cs typeface="Arial"/>
              </a:defRPr>
            </a:lvl4pPr>
            <a:lvl5pPr algn="l">
              <a:defRPr sz="1275" b="0">
                <a:solidFill>
                  <a:srgbClr val="243537"/>
                </a:solidFill>
                <a:latin typeface="Arial"/>
                <a:ea typeface="Arial"/>
                <a:cs typeface="Arial"/>
              </a:defRPr>
            </a:lvl5pPr>
            <a:lvl6pPr algn="l">
              <a:defRPr sz="1275" b="0">
                <a:solidFill>
                  <a:srgbClr val="243537"/>
                </a:solidFill>
                <a:latin typeface="Arial"/>
                <a:ea typeface="Arial"/>
                <a:cs typeface="Arial"/>
              </a:defRPr>
            </a:lvl6pPr>
            <a:lvl7pPr algn="l">
              <a:defRPr sz="1275" b="0">
                <a:solidFill>
                  <a:srgbClr val="243537"/>
                </a:solidFill>
                <a:latin typeface="Arial"/>
                <a:ea typeface="Arial"/>
                <a:cs typeface="Arial"/>
              </a:defRPr>
            </a:lvl7pPr>
            <a:lvl8pPr algn="l">
              <a:defRPr sz="1275" b="0">
                <a:solidFill>
                  <a:srgbClr val="243537"/>
                </a:solidFill>
                <a:latin typeface="Arial"/>
                <a:ea typeface="Arial"/>
                <a:cs typeface="Arial"/>
              </a:defRPr>
            </a:lvl8pPr>
            <a:lvl9pPr algn="l">
              <a:defRPr sz="1275" b="0">
                <a:solidFill>
                  <a:srgbClr val="243537"/>
                </a:solidFill>
                <a:latin typeface="Arial"/>
                <a:ea typeface="Arial"/>
                <a:cs typeface="Arial"/>
              </a:defRPr>
            </a:lvl9pPr>
          </a:lstStyle>
          <a:p>
            <a:pPr algn="l">
              <a:defRPr sz="1275" b="0">
                <a:solidFill>
                  <a:srgbClr val="243537"/>
                </a:solidFill>
                <a:latin typeface="Arial"/>
                <a:ea typeface="Arial"/>
                <a:cs typeface="Arial"/>
              </a:defRPr>
            </a:pPr>
            <a:r>
              <a:rPr sz="1275" b="0">
                <a:solidFill>
                  <a:srgbClr val="243537"/>
                </a:solidFill>
                <a:latin typeface="Arial"/>
                <a:ea typeface="Arial"/>
                <a:cs typeface="Arial"/>
              </a:rPr>
              <a:t>Scope: local single-camera prototype. It does not identify a worker across cameras or replace a human safety decision.</a:t>
            </a:r>
          </a:p>
        </p:txBody>
      </p:sp>
    </p:spTree>
    <p:extLst>
      <p:ext uri="{BB962C8B-B14F-4D97-AF65-F5344CB8AC3E}">
        <p14:creationId xmlns:p14="http://schemas.microsoft.com/office/powerpoint/2010/main" val="11730843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1E8"/>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9F6B3E32-B12C-4B01-93A2-68376A837C2B}"/>
              </a:ext>
            </a:extLst>
          </p:cNvPr>
          <p:cNvSpPr>
            <a:spLocks noGrp="1"/>
          </p:cNvSpPr>
          <p:nvPr/>
        </p:nvSpPr>
        <p:spPr>
          <a:xfrm>
            <a:off x="0" y="0"/>
            <a:ext cx="133350" cy="6858000"/>
          </a:xfrm>
          <a:prstGeom prst="rect">
            <a:avLst/>
          </a:prstGeom>
          <a:solidFill>
            <a:srgbClr val="C6F36B"/>
          </a:solidFill>
          <a:ln w="0">
            <a:noFill/>
            <a:prstDash val="solid"/>
          </a:ln>
        </p:spPr>
        <p:txBody>
          <a:bodyPr/>
          <a:lstStyle/>
          <a:p>
            <a:endParaRPr lang="en-IN"/>
          </a:p>
        </p:txBody>
      </p:sp>
      <p:sp>
        <p:nvSpPr>
          <p:cNvPr id="2" name="Rectangle 1">
            <a:extLst>
              <a:ext uri="{FF2B5EF4-FFF2-40B4-BE49-F238E27FC236}">
                <a16:creationId xmlns:a16="http://schemas.microsoft.com/office/drawing/2014/main" id="{B94A50B8-34B8-455D-A285-7D3B251DB90B}"/>
              </a:ext>
            </a:extLst>
          </p:cNvPr>
          <p:cNvSpPr>
            <a:spLocks noGrp="1"/>
          </p:cNvSpPr>
          <p:nvPr/>
        </p:nvSpPr>
        <p:spPr>
          <a:xfrm>
            <a:off x="590550" y="285750"/>
            <a:ext cx="8572500" cy="219075"/>
          </a:xfrm>
          <a:prstGeom prst="rect">
            <a:avLst/>
          </a:prstGeom>
          <a:noFill/>
          <a:ln w="0">
            <a:noFill/>
            <a:prstDash val="solid"/>
          </a:ln>
        </p:spPr>
        <p:txBody>
          <a:bodyPr wrap="square" lIns="0" tIns="0" rIns="0" bIns="0" anchor="ctr">
            <a:normAutofit/>
          </a:bodyPr>
          <a:lstStyle>
            <a:defPPr algn="l">
              <a:defRPr sz="1050" b="1">
                <a:solidFill>
                  <a:srgbClr val="243537"/>
                </a:solidFill>
                <a:latin typeface="Arial"/>
                <a:ea typeface="Arial"/>
                <a:cs typeface="Arial"/>
              </a:defRPr>
            </a:defPPr>
            <a:lvl1pPr algn="l">
              <a:defRPr sz="1050" b="1">
                <a:solidFill>
                  <a:srgbClr val="243537"/>
                </a:solidFill>
                <a:latin typeface="Arial"/>
                <a:ea typeface="Arial"/>
                <a:cs typeface="Arial"/>
              </a:defRPr>
            </a:lvl1pPr>
            <a:lvl2pPr algn="l">
              <a:defRPr sz="1050" b="1">
                <a:solidFill>
                  <a:srgbClr val="243537"/>
                </a:solidFill>
                <a:latin typeface="Arial"/>
                <a:ea typeface="Arial"/>
                <a:cs typeface="Arial"/>
              </a:defRPr>
            </a:lvl2pPr>
            <a:lvl3pPr algn="l">
              <a:defRPr sz="1050" b="1">
                <a:solidFill>
                  <a:srgbClr val="243537"/>
                </a:solidFill>
                <a:latin typeface="Arial"/>
                <a:ea typeface="Arial"/>
                <a:cs typeface="Arial"/>
              </a:defRPr>
            </a:lvl3pPr>
            <a:lvl4pPr algn="l">
              <a:defRPr sz="1050" b="1">
                <a:solidFill>
                  <a:srgbClr val="243537"/>
                </a:solidFill>
                <a:latin typeface="Arial"/>
                <a:ea typeface="Arial"/>
                <a:cs typeface="Arial"/>
              </a:defRPr>
            </a:lvl4pPr>
            <a:lvl5pPr algn="l">
              <a:defRPr sz="1050" b="1">
                <a:solidFill>
                  <a:srgbClr val="243537"/>
                </a:solidFill>
                <a:latin typeface="Arial"/>
                <a:ea typeface="Arial"/>
                <a:cs typeface="Arial"/>
              </a:defRPr>
            </a:lvl5pPr>
            <a:lvl6pPr algn="l">
              <a:defRPr sz="1050" b="1">
                <a:solidFill>
                  <a:srgbClr val="243537"/>
                </a:solidFill>
                <a:latin typeface="Arial"/>
                <a:ea typeface="Arial"/>
                <a:cs typeface="Arial"/>
              </a:defRPr>
            </a:lvl6pPr>
            <a:lvl7pPr algn="l">
              <a:defRPr sz="1050" b="1">
                <a:solidFill>
                  <a:srgbClr val="243537"/>
                </a:solidFill>
                <a:latin typeface="Arial"/>
                <a:ea typeface="Arial"/>
                <a:cs typeface="Arial"/>
              </a:defRPr>
            </a:lvl7pPr>
            <a:lvl8pPr algn="l">
              <a:defRPr sz="1050" b="1">
                <a:solidFill>
                  <a:srgbClr val="243537"/>
                </a:solidFill>
                <a:latin typeface="Arial"/>
                <a:ea typeface="Arial"/>
                <a:cs typeface="Arial"/>
              </a:defRPr>
            </a:lvl8pPr>
            <a:lvl9pPr algn="l">
              <a:defRPr sz="1050" b="1">
                <a:solidFill>
                  <a:srgbClr val="243537"/>
                </a:solidFill>
                <a:latin typeface="Arial"/>
                <a:ea typeface="Arial"/>
                <a:cs typeface="Arial"/>
              </a:defRPr>
            </a:lvl9pPr>
          </a:lstStyle>
          <a:p>
            <a:pPr algn="l">
              <a:defRPr sz="1050" b="1">
                <a:solidFill>
                  <a:srgbClr val="243537"/>
                </a:solidFill>
                <a:latin typeface="Arial"/>
                <a:ea typeface="Arial"/>
                <a:cs typeface="Arial"/>
              </a:defRPr>
            </a:pPr>
            <a:r>
              <a:rPr sz="1050" b="1">
                <a:solidFill>
                  <a:srgbClr val="243537"/>
                </a:solidFill>
                <a:latin typeface="Arial"/>
                <a:ea typeface="Arial"/>
                <a:cs typeface="Arial"/>
              </a:rPr>
              <a:t>02  /  PROCESSING ARCHITECTURE</a:t>
            </a:r>
          </a:p>
        </p:txBody>
      </p:sp>
      <p:sp>
        <p:nvSpPr>
          <p:cNvPr id="3" name="Rectangle 2">
            <a:extLst>
              <a:ext uri="{FF2B5EF4-FFF2-40B4-BE49-F238E27FC236}">
                <a16:creationId xmlns:a16="http://schemas.microsoft.com/office/drawing/2014/main" id="{E1EB4EEB-DF45-47A9-A9FD-6AF54270A2E4}"/>
              </a:ext>
            </a:extLst>
          </p:cNvPr>
          <p:cNvSpPr>
            <a:spLocks noGrp="1"/>
          </p:cNvSpPr>
          <p:nvPr/>
        </p:nvSpPr>
        <p:spPr>
          <a:xfrm>
            <a:off x="590550" y="647700"/>
            <a:ext cx="10858500" cy="514350"/>
          </a:xfrm>
          <a:prstGeom prst="rect">
            <a:avLst/>
          </a:prstGeom>
          <a:noFill/>
          <a:ln w="0">
            <a:noFill/>
            <a:prstDash val="solid"/>
          </a:ln>
        </p:spPr>
        <p:txBody>
          <a:bodyPr wrap="square" lIns="0" tIns="0" rIns="0" bIns="0" anchor="ctr">
            <a:normAutofit/>
          </a:bodyPr>
          <a:lstStyle>
            <a:defPPr algn="l">
              <a:defRPr sz="2700" b="1">
                <a:solidFill>
                  <a:srgbClr val="10191A"/>
                </a:solidFill>
                <a:latin typeface="Arial"/>
                <a:ea typeface="Arial"/>
                <a:cs typeface="Arial"/>
              </a:defRPr>
            </a:defPPr>
            <a:lvl1pPr algn="l">
              <a:defRPr sz="2700" b="1">
                <a:solidFill>
                  <a:srgbClr val="10191A"/>
                </a:solidFill>
                <a:latin typeface="Arial"/>
                <a:ea typeface="Arial"/>
                <a:cs typeface="Arial"/>
              </a:defRPr>
            </a:lvl1pPr>
            <a:lvl2pPr algn="l">
              <a:defRPr sz="2700" b="1">
                <a:solidFill>
                  <a:srgbClr val="10191A"/>
                </a:solidFill>
                <a:latin typeface="Arial"/>
                <a:ea typeface="Arial"/>
                <a:cs typeface="Arial"/>
              </a:defRPr>
            </a:lvl2pPr>
            <a:lvl3pPr algn="l">
              <a:defRPr sz="2700" b="1">
                <a:solidFill>
                  <a:srgbClr val="10191A"/>
                </a:solidFill>
                <a:latin typeface="Arial"/>
                <a:ea typeface="Arial"/>
                <a:cs typeface="Arial"/>
              </a:defRPr>
            </a:lvl3pPr>
            <a:lvl4pPr algn="l">
              <a:defRPr sz="2700" b="1">
                <a:solidFill>
                  <a:srgbClr val="10191A"/>
                </a:solidFill>
                <a:latin typeface="Arial"/>
                <a:ea typeface="Arial"/>
                <a:cs typeface="Arial"/>
              </a:defRPr>
            </a:lvl4pPr>
            <a:lvl5pPr algn="l">
              <a:defRPr sz="2700" b="1">
                <a:solidFill>
                  <a:srgbClr val="10191A"/>
                </a:solidFill>
                <a:latin typeface="Arial"/>
                <a:ea typeface="Arial"/>
                <a:cs typeface="Arial"/>
              </a:defRPr>
            </a:lvl5pPr>
            <a:lvl6pPr algn="l">
              <a:defRPr sz="2700" b="1">
                <a:solidFill>
                  <a:srgbClr val="10191A"/>
                </a:solidFill>
                <a:latin typeface="Arial"/>
                <a:ea typeface="Arial"/>
                <a:cs typeface="Arial"/>
              </a:defRPr>
            </a:lvl6pPr>
            <a:lvl7pPr algn="l">
              <a:defRPr sz="2700" b="1">
                <a:solidFill>
                  <a:srgbClr val="10191A"/>
                </a:solidFill>
                <a:latin typeface="Arial"/>
                <a:ea typeface="Arial"/>
                <a:cs typeface="Arial"/>
              </a:defRPr>
            </a:lvl7pPr>
            <a:lvl8pPr algn="l">
              <a:defRPr sz="2700" b="1">
                <a:solidFill>
                  <a:srgbClr val="10191A"/>
                </a:solidFill>
                <a:latin typeface="Arial"/>
                <a:ea typeface="Arial"/>
                <a:cs typeface="Arial"/>
              </a:defRPr>
            </a:lvl8pPr>
            <a:lvl9pPr algn="l">
              <a:defRPr sz="2700" b="1">
                <a:solidFill>
                  <a:srgbClr val="10191A"/>
                </a:solidFill>
                <a:latin typeface="Arial"/>
                <a:ea typeface="Arial"/>
                <a:cs typeface="Arial"/>
              </a:defRPr>
            </a:lvl9pPr>
          </a:lstStyle>
          <a:p>
            <a:pPr algn="l">
              <a:defRPr sz="2700" b="1">
                <a:solidFill>
                  <a:srgbClr val="10191A"/>
                </a:solidFill>
                <a:latin typeface="Arial"/>
                <a:ea typeface="Arial"/>
                <a:cs typeface="Arial"/>
              </a:defRPr>
            </a:pPr>
            <a:r>
              <a:rPr sz="2700" b="1">
                <a:solidFill>
                  <a:srgbClr val="10191A"/>
                </a:solidFill>
                <a:latin typeface="Arial"/>
                <a:ea typeface="Arial"/>
                <a:cs typeface="Arial"/>
              </a:rPr>
              <a:t>System design</a:t>
            </a:r>
          </a:p>
        </p:txBody>
      </p:sp>
      <p:sp>
        <p:nvSpPr>
          <p:cNvPr id="4" name="Straight Connector 3">
            <a:extLst>
              <a:ext uri="{FF2B5EF4-FFF2-40B4-BE49-F238E27FC236}">
                <a16:creationId xmlns:a16="http://schemas.microsoft.com/office/drawing/2014/main" id="{B83656C3-55DF-4324-A011-9E517D6C5865}"/>
              </a:ext>
            </a:extLst>
          </p:cNvPr>
          <p:cNvSpPr>
            <a:spLocks noGrp="1"/>
          </p:cNvSpPr>
          <p:nvPr/>
        </p:nvSpPr>
        <p:spPr>
          <a:xfrm>
            <a:off x="590550" y="1304925"/>
            <a:ext cx="11010900" cy="9525"/>
          </a:xfrm>
          <a:prstGeom prst="line">
            <a:avLst/>
          </a:prstGeom>
          <a:noFill/>
          <a:ln w="9525">
            <a:solidFill>
              <a:srgbClr val="D1D6CC"/>
            </a:solidFill>
            <a:prstDash val="solid"/>
          </a:ln>
        </p:spPr>
        <p:txBody>
          <a:bodyPr/>
          <a:lstStyle/>
          <a:p>
            <a:endParaRPr lang="en-IN"/>
          </a:p>
        </p:txBody>
      </p:sp>
      <p:sp>
        <p:nvSpPr>
          <p:cNvPr id="5" name="Rectangle 4">
            <a:extLst>
              <a:ext uri="{FF2B5EF4-FFF2-40B4-BE49-F238E27FC236}">
                <a16:creationId xmlns:a16="http://schemas.microsoft.com/office/drawing/2014/main" id="{D5A116C7-8A11-4496-852B-738B7AD78419}"/>
              </a:ext>
            </a:extLst>
          </p:cNvPr>
          <p:cNvSpPr>
            <a:spLocks noGrp="1"/>
          </p:cNvSpPr>
          <p:nvPr/>
        </p:nvSpPr>
        <p:spPr>
          <a:xfrm>
            <a:off x="11144250" y="6410325"/>
            <a:ext cx="457200" cy="190500"/>
          </a:xfrm>
          <a:prstGeom prst="rect">
            <a:avLst/>
          </a:prstGeom>
          <a:noFill/>
          <a:ln w="0">
            <a:noFill/>
            <a:prstDash val="solid"/>
          </a:ln>
        </p:spPr>
        <p:txBody>
          <a:bodyPr wrap="square" lIns="0" tIns="0" rIns="0" bIns="0" anchor="ctr">
            <a:normAutofit/>
          </a:bodyPr>
          <a:lstStyle>
            <a:defPPr algn="r">
              <a:defRPr sz="975" b="1">
                <a:solidFill>
                  <a:srgbClr val="243537"/>
                </a:solidFill>
                <a:latin typeface="Arial"/>
                <a:ea typeface="Arial"/>
                <a:cs typeface="Arial"/>
              </a:defRPr>
            </a:defPPr>
            <a:lvl1pPr algn="r">
              <a:defRPr sz="975" b="1">
                <a:solidFill>
                  <a:srgbClr val="243537"/>
                </a:solidFill>
                <a:latin typeface="Arial"/>
                <a:ea typeface="Arial"/>
                <a:cs typeface="Arial"/>
              </a:defRPr>
            </a:lvl1pPr>
            <a:lvl2pPr algn="r">
              <a:defRPr sz="975" b="1">
                <a:solidFill>
                  <a:srgbClr val="243537"/>
                </a:solidFill>
                <a:latin typeface="Arial"/>
                <a:ea typeface="Arial"/>
                <a:cs typeface="Arial"/>
              </a:defRPr>
            </a:lvl2pPr>
            <a:lvl3pPr algn="r">
              <a:defRPr sz="975" b="1">
                <a:solidFill>
                  <a:srgbClr val="243537"/>
                </a:solidFill>
                <a:latin typeface="Arial"/>
                <a:ea typeface="Arial"/>
                <a:cs typeface="Arial"/>
              </a:defRPr>
            </a:lvl3pPr>
            <a:lvl4pPr algn="r">
              <a:defRPr sz="975" b="1">
                <a:solidFill>
                  <a:srgbClr val="243537"/>
                </a:solidFill>
                <a:latin typeface="Arial"/>
                <a:ea typeface="Arial"/>
                <a:cs typeface="Arial"/>
              </a:defRPr>
            </a:lvl4pPr>
            <a:lvl5pPr algn="r">
              <a:defRPr sz="975" b="1">
                <a:solidFill>
                  <a:srgbClr val="243537"/>
                </a:solidFill>
                <a:latin typeface="Arial"/>
                <a:ea typeface="Arial"/>
                <a:cs typeface="Arial"/>
              </a:defRPr>
            </a:lvl5pPr>
            <a:lvl6pPr algn="r">
              <a:defRPr sz="975" b="1">
                <a:solidFill>
                  <a:srgbClr val="243537"/>
                </a:solidFill>
                <a:latin typeface="Arial"/>
                <a:ea typeface="Arial"/>
                <a:cs typeface="Arial"/>
              </a:defRPr>
            </a:lvl6pPr>
            <a:lvl7pPr algn="r">
              <a:defRPr sz="975" b="1">
                <a:solidFill>
                  <a:srgbClr val="243537"/>
                </a:solidFill>
                <a:latin typeface="Arial"/>
                <a:ea typeface="Arial"/>
                <a:cs typeface="Arial"/>
              </a:defRPr>
            </a:lvl7pPr>
            <a:lvl8pPr algn="r">
              <a:defRPr sz="975" b="1">
                <a:solidFill>
                  <a:srgbClr val="243537"/>
                </a:solidFill>
                <a:latin typeface="Arial"/>
                <a:ea typeface="Arial"/>
                <a:cs typeface="Arial"/>
              </a:defRPr>
            </a:lvl8pPr>
            <a:lvl9pPr algn="r">
              <a:defRPr sz="975" b="1">
                <a:solidFill>
                  <a:srgbClr val="243537"/>
                </a:solidFill>
                <a:latin typeface="Arial"/>
                <a:ea typeface="Arial"/>
                <a:cs typeface="Arial"/>
              </a:defRPr>
            </a:lvl9pPr>
          </a:lstStyle>
          <a:p>
            <a:pPr algn="r">
              <a:defRPr sz="975" b="1">
                <a:solidFill>
                  <a:srgbClr val="243537"/>
                </a:solidFill>
                <a:latin typeface="Arial"/>
                <a:ea typeface="Arial"/>
                <a:cs typeface="Arial"/>
              </a:defRPr>
            </a:pPr>
            <a:r>
              <a:rPr sz="975" b="1">
                <a:solidFill>
                  <a:srgbClr val="243537"/>
                </a:solidFill>
                <a:latin typeface="Arial"/>
                <a:ea typeface="Arial"/>
                <a:cs typeface="Arial"/>
              </a:rPr>
              <a:t>04</a:t>
            </a:r>
          </a:p>
        </p:txBody>
      </p:sp>
      <p:sp>
        <p:nvSpPr>
          <p:cNvPr id="6" name="Rectangle 5">
            <a:extLst>
              <a:ext uri="{FF2B5EF4-FFF2-40B4-BE49-F238E27FC236}">
                <a16:creationId xmlns:a16="http://schemas.microsoft.com/office/drawing/2014/main" id="{752EEDC6-150E-4C94-931C-CF1C595052CA}"/>
              </a:ext>
            </a:extLst>
          </p:cNvPr>
          <p:cNvSpPr>
            <a:spLocks noGrp="1"/>
          </p:cNvSpPr>
          <p:nvPr/>
        </p:nvSpPr>
        <p:spPr>
          <a:xfrm>
            <a:off x="638175" y="1504950"/>
            <a:ext cx="10287000" cy="342900"/>
          </a:xfrm>
          <a:prstGeom prst="rect">
            <a:avLst/>
          </a:prstGeom>
          <a:noFill/>
          <a:ln w="0">
            <a:noFill/>
            <a:prstDash val="solid"/>
          </a:ln>
        </p:spPr>
        <p:txBody>
          <a:bodyPr wrap="square" lIns="0" tIns="0" rIns="0" bIns="0" anchor="ctr">
            <a:normAutofit/>
          </a:bodyPr>
          <a:lstStyle>
            <a:defPPr algn="l">
              <a:defRPr sz="1500" b="0">
                <a:solidFill>
                  <a:srgbClr val="243537"/>
                </a:solidFill>
                <a:latin typeface="Arial"/>
                <a:ea typeface="Arial"/>
                <a:cs typeface="Arial"/>
              </a:defRPr>
            </a:defPPr>
            <a:lvl1pPr algn="l">
              <a:defRPr sz="1500" b="0">
                <a:solidFill>
                  <a:srgbClr val="243537"/>
                </a:solidFill>
                <a:latin typeface="Arial"/>
                <a:ea typeface="Arial"/>
                <a:cs typeface="Arial"/>
              </a:defRPr>
            </a:lvl1pPr>
            <a:lvl2pPr algn="l">
              <a:defRPr sz="1500" b="0">
                <a:solidFill>
                  <a:srgbClr val="243537"/>
                </a:solidFill>
                <a:latin typeface="Arial"/>
                <a:ea typeface="Arial"/>
                <a:cs typeface="Arial"/>
              </a:defRPr>
            </a:lvl2pPr>
            <a:lvl3pPr algn="l">
              <a:defRPr sz="1500" b="0">
                <a:solidFill>
                  <a:srgbClr val="243537"/>
                </a:solidFill>
                <a:latin typeface="Arial"/>
                <a:ea typeface="Arial"/>
                <a:cs typeface="Arial"/>
              </a:defRPr>
            </a:lvl3pPr>
            <a:lvl4pPr algn="l">
              <a:defRPr sz="1500" b="0">
                <a:solidFill>
                  <a:srgbClr val="243537"/>
                </a:solidFill>
                <a:latin typeface="Arial"/>
                <a:ea typeface="Arial"/>
                <a:cs typeface="Arial"/>
              </a:defRPr>
            </a:lvl4pPr>
            <a:lvl5pPr algn="l">
              <a:defRPr sz="1500" b="0">
                <a:solidFill>
                  <a:srgbClr val="243537"/>
                </a:solidFill>
                <a:latin typeface="Arial"/>
                <a:ea typeface="Arial"/>
                <a:cs typeface="Arial"/>
              </a:defRPr>
            </a:lvl5pPr>
            <a:lvl6pPr algn="l">
              <a:defRPr sz="1500" b="0">
                <a:solidFill>
                  <a:srgbClr val="243537"/>
                </a:solidFill>
                <a:latin typeface="Arial"/>
                <a:ea typeface="Arial"/>
                <a:cs typeface="Arial"/>
              </a:defRPr>
            </a:lvl6pPr>
            <a:lvl7pPr algn="l">
              <a:defRPr sz="1500" b="0">
                <a:solidFill>
                  <a:srgbClr val="243537"/>
                </a:solidFill>
                <a:latin typeface="Arial"/>
                <a:ea typeface="Arial"/>
                <a:cs typeface="Arial"/>
              </a:defRPr>
            </a:lvl7pPr>
            <a:lvl8pPr algn="l">
              <a:defRPr sz="1500" b="0">
                <a:solidFill>
                  <a:srgbClr val="243537"/>
                </a:solidFill>
                <a:latin typeface="Arial"/>
                <a:ea typeface="Arial"/>
                <a:cs typeface="Arial"/>
              </a:defRPr>
            </a:lvl8pPr>
            <a:lvl9pPr algn="l">
              <a:defRPr sz="1500" b="0">
                <a:solidFill>
                  <a:srgbClr val="243537"/>
                </a:solidFill>
                <a:latin typeface="Arial"/>
                <a:ea typeface="Arial"/>
                <a:cs typeface="Arial"/>
              </a:defRPr>
            </a:lvl9pPr>
          </a:lstStyle>
          <a:p>
            <a:pPr algn="l">
              <a:defRPr sz="1500" b="0">
                <a:solidFill>
                  <a:srgbClr val="243537"/>
                </a:solidFill>
                <a:latin typeface="Arial"/>
                <a:ea typeface="Arial"/>
                <a:cs typeface="Arial"/>
              </a:defRPr>
            </a:pPr>
            <a:r>
              <a:rPr sz="1500" b="0">
                <a:solidFill>
                  <a:srgbClr val="243537"/>
                </a:solidFill>
                <a:latin typeface="Arial"/>
                <a:ea typeface="Arial"/>
                <a:cs typeface="Arial"/>
              </a:rPr>
              <a:t>One frame passes through detection, association and rules before the interface records an event.</a:t>
            </a:r>
          </a:p>
        </p:txBody>
      </p:sp>
      <p:sp>
        <p:nvSpPr>
          <p:cNvPr id="7" name="architecture-0">
            <a:extLst>
              <a:ext uri="{FF2B5EF4-FFF2-40B4-BE49-F238E27FC236}">
                <a16:creationId xmlns:a16="http://schemas.microsoft.com/office/drawing/2014/main" id="{D40B0BA9-1E1C-416D-B05F-6A2E2D263D8E}"/>
              </a:ext>
            </a:extLst>
          </p:cNvPr>
          <p:cNvSpPr>
            <a:spLocks noGrp="1"/>
          </p:cNvSpPr>
          <p:nvPr/>
        </p:nvSpPr>
        <p:spPr>
          <a:xfrm>
            <a:off x="628650" y="2409825"/>
            <a:ext cx="1714500" cy="1524000"/>
          </a:xfrm>
          <a:prstGeom prst="roundRect">
            <a:avLst>
              <a:gd name="adj" fmla="val 5000"/>
            </a:avLst>
          </a:prstGeom>
          <a:solidFill>
            <a:srgbClr val="FFFFFF"/>
          </a:solidFill>
          <a:ln w="9525">
            <a:solidFill>
              <a:srgbClr val="CDD5CB"/>
            </a:solidFill>
            <a:prstDash val="solid"/>
          </a:ln>
        </p:spPr>
        <p:txBody>
          <a:bodyPr/>
          <a:lstStyle/>
          <a:p>
            <a:endParaRPr lang="en-IN"/>
          </a:p>
        </p:txBody>
      </p:sp>
      <p:sp>
        <p:nvSpPr>
          <p:cNvPr id="8" name="Rectangle 7">
            <a:extLst>
              <a:ext uri="{FF2B5EF4-FFF2-40B4-BE49-F238E27FC236}">
                <a16:creationId xmlns:a16="http://schemas.microsoft.com/office/drawing/2014/main" id="{EE4B6BDD-2B4F-4081-A242-989471D3A04E}"/>
              </a:ext>
            </a:extLst>
          </p:cNvPr>
          <p:cNvSpPr>
            <a:spLocks noGrp="1"/>
          </p:cNvSpPr>
          <p:nvPr/>
        </p:nvSpPr>
        <p:spPr>
          <a:xfrm>
            <a:off x="628650" y="2409825"/>
            <a:ext cx="1714500" cy="66675"/>
          </a:xfrm>
          <a:prstGeom prst="rect">
            <a:avLst/>
          </a:prstGeom>
          <a:solidFill>
            <a:srgbClr val="32CDBA"/>
          </a:solidFill>
          <a:ln w="0">
            <a:noFill/>
            <a:prstDash val="solid"/>
          </a:ln>
        </p:spPr>
        <p:txBody>
          <a:bodyPr/>
          <a:lstStyle/>
          <a:p>
            <a:endParaRPr lang="en-IN"/>
          </a:p>
        </p:txBody>
      </p:sp>
      <p:sp>
        <p:nvSpPr>
          <p:cNvPr id="9" name="Rectangle 8">
            <a:extLst>
              <a:ext uri="{FF2B5EF4-FFF2-40B4-BE49-F238E27FC236}">
                <a16:creationId xmlns:a16="http://schemas.microsoft.com/office/drawing/2014/main" id="{C24AD9F0-00C0-4C92-90EE-B952904E81C5}"/>
              </a:ext>
            </a:extLst>
          </p:cNvPr>
          <p:cNvSpPr>
            <a:spLocks noGrp="1"/>
          </p:cNvSpPr>
          <p:nvPr/>
        </p:nvSpPr>
        <p:spPr>
          <a:xfrm>
            <a:off x="781050" y="2657475"/>
            <a:ext cx="1409700" cy="247650"/>
          </a:xfrm>
          <a:prstGeom prst="rect">
            <a:avLst/>
          </a:prstGeom>
          <a:noFill/>
          <a:ln w="0">
            <a:noFill/>
            <a:prstDash val="solid"/>
          </a:ln>
        </p:spPr>
        <p:txBody>
          <a:bodyPr wrap="square" lIns="0" tIns="0" rIns="0" bIns="0" anchor="ctr">
            <a:normAutofit/>
          </a:bodyPr>
          <a:lstStyle>
            <a:defPPr algn="ctr">
              <a:defRPr sz="1200" b="1">
                <a:solidFill>
                  <a:srgbClr val="243537"/>
                </a:solidFill>
                <a:latin typeface="Arial"/>
                <a:ea typeface="Arial"/>
                <a:cs typeface="Arial"/>
              </a:defRPr>
            </a:defPPr>
            <a:lvl1pPr algn="ctr">
              <a:defRPr sz="1200" b="1">
                <a:solidFill>
                  <a:srgbClr val="243537"/>
                </a:solidFill>
                <a:latin typeface="Arial"/>
                <a:ea typeface="Arial"/>
                <a:cs typeface="Arial"/>
              </a:defRPr>
            </a:lvl1pPr>
            <a:lvl2pPr algn="ctr">
              <a:defRPr sz="1200" b="1">
                <a:solidFill>
                  <a:srgbClr val="243537"/>
                </a:solidFill>
                <a:latin typeface="Arial"/>
                <a:ea typeface="Arial"/>
                <a:cs typeface="Arial"/>
              </a:defRPr>
            </a:lvl2pPr>
            <a:lvl3pPr algn="ctr">
              <a:defRPr sz="1200" b="1">
                <a:solidFill>
                  <a:srgbClr val="243537"/>
                </a:solidFill>
                <a:latin typeface="Arial"/>
                <a:ea typeface="Arial"/>
                <a:cs typeface="Arial"/>
              </a:defRPr>
            </a:lvl3pPr>
            <a:lvl4pPr algn="ctr">
              <a:defRPr sz="1200" b="1">
                <a:solidFill>
                  <a:srgbClr val="243537"/>
                </a:solidFill>
                <a:latin typeface="Arial"/>
                <a:ea typeface="Arial"/>
                <a:cs typeface="Arial"/>
              </a:defRPr>
            </a:lvl4pPr>
            <a:lvl5pPr algn="ctr">
              <a:defRPr sz="1200" b="1">
                <a:solidFill>
                  <a:srgbClr val="243537"/>
                </a:solidFill>
                <a:latin typeface="Arial"/>
                <a:ea typeface="Arial"/>
                <a:cs typeface="Arial"/>
              </a:defRPr>
            </a:lvl5pPr>
            <a:lvl6pPr algn="ctr">
              <a:defRPr sz="1200" b="1">
                <a:solidFill>
                  <a:srgbClr val="243537"/>
                </a:solidFill>
                <a:latin typeface="Arial"/>
                <a:ea typeface="Arial"/>
                <a:cs typeface="Arial"/>
              </a:defRPr>
            </a:lvl6pPr>
            <a:lvl7pPr algn="ctr">
              <a:defRPr sz="1200" b="1">
                <a:solidFill>
                  <a:srgbClr val="243537"/>
                </a:solidFill>
                <a:latin typeface="Arial"/>
                <a:ea typeface="Arial"/>
                <a:cs typeface="Arial"/>
              </a:defRPr>
            </a:lvl7pPr>
            <a:lvl8pPr algn="ctr">
              <a:defRPr sz="1200" b="1">
                <a:solidFill>
                  <a:srgbClr val="243537"/>
                </a:solidFill>
                <a:latin typeface="Arial"/>
                <a:ea typeface="Arial"/>
                <a:cs typeface="Arial"/>
              </a:defRPr>
            </a:lvl8pPr>
            <a:lvl9pPr algn="ctr">
              <a:defRPr sz="1200" b="1">
                <a:solidFill>
                  <a:srgbClr val="243537"/>
                </a:solidFill>
                <a:latin typeface="Arial"/>
                <a:ea typeface="Arial"/>
                <a:cs typeface="Arial"/>
              </a:defRPr>
            </a:lvl9pPr>
          </a:lstStyle>
          <a:p>
            <a:pPr algn="ctr">
              <a:defRPr sz="1200" b="1">
                <a:solidFill>
                  <a:srgbClr val="243537"/>
                </a:solidFill>
                <a:latin typeface="Arial"/>
                <a:ea typeface="Arial"/>
                <a:cs typeface="Arial"/>
              </a:defRPr>
            </a:pPr>
            <a:r>
              <a:rPr sz="1200" b="1">
                <a:solidFill>
                  <a:srgbClr val="243537"/>
                </a:solidFill>
                <a:latin typeface="Arial"/>
                <a:ea typeface="Arial"/>
                <a:cs typeface="Arial"/>
              </a:rPr>
              <a:t>INPUT</a:t>
            </a:r>
          </a:p>
        </p:txBody>
      </p:sp>
      <p:sp>
        <p:nvSpPr>
          <p:cNvPr id="10" name="Rectangle 9">
            <a:extLst>
              <a:ext uri="{FF2B5EF4-FFF2-40B4-BE49-F238E27FC236}">
                <a16:creationId xmlns:a16="http://schemas.microsoft.com/office/drawing/2014/main" id="{FC0D6E1F-8880-4300-974E-E2A111F91FBE}"/>
              </a:ext>
            </a:extLst>
          </p:cNvPr>
          <p:cNvSpPr>
            <a:spLocks noGrp="1"/>
          </p:cNvSpPr>
          <p:nvPr/>
        </p:nvSpPr>
        <p:spPr>
          <a:xfrm>
            <a:off x="742950" y="3048000"/>
            <a:ext cx="1485900" cy="609600"/>
          </a:xfrm>
          <a:prstGeom prst="rect">
            <a:avLst/>
          </a:prstGeom>
          <a:noFill/>
          <a:ln w="0">
            <a:noFill/>
            <a:prstDash val="solid"/>
          </a:ln>
        </p:spPr>
        <p:txBody>
          <a:bodyPr wrap="square" lIns="0" tIns="0" rIns="0" bIns="0" anchor="ctr">
            <a:normAutofit/>
          </a:bodyPr>
          <a:lstStyle>
            <a:defPPr algn="ctr">
              <a:defRPr sz="1575" b="1">
                <a:solidFill>
                  <a:srgbClr val="10191A"/>
                </a:solidFill>
                <a:latin typeface="Arial"/>
                <a:ea typeface="Arial"/>
                <a:cs typeface="Arial"/>
              </a:defRPr>
            </a:defPPr>
            <a:lvl1pPr algn="ctr">
              <a:defRPr sz="1575" b="1">
                <a:solidFill>
                  <a:srgbClr val="10191A"/>
                </a:solidFill>
                <a:latin typeface="Arial"/>
                <a:ea typeface="Arial"/>
                <a:cs typeface="Arial"/>
              </a:defRPr>
            </a:lvl1pPr>
            <a:lvl2pPr algn="ctr">
              <a:defRPr sz="1575" b="1">
                <a:solidFill>
                  <a:srgbClr val="10191A"/>
                </a:solidFill>
                <a:latin typeface="Arial"/>
                <a:ea typeface="Arial"/>
                <a:cs typeface="Arial"/>
              </a:defRPr>
            </a:lvl2pPr>
            <a:lvl3pPr algn="ctr">
              <a:defRPr sz="1575" b="1">
                <a:solidFill>
                  <a:srgbClr val="10191A"/>
                </a:solidFill>
                <a:latin typeface="Arial"/>
                <a:ea typeface="Arial"/>
                <a:cs typeface="Arial"/>
              </a:defRPr>
            </a:lvl3pPr>
            <a:lvl4pPr algn="ctr">
              <a:defRPr sz="1575" b="1">
                <a:solidFill>
                  <a:srgbClr val="10191A"/>
                </a:solidFill>
                <a:latin typeface="Arial"/>
                <a:ea typeface="Arial"/>
                <a:cs typeface="Arial"/>
              </a:defRPr>
            </a:lvl4pPr>
            <a:lvl5pPr algn="ctr">
              <a:defRPr sz="1575" b="1">
                <a:solidFill>
                  <a:srgbClr val="10191A"/>
                </a:solidFill>
                <a:latin typeface="Arial"/>
                <a:ea typeface="Arial"/>
                <a:cs typeface="Arial"/>
              </a:defRPr>
            </a:lvl5pPr>
            <a:lvl6pPr algn="ctr">
              <a:defRPr sz="1575" b="1">
                <a:solidFill>
                  <a:srgbClr val="10191A"/>
                </a:solidFill>
                <a:latin typeface="Arial"/>
                <a:ea typeface="Arial"/>
                <a:cs typeface="Arial"/>
              </a:defRPr>
            </a:lvl6pPr>
            <a:lvl7pPr algn="ctr">
              <a:defRPr sz="1575" b="1">
                <a:solidFill>
                  <a:srgbClr val="10191A"/>
                </a:solidFill>
                <a:latin typeface="Arial"/>
                <a:ea typeface="Arial"/>
                <a:cs typeface="Arial"/>
              </a:defRPr>
            </a:lvl7pPr>
            <a:lvl8pPr algn="ctr">
              <a:defRPr sz="1575" b="1">
                <a:solidFill>
                  <a:srgbClr val="10191A"/>
                </a:solidFill>
                <a:latin typeface="Arial"/>
                <a:ea typeface="Arial"/>
                <a:cs typeface="Arial"/>
              </a:defRPr>
            </a:lvl8pPr>
            <a:lvl9pPr algn="ctr">
              <a:defRPr sz="1575" b="1">
                <a:solidFill>
                  <a:srgbClr val="10191A"/>
                </a:solidFill>
                <a:latin typeface="Arial"/>
                <a:ea typeface="Arial"/>
                <a:cs typeface="Arial"/>
              </a:defRPr>
            </a:lvl9pPr>
          </a:lstStyle>
          <a:p>
            <a:pPr algn="ctr">
              <a:defRPr sz="1575" b="1">
                <a:solidFill>
                  <a:srgbClr val="10191A"/>
                </a:solidFill>
                <a:latin typeface="Arial"/>
                <a:ea typeface="Arial"/>
                <a:cs typeface="Arial"/>
              </a:defRPr>
            </a:pPr>
            <a:r>
              <a:rPr sz="1575" b="1">
                <a:solidFill>
                  <a:srgbClr val="10191A"/>
                </a:solidFill>
                <a:latin typeface="Arial"/>
                <a:ea typeface="Arial"/>
                <a:cs typeface="Arial"/>
              </a:rPr>
              <a:t>Webcam</a:t>
            </a:r>
          </a:p>
          <a:p>
            <a:pPr algn="ctr">
              <a:defRPr sz="1575" b="1">
                <a:solidFill>
                  <a:srgbClr val="10191A"/>
                </a:solidFill>
                <a:latin typeface="Arial"/>
                <a:ea typeface="Arial"/>
                <a:cs typeface="Arial"/>
              </a:defRPr>
            </a:pPr>
            <a:r>
              <a:rPr sz="1575" b="1">
                <a:solidFill>
                  <a:srgbClr val="10191A"/>
                </a:solidFill>
                <a:latin typeface="Arial"/>
                <a:ea typeface="Arial"/>
                <a:cs typeface="Arial"/>
              </a:rPr>
              <a:t>Image / video</a:t>
            </a:r>
          </a:p>
        </p:txBody>
      </p:sp>
      <p:sp>
        <p:nvSpPr>
          <p:cNvPr id="11" name="Straight Connector 10">
            <a:extLst>
              <a:ext uri="{FF2B5EF4-FFF2-40B4-BE49-F238E27FC236}">
                <a16:creationId xmlns:a16="http://schemas.microsoft.com/office/drawing/2014/main" id="{9E792F40-A529-4D93-84B4-6341198F9345}"/>
              </a:ext>
            </a:extLst>
          </p:cNvPr>
          <p:cNvSpPr>
            <a:spLocks noGrp="1"/>
          </p:cNvSpPr>
          <p:nvPr/>
        </p:nvSpPr>
        <p:spPr>
          <a:xfrm>
            <a:off x="2419350" y="3171825"/>
            <a:ext cx="152400" cy="9525"/>
          </a:xfrm>
          <a:prstGeom prst="line">
            <a:avLst/>
          </a:prstGeom>
          <a:noFill/>
          <a:ln w="19050">
            <a:solidFill>
              <a:srgbClr val="243537"/>
            </a:solidFill>
            <a:prstDash val="solid"/>
          </a:ln>
        </p:spPr>
        <p:txBody>
          <a:bodyPr/>
          <a:lstStyle/>
          <a:p>
            <a:endParaRPr lang="en-IN"/>
          </a:p>
        </p:txBody>
      </p:sp>
      <p:sp>
        <p:nvSpPr>
          <p:cNvPr id="12" name="Isosceles Triangle 11">
            <a:extLst>
              <a:ext uri="{FF2B5EF4-FFF2-40B4-BE49-F238E27FC236}">
                <a16:creationId xmlns:a16="http://schemas.microsoft.com/office/drawing/2014/main" id="{86D327EE-BF78-4B93-AC43-EF81A4614581}"/>
              </a:ext>
            </a:extLst>
          </p:cNvPr>
          <p:cNvSpPr>
            <a:spLocks noGrp="1"/>
          </p:cNvSpPr>
          <p:nvPr/>
        </p:nvSpPr>
        <p:spPr>
          <a:xfrm rot="5400000">
            <a:off x="2466975" y="3114675"/>
            <a:ext cx="123825" cy="123825"/>
          </a:xfrm>
          <a:prstGeom prst="triangle">
            <a:avLst/>
          </a:prstGeom>
          <a:solidFill>
            <a:srgbClr val="243537"/>
          </a:solidFill>
          <a:ln w="0">
            <a:noFill/>
            <a:prstDash val="solid"/>
          </a:ln>
        </p:spPr>
        <p:txBody>
          <a:bodyPr/>
          <a:lstStyle/>
          <a:p>
            <a:endParaRPr lang="en-IN"/>
          </a:p>
        </p:txBody>
      </p:sp>
      <p:sp>
        <p:nvSpPr>
          <p:cNvPr id="13" name="architecture-1">
            <a:extLst>
              <a:ext uri="{FF2B5EF4-FFF2-40B4-BE49-F238E27FC236}">
                <a16:creationId xmlns:a16="http://schemas.microsoft.com/office/drawing/2014/main" id="{14F0CF11-C1D5-4E48-A7C5-81B680784156}"/>
              </a:ext>
            </a:extLst>
          </p:cNvPr>
          <p:cNvSpPr>
            <a:spLocks noGrp="1"/>
          </p:cNvSpPr>
          <p:nvPr/>
        </p:nvSpPr>
        <p:spPr>
          <a:xfrm>
            <a:off x="2686050" y="2409825"/>
            <a:ext cx="1809750" cy="1524000"/>
          </a:xfrm>
          <a:prstGeom prst="roundRect">
            <a:avLst>
              <a:gd name="adj" fmla="val 5000"/>
            </a:avLst>
          </a:prstGeom>
          <a:solidFill>
            <a:srgbClr val="FFFFFF"/>
          </a:solidFill>
          <a:ln w="9525">
            <a:solidFill>
              <a:srgbClr val="CDD5CB"/>
            </a:solidFill>
            <a:prstDash val="solid"/>
          </a:ln>
        </p:spPr>
        <p:txBody>
          <a:bodyPr/>
          <a:lstStyle/>
          <a:p>
            <a:endParaRPr lang="en-IN"/>
          </a:p>
        </p:txBody>
      </p:sp>
      <p:sp>
        <p:nvSpPr>
          <p:cNvPr id="14" name="Rectangle 13">
            <a:extLst>
              <a:ext uri="{FF2B5EF4-FFF2-40B4-BE49-F238E27FC236}">
                <a16:creationId xmlns:a16="http://schemas.microsoft.com/office/drawing/2014/main" id="{0558DE3C-F281-42A6-9CFD-D250076D9C71}"/>
              </a:ext>
            </a:extLst>
          </p:cNvPr>
          <p:cNvSpPr>
            <a:spLocks noGrp="1"/>
          </p:cNvSpPr>
          <p:nvPr/>
        </p:nvSpPr>
        <p:spPr>
          <a:xfrm>
            <a:off x="2686050" y="2409825"/>
            <a:ext cx="1809750" cy="66675"/>
          </a:xfrm>
          <a:prstGeom prst="rect">
            <a:avLst/>
          </a:prstGeom>
          <a:solidFill>
            <a:srgbClr val="C6F36B"/>
          </a:solidFill>
          <a:ln w="0">
            <a:noFill/>
            <a:prstDash val="solid"/>
          </a:ln>
        </p:spPr>
        <p:txBody>
          <a:bodyPr/>
          <a:lstStyle/>
          <a:p>
            <a:endParaRPr lang="en-IN"/>
          </a:p>
        </p:txBody>
      </p:sp>
      <p:sp>
        <p:nvSpPr>
          <p:cNvPr id="15" name="Rectangle 14">
            <a:extLst>
              <a:ext uri="{FF2B5EF4-FFF2-40B4-BE49-F238E27FC236}">
                <a16:creationId xmlns:a16="http://schemas.microsoft.com/office/drawing/2014/main" id="{B15B8127-860F-4C70-A1BC-E6D596582412}"/>
              </a:ext>
            </a:extLst>
          </p:cNvPr>
          <p:cNvSpPr>
            <a:spLocks noGrp="1"/>
          </p:cNvSpPr>
          <p:nvPr/>
        </p:nvSpPr>
        <p:spPr>
          <a:xfrm>
            <a:off x="2838450" y="2657475"/>
            <a:ext cx="1504950" cy="247650"/>
          </a:xfrm>
          <a:prstGeom prst="rect">
            <a:avLst/>
          </a:prstGeom>
          <a:noFill/>
          <a:ln w="0">
            <a:noFill/>
            <a:prstDash val="solid"/>
          </a:ln>
        </p:spPr>
        <p:txBody>
          <a:bodyPr wrap="square" lIns="0" tIns="0" rIns="0" bIns="0" anchor="ctr">
            <a:normAutofit/>
          </a:bodyPr>
          <a:lstStyle>
            <a:defPPr algn="ctr">
              <a:defRPr sz="1200" b="1">
                <a:solidFill>
                  <a:srgbClr val="243537"/>
                </a:solidFill>
                <a:latin typeface="Arial"/>
                <a:ea typeface="Arial"/>
                <a:cs typeface="Arial"/>
              </a:defRPr>
            </a:defPPr>
            <a:lvl1pPr algn="ctr">
              <a:defRPr sz="1200" b="1">
                <a:solidFill>
                  <a:srgbClr val="243537"/>
                </a:solidFill>
                <a:latin typeface="Arial"/>
                <a:ea typeface="Arial"/>
                <a:cs typeface="Arial"/>
              </a:defRPr>
            </a:lvl1pPr>
            <a:lvl2pPr algn="ctr">
              <a:defRPr sz="1200" b="1">
                <a:solidFill>
                  <a:srgbClr val="243537"/>
                </a:solidFill>
                <a:latin typeface="Arial"/>
                <a:ea typeface="Arial"/>
                <a:cs typeface="Arial"/>
              </a:defRPr>
            </a:lvl2pPr>
            <a:lvl3pPr algn="ctr">
              <a:defRPr sz="1200" b="1">
                <a:solidFill>
                  <a:srgbClr val="243537"/>
                </a:solidFill>
                <a:latin typeface="Arial"/>
                <a:ea typeface="Arial"/>
                <a:cs typeface="Arial"/>
              </a:defRPr>
            </a:lvl3pPr>
            <a:lvl4pPr algn="ctr">
              <a:defRPr sz="1200" b="1">
                <a:solidFill>
                  <a:srgbClr val="243537"/>
                </a:solidFill>
                <a:latin typeface="Arial"/>
                <a:ea typeface="Arial"/>
                <a:cs typeface="Arial"/>
              </a:defRPr>
            </a:lvl4pPr>
            <a:lvl5pPr algn="ctr">
              <a:defRPr sz="1200" b="1">
                <a:solidFill>
                  <a:srgbClr val="243537"/>
                </a:solidFill>
                <a:latin typeface="Arial"/>
                <a:ea typeface="Arial"/>
                <a:cs typeface="Arial"/>
              </a:defRPr>
            </a:lvl5pPr>
            <a:lvl6pPr algn="ctr">
              <a:defRPr sz="1200" b="1">
                <a:solidFill>
                  <a:srgbClr val="243537"/>
                </a:solidFill>
                <a:latin typeface="Arial"/>
                <a:ea typeface="Arial"/>
                <a:cs typeface="Arial"/>
              </a:defRPr>
            </a:lvl6pPr>
            <a:lvl7pPr algn="ctr">
              <a:defRPr sz="1200" b="1">
                <a:solidFill>
                  <a:srgbClr val="243537"/>
                </a:solidFill>
                <a:latin typeface="Arial"/>
                <a:ea typeface="Arial"/>
                <a:cs typeface="Arial"/>
              </a:defRPr>
            </a:lvl7pPr>
            <a:lvl8pPr algn="ctr">
              <a:defRPr sz="1200" b="1">
                <a:solidFill>
                  <a:srgbClr val="243537"/>
                </a:solidFill>
                <a:latin typeface="Arial"/>
                <a:ea typeface="Arial"/>
                <a:cs typeface="Arial"/>
              </a:defRPr>
            </a:lvl8pPr>
            <a:lvl9pPr algn="ctr">
              <a:defRPr sz="1200" b="1">
                <a:solidFill>
                  <a:srgbClr val="243537"/>
                </a:solidFill>
                <a:latin typeface="Arial"/>
                <a:ea typeface="Arial"/>
                <a:cs typeface="Arial"/>
              </a:defRPr>
            </a:lvl9pPr>
          </a:lstStyle>
          <a:p>
            <a:pPr algn="ctr">
              <a:defRPr sz="1200" b="1">
                <a:solidFill>
                  <a:srgbClr val="243537"/>
                </a:solidFill>
                <a:latin typeface="Arial"/>
                <a:ea typeface="Arial"/>
                <a:cs typeface="Arial"/>
              </a:defRPr>
            </a:pPr>
            <a:r>
              <a:rPr sz="1200" b="1">
                <a:solidFill>
                  <a:srgbClr val="243537"/>
                </a:solidFill>
                <a:latin typeface="Arial"/>
                <a:ea typeface="Arial"/>
                <a:cs typeface="Arial"/>
              </a:rPr>
              <a:t>DETECT</a:t>
            </a:r>
          </a:p>
        </p:txBody>
      </p:sp>
      <p:sp>
        <p:nvSpPr>
          <p:cNvPr id="16" name="Rectangle 15">
            <a:extLst>
              <a:ext uri="{FF2B5EF4-FFF2-40B4-BE49-F238E27FC236}">
                <a16:creationId xmlns:a16="http://schemas.microsoft.com/office/drawing/2014/main" id="{B02B578C-586E-4506-B35E-E65518128622}"/>
              </a:ext>
            </a:extLst>
          </p:cNvPr>
          <p:cNvSpPr>
            <a:spLocks noGrp="1"/>
          </p:cNvSpPr>
          <p:nvPr/>
        </p:nvSpPr>
        <p:spPr>
          <a:xfrm>
            <a:off x="2800350" y="3048000"/>
            <a:ext cx="1581150" cy="609600"/>
          </a:xfrm>
          <a:prstGeom prst="rect">
            <a:avLst/>
          </a:prstGeom>
          <a:noFill/>
          <a:ln w="0">
            <a:noFill/>
            <a:prstDash val="solid"/>
          </a:ln>
        </p:spPr>
        <p:txBody>
          <a:bodyPr wrap="square" lIns="0" tIns="0" rIns="0" bIns="0" anchor="ctr">
            <a:normAutofit/>
          </a:bodyPr>
          <a:lstStyle>
            <a:defPPr algn="ctr">
              <a:defRPr sz="1575" b="1">
                <a:solidFill>
                  <a:srgbClr val="10191A"/>
                </a:solidFill>
                <a:latin typeface="Arial"/>
                <a:ea typeface="Arial"/>
                <a:cs typeface="Arial"/>
              </a:defRPr>
            </a:defPPr>
            <a:lvl1pPr algn="ctr">
              <a:defRPr sz="1575" b="1">
                <a:solidFill>
                  <a:srgbClr val="10191A"/>
                </a:solidFill>
                <a:latin typeface="Arial"/>
                <a:ea typeface="Arial"/>
                <a:cs typeface="Arial"/>
              </a:defRPr>
            </a:lvl1pPr>
            <a:lvl2pPr algn="ctr">
              <a:defRPr sz="1575" b="1">
                <a:solidFill>
                  <a:srgbClr val="10191A"/>
                </a:solidFill>
                <a:latin typeface="Arial"/>
                <a:ea typeface="Arial"/>
                <a:cs typeface="Arial"/>
              </a:defRPr>
            </a:lvl2pPr>
            <a:lvl3pPr algn="ctr">
              <a:defRPr sz="1575" b="1">
                <a:solidFill>
                  <a:srgbClr val="10191A"/>
                </a:solidFill>
                <a:latin typeface="Arial"/>
                <a:ea typeface="Arial"/>
                <a:cs typeface="Arial"/>
              </a:defRPr>
            </a:lvl3pPr>
            <a:lvl4pPr algn="ctr">
              <a:defRPr sz="1575" b="1">
                <a:solidFill>
                  <a:srgbClr val="10191A"/>
                </a:solidFill>
                <a:latin typeface="Arial"/>
                <a:ea typeface="Arial"/>
                <a:cs typeface="Arial"/>
              </a:defRPr>
            </a:lvl4pPr>
            <a:lvl5pPr algn="ctr">
              <a:defRPr sz="1575" b="1">
                <a:solidFill>
                  <a:srgbClr val="10191A"/>
                </a:solidFill>
                <a:latin typeface="Arial"/>
                <a:ea typeface="Arial"/>
                <a:cs typeface="Arial"/>
              </a:defRPr>
            </a:lvl5pPr>
            <a:lvl6pPr algn="ctr">
              <a:defRPr sz="1575" b="1">
                <a:solidFill>
                  <a:srgbClr val="10191A"/>
                </a:solidFill>
                <a:latin typeface="Arial"/>
                <a:ea typeface="Arial"/>
                <a:cs typeface="Arial"/>
              </a:defRPr>
            </a:lvl6pPr>
            <a:lvl7pPr algn="ctr">
              <a:defRPr sz="1575" b="1">
                <a:solidFill>
                  <a:srgbClr val="10191A"/>
                </a:solidFill>
                <a:latin typeface="Arial"/>
                <a:ea typeface="Arial"/>
                <a:cs typeface="Arial"/>
              </a:defRPr>
            </a:lvl7pPr>
            <a:lvl8pPr algn="ctr">
              <a:defRPr sz="1575" b="1">
                <a:solidFill>
                  <a:srgbClr val="10191A"/>
                </a:solidFill>
                <a:latin typeface="Arial"/>
                <a:ea typeface="Arial"/>
                <a:cs typeface="Arial"/>
              </a:defRPr>
            </a:lvl8pPr>
            <a:lvl9pPr algn="ctr">
              <a:defRPr sz="1575" b="1">
                <a:solidFill>
                  <a:srgbClr val="10191A"/>
                </a:solidFill>
                <a:latin typeface="Arial"/>
                <a:ea typeface="Arial"/>
                <a:cs typeface="Arial"/>
              </a:defRPr>
            </a:lvl9pPr>
          </a:lstStyle>
          <a:p>
            <a:pPr algn="ctr">
              <a:defRPr sz="1575" b="1">
                <a:solidFill>
                  <a:srgbClr val="10191A"/>
                </a:solidFill>
                <a:latin typeface="Arial"/>
                <a:ea typeface="Arial"/>
                <a:cs typeface="Arial"/>
              </a:defRPr>
            </a:pPr>
            <a:r>
              <a:rPr sz="1575" b="1">
                <a:solidFill>
                  <a:srgbClr val="10191A"/>
                </a:solidFill>
                <a:latin typeface="Arial"/>
                <a:ea typeface="Arial"/>
                <a:cs typeface="Arial"/>
              </a:rPr>
              <a:t>YOLO11s</a:t>
            </a:r>
          </a:p>
          <a:p>
            <a:pPr algn="ctr">
              <a:defRPr sz="1575" b="1">
                <a:solidFill>
                  <a:srgbClr val="10191A"/>
                </a:solidFill>
                <a:latin typeface="Arial"/>
                <a:ea typeface="Arial"/>
                <a:cs typeface="Arial"/>
              </a:defRPr>
            </a:pPr>
            <a:r>
              <a:rPr sz="1575" b="1">
                <a:solidFill>
                  <a:srgbClr val="10191A"/>
                </a:solidFill>
                <a:latin typeface="Arial"/>
                <a:ea typeface="Arial"/>
                <a:cs typeface="Arial"/>
              </a:rPr>
              <a:t>10 classes</a:t>
            </a:r>
          </a:p>
        </p:txBody>
      </p:sp>
      <p:sp>
        <p:nvSpPr>
          <p:cNvPr id="17" name="Straight Connector 16">
            <a:extLst>
              <a:ext uri="{FF2B5EF4-FFF2-40B4-BE49-F238E27FC236}">
                <a16:creationId xmlns:a16="http://schemas.microsoft.com/office/drawing/2014/main" id="{CE84FB4D-6A90-4252-8F6C-881E7BC5296F}"/>
              </a:ext>
            </a:extLst>
          </p:cNvPr>
          <p:cNvSpPr>
            <a:spLocks noGrp="1"/>
          </p:cNvSpPr>
          <p:nvPr/>
        </p:nvSpPr>
        <p:spPr>
          <a:xfrm>
            <a:off x="4572000" y="3171825"/>
            <a:ext cx="152400" cy="9525"/>
          </a:xfrm>
          <a:prstGeom prst="line">
            <a:avLst/>
          </a:prstGeom>
          <a:noFill/>
          <a:ln w="19050">
            <a:solidFill>
              <a:srgbClr val="243537"/>
            </a:solidFill>
            <a:prstDash val="solid"/>
          </a:ln>
        </p:spPr>
        <p:txBody>
          <a:bodyPr/>
          <a:lstStyle/>
          <a:p>
            <a:endParaRPr lang="en-IN"/>
          </a:p>
        </p:txBody>
      </p:sp>
      <p:sp>
        <p:nvSpPr>
          <p:cNvPr id="18" name="Isosceles Triangle 17">
            <a:extLst>
              <a:ext uri="{FF2B5EF4-FFF2-40B4-BE49-F238E27FC236}">
                <a16:creationId xmlns:a16="http://schemas.microsoft.com/office/drawing/2014/main" id="{20CEE3FA-85D1-46F6-B70F-3746223F9B7E}"/>
              </a:ext>
            </a:extLst>
          </p:cNvPr>
          <p:cNvSpPr>
            <a:spLocks noGrp="1"/>
          </p:cNvSpPr>
          <p:nvPr/>
        </p:nvSpPr>
        <p:spPr>
          <a:xfrm rot="5400000">
            <a:off x="4619625" y="3114675"/>
            <a:ext cx="123825" cy="123825"/>
          </a:xfrm>
          <a:prstGeom prst="triangle">
            <a:avLst/>
          </a:prstGeom>
          <a:solidFill>
            <a:srgbClr val="243537"/>
          </a:solidFill>
          <a:ln w="0">
            <a:noFill/>
            <a:prstDash val="solid"/>
          </a:ln>
        </p:spPr>
        <p:txBody>
          <a:bodyPr/>
          <a:lstStyle/>
          <a:p>
            <a:endParaRPr lang="en-IN"/>
          </a:p>
        </p:txBody>
      </p:sp>
      <p:sp>
        <p:nvSpPr>
          <p:cNvPr id="19" name="architecture-2">
            <a:extLst>
              <a:ext uri="{FF2B5EF4-FFF2-40B4-BE49-F238E27FC236}">
                <a16:creationId xmlns:a16="http://schemas.microsoft.com/office/drawing/2014/main" id="{7BDCA4D3-8EB8-4517-9DAA-93F0D3A0F191}"/>
              </a:ext>
            </a:extLst>
          </p:cNvPr>
          <p:cNvSpPr>
            <a:spLocks noGrp="1"/>
          </p:cNvSpPr>
          <p:nvPr/>
        </p:nvSpPr>
        <p:spPr>
          <a:xfrm>
            <a:off x="4838700" y="2409825"/>
            <a:ext cx="1809750" cy="1524000"/>
          </a:xfrm>
          <a:prstGeom prst="roundRect">
            <a:avLst>
              <a:gd name="adj" fmla="val 5000"/>
            </a:avLst>
          </a:prstGeom>
          <a:solidFill>
            <a:srgbClr val="FFFFFF"/>
          </a:solidFill>
          <a:ln w="9525">
            <a:solidFill>
              <a:srgbClr val="CDD5CB"/>
            </a:solidFill>
            <a:prstDash val="solid"/>
          </a:ln>
        </p:spPr>
        <p:txBody>
          <a:bodyPr/>
          <a:lstStyle/>
          <a:p>
            <a:endParaRPr lang="en-IN"/>
          </a:p>
        </p:txBody>
      </p:sp>
      <p:sp>
        <p:nvSpPr>
          <p:cNvPr id="20" name="Rectangle 19">
            <a:extLst>
              <a:ext uri="{FF2B5EF4-FFF2-40B4-BE49-F238E27FC236}">
                <a16:creationId xmlns:a16="http://schemas.microsoft.com/office/drawing/2014/main" id="{FBB6D2AD-0065-481D-8A62-EACF708C4F7E}"/>
              </a:ext>
            </a:extLst>
          </p:cNvPr>
          <p:cNvSpPr>
            <a:spLocks noGrp="1"/>
          </p:cNvSpPr>
          <p:nvPr/>
        </p:nvSpPr>
        <p:spPr>
          <a:xfrm>
            <a:off x="4838700" y="2409825"/>
            <a:ext cx="1809750" cy="66675"/>
          </a:xfrm>
          <a:prstGeom prst="rect">
            <a:avLst/>
          </a:prstGeom>
          <a:solidFill>
            <a:srgbClr val="32CDBA"/>
          </a:solidFill>
          <a:ln w="0">
            <a:noFill/>
            <a:prstDash val="solid"/>
          </a:ln>
        </p:spPr>
        <p:txBody>
          <a:bodyPr/>
          <a:lstStyle/>
          <a:p>
            <a:endParaRPr lang="en-IN"/>
          </a:p>
        </p:txBody>
      </p:sp>
      <p:sp>
        <p:nvSpPr>
          <p:cNvPr id="21" name="Rectangle 20">
            <a:extLst>
              <a:ext uri="{FF2B5EF4-FFF2-40B4-BE49-F238E27FC236}">
                <a16:creationId xmlns:a16="http://schemas.microsoft.com/office/drawing/2014/main" id="{965C2918-4964-49E2-B647-B1588C8483FF}"/>
              </a:ext>
            </a:extLst>
          </p:cNvPr>
          <p:cNvSpPr>
            <a:spLocks noGrp="1"/>
          </p:cNvSpPr>
          <p:nvPr/>
        </p:nvSpPr>
        <p:spPr>
          <a:xfrm>
            <a:off x="4991100" y="2657475"/>
            <a:ext cx="1504950" cy="247650"/>
          </a:xfrm>
          <a:prstGeom prst="rect">
            <a:avLst/>
          </a:prstGeom>
          <a:noFill/>
          <a:ln w="0">
            <a:noFill/>
            <a:prstDash val="solid"/>
          </a:ln>
        </p:spPr>
        <p:txBody>
          <a:bodyPr wrap="square" lIns="0" tIns="0" rIns="0" bIns="0" anchor="ctr">
            <a:normAutofit/>
          </a:bodyPr>
          <a:lstStyle>
            <a:defPPr algn="ctr">
              <a:defRPr sz="1200" b="1">
                <a:solidFill>
                  <a:srgbClr val="243537"/>
                </a:solidFill>
                <a:latin typeface="Arial"/>
                <a:ea typeface="Arial"/>
                <a:cs typeface="Arial"/>
              </a:defRPr>
            </a:defPPr>
            <a:lvl1pPr algn="ctr">
              <a:defRPr sz="1200" b="1">
                <a:solidFill>
                  <a:srgbClr val="243537"/>
                </a:solidFill>
                <a:latin typeface="Arial"/>
                <a:ea typeface="Arial"/>
                <a:cs typeface="Arial"/>
              </a:defRPr>
            </a:lvl1pPr>
            <a:lvl2pPr algn="ctr">
              <a:defRPr sz="1200" b="1">
                <a:solidFill>
                  <a:srgbClr val="243537"/>
                </a:solidFill>
                <a:latin typeface="Arial"/>
                <a:ea typeface="Arial"/>
                <a:cs typeface="Arial"/>
              </a:defRPr>
            </a:lvl2pPr>
            <a:lvl3pPr algn="ctr">
              <a:defRPr sz="1200" b="1">
                <a:solidFill>
                  <a:srgbClr val="243537"/>
                </a:solidFill>
                <a:latin typeface="Arial"/>
                <a:ea typeface="Arial"/>
                <a:cs typeface="Arial"/>
              </a:defRPr>
            </a:lvl3pPr>
            <a:lvl4pPr algn="ctr">
              <a:defRPr sz="1200" b="1">
                <a:solidFill>
                  <a:srgbClr val="243537"/>
                </a:solidFill>
                <a:latin typeface="Arial"/>
                <a:ea typeface="Arial"/>
                <a:cs typeface="Arial"/>
              </a:defRPr>
            </a:lvl4pPr>
            <a:lvl5pPr algn="ctr">
              <a:defRPr sz="1200" b="1">
                <a:solidFill>
                  <a:srgbClr val="243537"/>
                </a:solidFill>
                <a:latin typeface="Arial"/>
                <a:ea typeface="Arial"/>
                <a:cs typeface="Arial"/>
              </a:defRPr>
            </a:lvl5pPr>
            <a:lvl6pPr algn="ctr">
              <a:defRPr sz="1200" b="1">
                <a:solidFill>
                  <a:srgbClr val="243537"/>
                </a:solidFill>
                <a:latin typeface="Arial"/>
                <a:ea typeface="Arial"/>
                <a:cs typeface="Arial"/>
              </a:defRPr>
            </a:lvl6pPr>
            <a:lvl7pPr algn="ctr">
              <a:defRPr sz="1200" b="1">
                <a:solidFill>
                  <a:srgbClr val="243537"/>
                </a:solidFill>
                <a:latin typeface="Arial"/>
                <a:ea typeface="Arial"/>
                <a:cs typeface="Arial"/>
              </a:defRPr>
            </a:lvl7pPr>
            <a:lvl8pPr algn="ctr">
              <a:defRPr sz="1200" b="1">
                <a:solidFill>
                  <a:srgbClr val="243537"/>
                </a:solidFill>
                <a:latin typeface="Arial"/>
                <a:ea typeface="Arial"/>
                <a:cs typeface="Arial"/>
              </a:defRPr>
            </a:lvl8pPr>
            <a:lvl9pPr algn="ctr">
              <a:defRPr sz="1200" b="1">
                <a:solidFill>
                  <a:srgbClr val="243537"/>
                </a:solidFill>
                <a:latin typeface="Arial"/>
                <a:ea typeface="Arial"/>
                <a:cs typeface="Arial"/>
              </a:defRPr>
            </a:lvl9pPr>
          </a:lstStyle>
          <a:p>
            <a:pPr algn="ctr">
              <a:defRPr sz="1200" b="1">
                <a:solidFill>
                  <a:srgbClr val="243537"/>
                </a:solidFill>
                <a:latin typeface="Arial"/>
                <a:ea typeface="Arial"/>
                <a:cs typeface="Arial"/>
              </a:defRPr>
            </a:pPr>
            <a:r>
              <a:rPr sz="1200" b="1">
                <a:solidFill>
                  <a:srgbClr val="243537"/>
                </a:solidFill>
                <a:latin typeface="Arial"/>
                <a:ea typeface="Arial"/>
                <a:cs typeface="Arial"/>
              </a:rPr>
              <a:t>TRACK</a:t>
            </a:r>
          </a:p>
        </p:txBody>
      </p:sp>
      <p:sp>
        <p:nvSpPr>
          <p:cNvPr id="22" name="Rectangle 21">
            <a:extLst>
              <a:ext uri="{FF2B5EF4-FFF2-40B4-BE49-F238E27FC236}">
                <a16:creationId xmlns:a16="http://schemas.microsoft.com/office/drawing/2014/main" id="{E9DAD644-DBED-4799-BD4B-FC0E3F78CEE8}"/>
              </a:ext>
            </a:extLst>
          </p:cNvPr>
          <p:cNvSpPr>
            <a:spLocks noGrp="1"/>
          </p:cNvSpPr>
          <p:nvPr/>
        </p:nvSpPr>
        <p:spPr>
          <a:xfrm>
            <a:off x="4953000" y="3048000"/>
            <a:ext cx="1581150" cy="609600"/>
          </a:xfrm>
          <a:prstGeom prst="rect">
            <a:avLst/>
          </a:prstGeom>
          <a:noFill/>
          <a:ln w="0">
            <a:noFill/>
            <a:prstDash val="solid"/>
          </a:ln>
        </p:spPr>
        <p:txBody>
          <a:bodyPr wrap="square" lIns="0" tIns="0" rIns="0" bIns="0" anchor="ctr">
            <a:normAutofit/>
          </a:bodyPr>
          <a:lstStyle>
            <a:defPPr algn="ctr">
              <a:defRPr sz="1575" b="1">
                <a:solidFill>
                  <a:srgbClr val="10191A"/>
                </a:solidFill>
                <a:latin typeface="Arial"/>
                <a:ea typeface="Arial"/>
                <a:cs typeface="Arial"/>
              </a:defRPr>
            </a:defPPr>
            <a:lvl1pPr algn="ctr">
              <a:defRPr sz="1575" b="1">
                <a:solidFill>
                  <a:srgbClr val="10191A"/>
                </a:solidFill>
                <a:latin typeface="Arial"/>
                <a:ea typeface="Arial"/>
                <a:cs typeface="Arial"/>
              </a:defRPr>
            </a:lvl1pPr>
            <a:lvl2pPr algn="ctr">
              <a:defRPr sz="1575" b="1">
                <a:solidFill>
                  <a:srgbClr val="10191A"/>
                </a:solidFill>
                <a:latin typeface="Arial"/>
                <a:ea typeface="Arial"/>
                <a:cs typeface="Arial"/>
              </a:defRPr>
            </a:lvl2pPr>
            <a:lvl3pPr algn="ctr">
              <a:defRPr sz="1575" b="1">
                <a:solidFill>
                  <a:srgbClr val="10191A"/>
                </a:solidFill>
                <a:latin typeface="Arial"/>
                <a:ea typeface="Arial"/>
                <a:cs typeface="Arial"/>
              </a:defRPr>
            </a:lvl3pPr>
            <a:lvl4pPr algn="ctr">
              <a:defRPr sz="1575" b="1">
                <a:solidFill>
                  <a:srgbClr val="10191A"/>
                </a:solidFill>
                <a:latin typeface="Arial"/>
                <a:ea typeface="Arial"/>
                <a:cs typeface="Arial"/>
              </a:defRPr>
            </a:lvl4pPr>
            <a:lvl5pPr algn="ctr">
              <a:defRPr sz="1575" b="1">
                <a:solidFill>
                  <a:srgbClr val="10191A"/>
                </a:solidFill>
                <a:latin typeface="Arial"/>
                <a:ea typeface="Arial"/>
                <a:cs typeface="Arial"/>
              </a:defRPr>
            </a:lvl5pPr>
            <a:lvl6pPr algn="ctr">
              <a:defRPr sz="1575" b="1">
                <a:solidFill>
                  <a:srgbClr val="10191A"/>
                </a:solidFill>
                <a:latin typeface="Arial"/>
                <a:ea typeface="Arial"/>
                <a:cs typeface="Arial"/>
              </a:defRPr>
            </a:lvl6pPr>
            <a:lvl7pPr algn="ctr">
              <a:defRPr sz="1575" b="1">
                <a:solidFill>
                  <a:srgbClr val="10191A"/>
                </a:solidFill>
                <a:latin typeface="Arial"/>
                <a:ea typeface="Arial"/>
                <a:cs typeface="Arial"/>
              </a:defRPr>
            </a:lvl7pPr>
            <a:lvl8pPr algn="ctr">
              <a:defRPr sz="1575" b="1">
                <a:solidFill>
                  <a:srgbClr val="10191A"/>
                </a:solidFill>
                <a:latin typeface="Arial"/>
                <a:ea typeface="Arial"/>
                <a:cs typeface="Arial"/>
              </a:defRPr>
            </a:lvl8pPr>
            <a:lvl9pPr algn="ctr">
              <a:defRPr sz="1575" b="1">
                <a:solidFill>
                  <a:srgbClr val="10191A"/>
                </a:solidFill>
                <a:latin typeface="Arial"/>
                <a:ea typeface="Arial"/>
                <a:cs typeface="Arial"/>
              </a:defRPr>
            </a:lvl9pPr>
          </a:lstStyle>
          <a:p>
            <a:pPr algn="ctr">
              <a:defRPr sz="1575" b="1">
                <a:solidFill>
                  <a:srgbClr val="10191A"/>
                </a:solidFill>
                <a:latin typeface="Arial"/>
                <a:ea typeface="Arial"/>
                <a:cs typeface="Arial"/>
              </a:defRPr>
            </a:pPr>
            <a:r>
              <a:rPr sz="1575" b="1">
                <a:solidFill>
                  <a:srgbClr val="10191A"/>
                </a:solidFill>
                <a:latin typeface="Arial"/>
                <a:ea typeface="Arial"/>
                <a:cs typeface="Arial"/>
              </a:rPr>
              <a:t>ByteTrack</a:t>
            </a:r>
          </a:p>
          <a:p>
            <a:pPr algn="ctr">
              <a:defRPr sz="1575" b="1">
                <a:solidFill>
                  <a:srgbClr val="10191A"/>
                </a:solidFill>
                <a:latin typeface="Arial"/>
                <a:ea typeface="Arial"/>
                <a:cs typeface="Arial"/>
              </a:defRPr>
            </a:pPr>
            <a:r>
              <a:rPr sz="1575" b="1">
                <a:solidFill>
                  <a:srgbClr val="10191A"/>
                </a:solidFill>
                <a:latin typeface="Arial"/>
                <a:ea typeface="Arial"/>
                <a:cs typeface="Arial"/>
              </a:rPr>
              <a:t>Person IDs</a:t>
            </a:r>
          </a:p>
        </p:txBody>
      </p:sp>
      <p:sp>
        <p:nvSpPr>
          <p:cNvPr id="23" name="Straight Connector 22">
            <a:extLst>
              <a:ext uri="{FF2B5EF4-FFF2-40B4-BE49-F238E27FC236}">
                <a16:creationId xmlns:a16="http://schemas.microsoft.com/office/drawing/2014/main" id="{815CF35B-0800-4492-BEDD-1FFFD2F306DA}"/>
              </a:ext>
            </a:extLst>
          </p:cNvPr>
          <p:cNvSpPr>
            <a:spLocks noGrp="1"/>
          </p:cNvSpPr>
          <p:nvPr/>
        </p:nvSpPr>
        <p:spPr>
          <a:xfrm>
            <a:off x="6724650" y="3171825"/>
            <a:ext cx="152400" cy="9525"/>
          </a:xfrm>
          <a:prstGeom prst="line">
            <a:avLst/>
          </a:prstGeom>
          <a:noFill/>
          <a:ln w="19050">
            <a:solidFill>
              <a:srgbClr val="243537"/>
            </a:solidFill>
            <a:prstDash val="solid"/>
          </a:ln>
        </p:spPr>
        <p:txBody>
          <a:bodyPr/>
          <a:lstStyle/>
          <a:p>
            <a:endParaRPr lang="en-IN"/>
          </a:p>
        </p:txBody>
      </p:sp>
      <p:sp>
        <p:nvSpPr>
          <p:cNvPr id="24" name="Isosceles Triangle 23">
            <a:extLst>
              <a:ext uri="{FF2B5EF4-FFF2-40B4-BE49-F238E27FC236}">
                <a16:creationId xmlns:a16="http://schemas.microsoft.com/office/drawing/2014/main" id="{18CD416B-5039-4702-8A7F-0D40F542FCE7}"/>
              </a:ext>
            </a:extLst>
          </p:cNvPr>
          <p:cNvSpPr>
            <a:spLocks noGrp="1"/>
          </p:cNvSpPr>
          <p:nvPr/>
        </p:nvSpPr>
        <p:spPr>
          <a:xfrm rot="5400000">
            <a:off x="6772275" y="3114675"/>
            <a:ext cx="123825" cy="123825"/>
          </a:xfrm>
          <a:prstGeom prst="triangle">
            <a:avLst/>
          </a:prstGeom>
          <a:solidFill>
            <a:srgbClr val="243537"/>
          </a:solidFill>
          <a:ln w="0">
            <a:noFill/>
            <a:prstDash val="solid"/>
          </a:ln>
        </p:spPr>
        <p:txBody>
          <a:bodyPr/>
          <a:lstStyle/>
          <a:p>
            <a:endParaRPr lang="en-IN"/>
          </a:p>
        </p:txBody>
      </p:sp>
      <p:sp>
        <p:nvSpPr>
          <p:cNvPr id="25" name="architecture-3">
            <a:extLst>
              <a:ext uri="{FF2B5EF4-FFF2-40B4-BE49-F238E27FC236}">
                <a16:creationId xmlns:a16="http://schemas.microsoft.com/office/drawing/2014/main" id="{0D9AD0D9-715B-4308-B010-6FF0B32C35EB}"/>
              </a:ext>
            </a:extLst>
          </p:cNvPr>
          <p:cNvSpPr>
            <a:spLocks noGrp="1"/>
          </p:cNvSpPr>
          <p:nvPr/>
        </p:nvSpPr>
        <p:spPr>
          <a:xfrm>
            <a:off x="6991350" y="2409825"/>
            <a:ext cx="2038350" cy="1524000"/>
          </a:xfrm>
          <a:prstGeom prst="roundRect">
            <a:avLst>
              <a:gd name="adj" fmla="val 5000"/>
            </a:avLst>
          </a:prstGeom>
          <a:solidFill>
            <a:srgbClr val="FFFFFF"/>
          </a:solidFill>
          <a:ln w="9525">
            <a:solidFill>
              <a:srgbClr val="CDD5CB"/>
            </a:solidFill>
            <a:prstDash val="solid"/>
          </a:ln>
        </p:spPr>
        <p:txBody>
          <a:bodyPr/>
          <a:lstStyle/>
          <a:p>
            <a:endParaRPr lang="en-IN"/>
          </a:p>
        </p:txBody>
      </p:sp>
      <p:sp>
        <p:nvSpPr>
          <p:cNvPr id="26" name="Rectangle 25">
            <a:extLst>
              <a:ext uri="{FF2B5EF4-FFF2-40B4-BE49-F238E27FC236}">
                <a16:creationId xmlns:a16="http://schemas.microsoft.com/office/drawing/2014/main" id="{B0369982-7DBD-4EB2-BE8F-32B5DC53336F}"/>
              </a:ext>
            </a:extLst>
          </p:cNvPr>
          <p:cNvSpPr>
            <a:spLocks noGrp="1"/>
          </p:cNvSpPr>
          <p:nvPr/>
        </p:nvSpPr>
        <p:spPr>
          <a:xfrm>
            <a:off x="6991350" y="2409825"/>
            <a:ext cx="2038350" cy="66675"/>
          </a:xfrm>
          <a:prstGeom prst="rect">
            <a:avLst/>
          </a:prstGeom>
          <a:solidFill>
            <a:srgbClr val="C6F36B"/>
          </a:solidFill>
          <a:ln w="0">
            <a:noFill/>
            <a:prstDash val="solid"/>
          </a:ln>
        </p:spPr>
        <p:txBody>
          <a:bodyPr/>
          <a:lstStyle/>
          <a:p>
            <a:endParaRPr lang="en-IN"/>
          </a:p>
        </p:txBody>
      </p:sp>
      <p:sp>
        <p:nvSpPr>
          <p:cNvPr id="27" name="Rectangle 26">
            <a:extLst>
              <a:ext uri="{FF2B5EF4-FFF2-40B4-BE49-F238E27FC236}">
                <a16:creationId xmlns:a16="http://schemas.microsoft.com/office/drawing/2014/main" id="{912A742F-87DD-49B8-AB61-2F8EB8F672C7}"/>
              </a:ext>
            </a:extLst>
          </p:cNvPr>
          <p:cNvSpPr>
            <a:spLocks noGrp="1"/>
          </p:cNvSpPr>
          <p:nvPr/>
        </p:nvSpPr>
        <p:spPr>
          <a:xfrm>
            <a:off x="7143750" y="2657475"/>
            <a:ext cx="1733550" cy="247650"/>
          </a:xfrm>
          <a:prstGeom prst="rect">
            <a:avLst/>
          </a:prstGeom>
          <a:noFill/>
          <a:ln w="0">
            <a:noFill/>
            <a:prstDash val="solid"/>
          </a:ln>
        </p:spPr>
        <p:txBody>
          <a:bodyPr wrap="square" lIns="0" tIns="0" rIns="0" bIns="0" anchor="ctr">
            <a:normAutofit/>
          </a:bodyPr>
          <a:lstStyle>
            <a:defPPr algn="ctr">
              <a:defRPr sz="1200" b="1">
                <a:solidFill>
                  <a:srgbClr val="243537"/>
                </a:solidFill>
                <a:latin typeface="Arial"/>
                <a:ea typeface="Arial"/>
                <a:cs typeface="Arial"/>
              </a:defRPr>
            </a:defPPr>
            <a:lvl1pPr algn="ctr">
              <a:defRPr sz="1200" b="1">
                <a:solidFill>
                  <a:srgbClr val="243537"/>
                </a:solidFill>
                <a:latin typeface="Arial"/>
                <a:ea typeface="Arial"/>
                <a:cs typeface="Arial"/>
              </a:defRPr>
            </a:lvl1pPr>
            <a:lvl2pPr algn="ctr">
              <a:defRPr sz="1200" b="1">
                <a:solidFill>
                  <a:srgbClr val="243537"/>
                </a:solidFill>
                <a:latin typeface="Arial"/>
                <a:ea typeface="Arial"/>
                <a:cs typeface="Arial"/>
              </a:defRPr>
            </a:lvl2pPr>
            <a:lvl3pPr algn="ctr">
              <a:defRPr sz="1200" b="1">
                <a:solidFill>
                  <a:srgbClr val="243537"/>
                </a:solidFill>
                <a:latin typeface="Arial"/>
                <a:ea typeface="Arial"/>
                <a:cs typeface="Arial"/>
              </a:defRPr>
            </a:lvl3pPr>
            <a:lvl4pPr algn="ctr">
              <a:defRPr sz="1200" b="1">
                <a:solidFill>
                  <a:srgbClr val="243537"/>
                </a:solidFill>
                <a:latin typeface="Arial"/>
                <a:ea typeface="Arial"/>
                <a:cs typeface="Arial"/>
              </a:defRPr>
            </a:lvl4pPr>
            <a:lvl5pPr algn="ctr">
              <a:defRPr sz="1200" b="1">
                <a:solidFill>
                  <a:srgbClr val="243537"/>
                </a:solidFill>
                <a:latin typeface="Arial"/>
                <a:ea typeface="Arial"/>
                <a:cs typeface="Arial"/>
              </a:defRPr>
            </a:lvl5pPr>
            <a:lvl6pPr algn="ctr">
              <a:defRPr sz="1200" b="1">
                <a:solidFill>
                  <a:srgbClr val="243537"/>
                </a:solidFill>
                <a:latin typeface="Arial"/>
                <a:ea typeface="Arial"/>
                <a:cs typeface="Arial"/>
              </a:defRPr>
            </a:lvl6pPr>
            <a:lvl7pPr algn="ctr">
              <a:defRPr sz="1200" b="1">
                <a:solidFill>
                  <a:srgbClr val="243537"/>
                </a:solidFill>
                <a:latin typeface="Arial"/>
                <a:ea typeface="Arial"/>
                <a:cs typeface="Arial"/>
              </a:defRPr>
            </a:lvl7pPr>
            <a:lvl8pPr algn="ctr">
              <a:defRPr sz="1200" b="1">
                <a:solidFill>
                  <a:srgbClr val="243537"/>
                </a:solidFill>
                <a:latin typeface="Arial"/>
                <a:ea typeface="Arial"/>
                <a:cs typeface="Arial"/>
              </a:defRPr>
            </a:lvl8pPr>
            <a:lvl9pPr algn="ctr">
              <a:defRPr sz="1200" b="1">
                <a:solidFill>
                  <a:srgbClr val="243537"/>
                </a:solidFill>
                <a:latin typeface="Arial"/>
                <a:ea typeface="Arial"/>
                <a:cs typeface="Arial"/>
              </a:defRPr>
            </a:lvl9pPr>
          </a:lstStyle>
          <a:p>
            <a:pPr algn="ctr">
              <a:defRPr sz="1200" b="1">
                <a:solidFill>
                  <a:srgbClr val="243537"/>
                </a:solidFill>
                <a:latin typeface="Arial"/>
                <a:ea typeface="Arial"/>
                <a:cs typeface="Arial"/>
              </a:defRPr>
            </a:pPr>
            <a:r>
              <a:rPr sz="1200" b="1">
                <a:solidFill>
                  <a:srgbClr val="243537"/>
                </a:solidFill>
                <a:latin typeface="Arial"/>
                <a:ea typeface="Arial"/>
                <a:cs typeface="Arial"/>
              </a:rPr>
              <a:t>APPLY RULES</a:t>
            </a:r>
          </a:p>
        </p:txBody>
      </p:sp>
      <p:sp>
        <p:nvSpPr>
          <p:cNvPr id="28" name="Rectangle 27">
            <a:extLst>
              <a:ext uri="{FF2B5EF4-FFF2-40B4-BE49-F238E27FC236}">
                <a16:creationId xmlns:a16="http://schemas.microsoft.com/office/drawing/2014/main" id="{6156FDA5-46A4-44F4-AC10-AE9AF08CE043}"/>
              </a:ext>
            </a:extLst>
          </p:cNvPr>
          <p:cNvSpPr>
            <a:spLocks noGrp="1"/>
          </p:cNvSpPr>
          <p:nvPr/>
        </p:nvSpPr>
        <p:spPr>
          <a:xfrm>
            <a:off x="7105650" y="3048000"/>
            <a:ext cx="1809750" cy="609600"/>
          </a:xfrm>
          <a:prstGeom prst="rect">
            <a:avLst/>
          </a:prstGeom>
          <a:noFill/>
          <a:ln w="0">
            <a:noFill/>
            <a:prstDash val="solid"/>
          </a:ln>
        </p:spPr>
        <p:txBody>
          <a:bodyPr wrap="square" lIns="0" tIns="0" rIns="0" bIns="0" anchor="ctr">
            <a:normAutofit/>
          </a:bodyPr>
          <a:lstStyle>
            <a:defPPr algn="ctr">
              <a:defRPr sz="1575" b="1">
                <a:solidFill>
                  <a:srgbClr val="10191A"/>
                </a:solidFill>
                <a:latin typeface="Arial"/>
                <a:ea typeface="Arial"/>
                <a:cs typeface="Arial"/>
              </a:defRPr>
            </a:defPPr>
            <a:lvl1pPr algn="ctr">
              <a:defRPr sz="1575" b="1">
                <a:solidFill>
                  <a:srgbClr val="10191A"/>
                </a:solidFill>
                <a:latin typeface="Arial"/>
                <a:ea typeface="Arial"/>
                <a:cs typeface="Arial"/>
              </a:defRPr>
            </a:lvl1pPr>
            <a:lvl2pPr algn="ctr">
              <a:defRPr sz="1575" b="1">
                <a:solidFill>
                  <a:srgbClr val="10191A"/>
                </a:solidFill>
                <a:latin typeface="Arial"/>
                <a:ea typeface="Arial"/>
                <a:cs typeface="Arial"/>
              </a:defRPr>
            </a:lvl2pPr>
            <a:lvl3pPr algn="ctr">
              <a:defRPr sz="1575" b="1">
                <a:solidFill>
                  <a:srgbClr val="10191A"/>
                </a:solidFill>
                <a:latin typeface="Arial"/>
                <a:ea typeface="Arial"/>
                <a:cs typeface="Arial"/>
              </a:defRPr>
            </a:lvl3pPr>
            <a:lvl4pPr algn="ctr">
              <a:defRPr sz="1575" b="1">
                <a:solidFill>
                  <a:srgbClr val="10191A"/>
                </a:solidFill>
                <a:latin typeface="Arial"/>
                <a:ea typeface="Arial"/>
                <a:cs typeface="Arial"/>
              </a:defRPr>
            </a:lvl4pPr>
            <a:lvl5pPr algn="ctr">
              <a:defRPr sz="1575" b="1">
                <a:solidFill>
                  <a:srgbClr val="10191A"/>
                </a:solidFill>
                <a:latin typeface="Arial"/>
                <a:ea typeface="Arial"/>
                <a:cs typeface="Arial"/>
              </a:defRPr>
            </a:lvl5pPr>
            <a:lvl6pPr algn="ctr">
              <a:defRPr sz="1575" b="1">
                <a:solidFill>
                  <a:srgbClr val="10191A"/>
                </a:solidFill>
                <a:latin typeface="Arial"/>
                <a:ea typeface="Arial"/>
                <a:cs typeface="Arial"/>
              </a:defRPr>
            </a:lvl6pPr>
            <a:lvl7pPr algn="ctr">
              <a:defRPr sz="1575" b="1">
                <a:solidFill>
                  <a:srgbClr val="10191A"/>
                </a:solidFill>
                <a:latin typeface="Arial"/>
                <a:ea typeface="Arial"/>
                <a:cs typeface="Arial"/>
              </a:defRPr>
            </a:lvl7pPr>
            <a:lvl8pPr algn="ctr">
              <a:defRPr sz="1575" b="1">
                <a:solidFill>
                  <a:srgbClr val="10191A"/>
                </a:solidFill>
                <a:latin typeface="Arial"/>
                <a:ea typeface="Arial"/>
                <a:cs typeface="Arial"/>
              </a:defRPr>
            </a:lvl8pPr>
            <a:lvl9pPr algn="ctr">
              <a:defRPr sz="1575" b="1">
                <a:solidFill>
                  <a:srgbClr val="10191A"/>
                </a:solidFill>
                <a:latin typeface="Arial"/>
                <a:ea typeface="Arial"/>
                <a:cs typeface="Arial"/>
              </a:defRPr>
            </a:lvl9pPr>
          </a:lstStyle>
          <a:p>
            <a:pPr algn="ctr">
              <a:defRPr sz="1575" b="1">
                <a:solidFill>
                  <a:srgbClr val="10191A"/>
                </a:solidFill>
                <a:latin typeface="Arial"/>
                <a:ea typeface="Arial"/>
                <a:cs typeface="Arial"/>
              </a:defRPr>
            </a:pPr>
            <a:r>
              <a:rPr sz="1575" b="1">
                <a:solidFill>
                  <a:srgbClr val="10191A"/>
                </a:solidFill>
                <a:latin typeface="Arial"/>
                <a:ea typeface="Arial"/>
                <a:cs typeface="Arial"/>
              </a:rPr>
              <a:t>PPE association</a:t>
            </a:r>
          </a:p>
          <a:p>
            <a:pPr algn="ctr">
              <a:defRPr sz="1575" b="1">
                <a:solidFill>
                  <a:srgbClr val="10191A"/>
                </a:solidFill>
                <a:latin typeface="Arial"/>
                <a:ea typeface="Arial"/>
                <a:cs typeface="Arial"/>
              </a:defRPr>
            </a:pPr>
            <a:r>
              <a:rPr sz="1575" b="1">
                <a:solidFill>
                  <a:srgbClr val="10191A"/>
                </a:solidFill>
                <a:latin typeface="Arial"/>
                <a:ea typeface="Arial"/>
                <a:cs typeface="Arial"/>
              </a:rPr>
              <a:t>Zones + time</a:t>
            </a:r>
          </a:p>
        </p:txBody>
      </p:sp>
      <p:sp>
        <p:nvSpPr>
          <p:cNvPr id="29" name="Straight Connector 28">
            <a:extLst>
              <a:ext uri="{FF2B5EF4-FFF2-40B4-BE49-F238E27FC236}">
                <a16:creationId xmlns:a16="http://schemas.microsoft.com/office/drawing/2014/main" id="{AB52F120-3999-4346-89E5-AE6B433EB301}"/>
              </a:ext>
            </a:extLst>
          </p:cNvPr>
          <p:cNvSpPr>
            <a:spLocks noGrp="1"/>
          </p:cNvSpPr>
          <p:nvPr/>
        </p:nvSpPr>
        <p:spPr>
          <a:xfrm>
            <a:off x="9105900" y="3171825"/>
            <a:ext cx="152400" cy="9525"/>
          </a:xfrm>
          <a:prstGeom prst="line">
            <a:avLst/>
          </a:prstGeom>
          <a:noFill/>
          <a:ln w="19050">
            <a:solidFill>
              <a:srgbClr val="243537"/>
            </a:solidFill>
            <a:prstDash val="solid"/>
          </a:ln>
        </p:spPr>
        <p:txBody>
          <a:bodyPr/>
          <a:lstStyle/>
          <a:p>
            <a:endParaRPr lang="en-IN"/>
          </a:p>
        </p:txBody>
      </p:sp>
      <p:sp>
        <p:nvSpPr>
          <p:cNvPr id="30" name="Isosceles Triangle 29">
            <a:extLst>
              <a:ext uri="{FF2B5EF4-FFF2-40B4-BE49-F238E27FC236}">
                <a16:creationId xmlns:a16="http://schemas.microsoft.com/office/drawing/2014/main" id="{B431D092-606C-4D09-8014-7698E0643EAA}"/>
              </a:ext>
            </a:extLst>
          </p:cNvPr>
          <p:cNvSpPr>
            <a:spLocks noGrp="1"/>
          </p:cNvSpPr>
          <p:nvPr/>
        </p:nvSpPr>
        <p:spPr>
          <a:xfrm rot="5400000">
            <a:off x="9153525" y="3114675"/>
            <a:ext cx="123825" cy="123825"/>
          </a:xfrm>
          <a:prstGeom prst="triangle">
            <a:avLst/>
          </a:prstGeom>
          <a:solidFill>
            <a:srgbClr val="243537"/>
          </a:solidFill>
          <a:ln w="0">
            <a:noFill/>
            <a:prstDash val="solid"/>
          </a:ln>
        </p:spPr>
        <p:txBody>
          <a:bodyPr/>
          <a:lstStyle/>
          <a:p>
            <a:endParaRPr lang="en-IN"/>
          </a:p>
        </p:txBody>
      </p:sp>
      <p:sp>
        <p:nvSpPr>
          <p:cNvPr id="31" name="architecture-4">
            <a:extLst>
              <a:ext uri="{FF2B5EF4-FFF2-40B4-BE49-F238E27FC236}">
                <a16:creationId xmlns:a16="http://schemas.microsoft.com/office/drawing/2014/main" id="{D4703F8B-9607-43CA-A1E4-F46007D31F39}"/>
              </a:ext>
            </a:extLst>
          </p:cNvPr>
          <p:cNvSpPr>
            <a:spLocks noGrp="1"/>
          </p:cNvSpPr>
          <p:nvPr/>
        </p:nvSpPr>
        <p:spPr>
          <a:xfrm>
            <a:off x="9372600" y="2409825"/>
            <a:ext cx="2171700" cy="1524000"/>
          </a:xfrm>
          <a:prstGeom prst="roundRect">
            <a:avLst>
              <a:gd name="adj" fmla="val 5000"/>
            </a:avLst>
          </a:prstGeom>
          <a:solidFill>
            <a:srgbClr val="FFFFFF"/>
          </a:solidFill>
          <a:ln w="9525">
            <a:solidFill>
              <a:srgbClr val="CDD5CB"/>
            </a:solidFill>
            <a:prstDash val="solid"/>
          </a:ln>
        </p:spPr>
        <p:txBody>
          <a:bodyPr/>
          <a:lstStyle/>
          <a:p>
            <a:endParaRPr lang="en-IN"/>
          </a:p>
        </p:txBody>
      </p:sp>
      <p:sp>
        <p:nvSpPr>
          <p:cNvPr id="32" name="Rectangle 31">
            <a:extLst>
              <a:ext uri="{FF2B5EF4-FFF2-40B4-BE49-F238E27FC236}">
                <a16:creationId xmlns:a16="http://schemas.microsoft.com/office/drawing/2014/main" id="{09814A7F-A974-46B0-AF69-D196D40C2D8B}"/>
              </a:ext>
            </a:extLst>
          </p:cNvPr>
          <p:cNvSpPr>
            <a:spLocks noGrp="1"/>
          </p:cNvSpPr>
          <p:nvPr/>
        </p:nvSpPr>
        <p:spPr>
          <a:xfrm>
            <a:off x="9372600" y="2409825"/>
            <a:ext cx="2171700" cy="66675"/>
          </a:xfrm>
          <a:prstGeom prst="rect">
            <a:avLst/>
          </a:prstGeom>
          <a:solidFill>
            <a:srgbClr val="32CDBA"/>
          </a:solidFill>
          <a:ln w="0">
            <a:noFill/>
            <a:prstDash val="solid"/>
          </a:ln>
        </p:spPr>
        <p:txBody>
          <a:bodyPr/>
          <a:lstStyle/>
          <a:p>
            <a:endParaRPr lang="en-IN"/>
          </a:p>
        </p:txBody>
      </p:sp>
      <p:sp>
        <p:nvSpPr>
          <p:cNvPr id="33" name="Rectangle 32">
            <a:extLst>
              <a:ext uri="{FF2B5EF4-FFF2-40B4-BE49-F238E27FC236}">
                <a16:creationId xmlns:a16="http://schemas.microsoft.com/office/drawing/2014/main" id="{77F6149D-8595-407B-982F-409B5D927667}"/>
              </a:ext>
            </a:extLst>
          </p:cNvPr>
          <p:cNvSpPr>
            <a:spLocks noGrp="1"/>
          </p:cNvSpPr>
          <p:nvPr/>
        </p:nvSpPr>
        <p:spPr>
          <a:xfrm>
            <a:off x="9525000" y="2657475"/>
            <a:ext cx="1866900" cy="247650"/>
          </a:xfrm>
          <a:prstGeom prst="rect">
            <a:avLst/>
          </a:prstGeom>
          <a:noFill/>
          <a:ln w="0">
            <a:noFill/>
            <a:prstDash val="solid"/>
          </a:ln>
        </p:spPr>
        <p:txBody>
          <a:bodyPr wrap="square" lIns="0" tIns="0" rIns="0" bIns="0" anchor="ctr">
            <a:normAutofit/>
          </a:bodyPr>
          <a:lstStyle>
            <a:defPPr algn="ctr">
              <a:defRPr sz="1200" b="1">
                <a:solidFill>
                  <a:srgbClr val="243537"/>
                </a:solidFill>
                <a:latin typeface="Arial"/>
                <a:ea typeface="Arial"/>
                <a:cs typeface="Arial"/>
              </a:defRPr>
            </a:defPPr>
            <a:lvl1pPr algn="ctr">
              <a:defRPr sz="1200" b="1">
                <a:solidFill>
                  <a:srgbClr val="243537"/>
                </a:solidFill>
                <a:latin typeface="Arial"/>
                <a:ea typeface="Arial"/>
                <a:cs typeface="Arial"/>
              </a:defRPr>
            </a:lvl1pPr>
            <a:lvl2pPr algn="ctr">
              <a:defRPr sz="1200" b="1">
                <a:solidFill>
                  <a:srgbClr val="243537"/>
                </a:solidFill>
                <a:latin typeface="Arial"/>
                <a:ea typeface="Arial"/>
                <a:cs typeface="Arial"/>
              </a:defRPr>
            </a:lvl2pPr>
            <a:lvl3pPr algn="ctr">
              <a:defRPr sz="1200" b="1">
                <a:solidFill>
                  <a:srgbClr val="243537"/>
                </a:solidFill>
                <a:latin typeface="Arial"/>
                <a:ea typeface="Arial"/>
                <a:cs typeface="Arial"/>
              </a:defRPr>
            </a:lvl3pPr>
            <a:lvl4pPr algn="ctr">
              <a:defRPr sz="1200" b="1">
                <a:solidFill>
                  <a:srgbClr val="243537"/>
                </a:solidFill>
                <a:latin typeface="Arial"/>
                <a:ea typeface="Arial"/>
                <a:cs typeface="Arial"/>
              </a:defRPr>
            </a:lvl4pPr>
            <a:lvl5pPr algn="ctr">
              <a:defRPr sz="1200" b="1">
                <a:solidFill>
                  <a:srgbClr val="243537"/>
                </a:solidFill>
                <a:latin typeface="Arial"/>
                <a:ea typeface="Arial"/>
                <a:cs typeface="Arial"/>
              </a:defRPr>
            </a:lvl5pPr>
            <a:lvl6pPr algn="ctr">
              <a:defRPr sz="1200" b="1">
                <a:solidFill>
                  <a:srgbClr val="243537"/>
                </a:solidFill>
                <a:latin typeface="Arial"/>
                <a:ea typeface="Arial"/>
                <a:cs typeface="Arial"/>
              </a:defRPr>
            </a:lvl6pPr>
            <a:lvl7pPr algn="ctr">
              <a:defRPr sz="1200" b="1">
                <a:solidFill>
                  <a:srgbClr val="243537"/>
                </a:solidFill>
                <a:latin typeface="Arial"/>
                <a:ea typeface="Arial"/>
                <a:cs typeface="Arial"/>
              </a:defRPr>
            </a:lvl7pPr>
            <a:lvl8pPr algn="ctr">
              <a:defRPr sz="1200" b="1">
                <a:solidFill>
                  <a:srgbClr val="243537"/>
                </a:solidFill>
                <a:latin typeface="Arial"/>
                <a:ea typeface="Arial"/>
                <a:cs typeface="Arial"/>
              </a:defRPr>
            </a:lvl8pPr>
            <a:lvl9pPr algn="ctr">
              <a:defRPr sz="1200" b="1">
                <a:solidFill>
                  <a:srgbClr val="243537"/>
                </a:solidFill>
                <a:latin typeface="Arial"/>
                <a:ea typeface="Arial"/>
                <a:cs typeface="Arial"/>
              </a:defRPr>
            </a:lvl9pPr>
          </a:lstStyle>
          <a:p>
            <a:pPr algn="ctr">
              <a:defRPr sz="1200" b="1">
                <a:solidFill>
                  <a:srgbClr val="243537"/>
                </a:solidFill>
                <a:latin typeface="Arial"/>
                <a:ea typeface="Arial"/>
                <a:cs typeface="Arial"/>
              </a:defRPr>
            </a:pPr>
            <a:r>
              <a:rPr sz="1200" b="1">
                <a:solidFill>
                  <a:srgbClr val="243537"/>
                </a:solidFill>
                <a:latin typeface="Arial"/>
                <a:ea typeface="Arial"/>
                <a:cs typeface="Arial"/>
              </a:rPr>
              <a:t>PRESENT</a:t>
            </a:r>
          </a:p>
        </p:txBody>
      </p:sp>
      <p:sp>
        <p:nvSpPr>
          <p:cNvPr id="34" name="Rectangle 33">
            <a:extLst>
              <a:ext uri="{FF2B5EF4-FFF2-40B4-BE49-F238E27FC236}">
                <a16:creationId xmlns:a16="http://schemas.microsoft.com/office/drawing/2014/main" id="{23DF58D7-3D4F-4EC8-8E3F-8A6F8B355453}"/>
              </a:ext>
            </a:extLst>
          </p:cNvPr>
          <p:cNvSpPr>
            <a:spLocks noGrp="1"/>
          </p:cNvSpPr>
          <p:nvPr/>
        </p:nvSpPr>
        <p:spPr>
          <a:xfrm>
            <a:off x="9486900" y="3048000"/>
            <a:ext cx="1943100" cy="609600"/>
          </a:xfrm>
          <a:prstGeom prst="rect">
            <a:avLst/>
          </a:prstGeom>
          <a:noFill/>
          <a:ln w="0">
            <a:noFill/>
            <a:prstDash val="solid"/>
          </a:ln>
        </p:spPr>
        <p:txBody>
          <a:bodyPr wrap="square" lIns="0" tIns="0" rIns="0" bIns="0" anchor="ctr">
            <a:normAutofit/>
          </a:bodyPr>
          <a:lstStyle>
            <a:defPPr algn="ctr">
              <a:defRPr sz="1575" b="1">
                <a:solidFill>
                  <a:srgbClr val="10191A"/>
                </a:solidFill>
                <a:latin typeface="Arial"/>
                <a:ea typeface="Arial"/>
                <a:cs typeface="Arial"/>
              </a:defRPr>
            </a:defPPr>
            <a:lvl1pPr algn="ctr">
              <a:defRPr sz="1575" b="1">
                <a:solidFill>
                  <a:srgbClr val="10191A"/>
                </a:solidFill>
                <a:latin typeface="Arial"/>
                <a:ea typeface="Arial"/>
                <a:cs typeface="Arial"/>
              </a:defRPr>
            </a:lvl1pPr>
            <a:lvl2pPr algn="ctr">
              <a:defRPr sz="1575" b="1">
                <a:solidFill>
                  <a:srgbClr val="10191A"/>
                </a:solidFill>
                <a:latin typeface="Arial"/>
                <a:ea typeface="Arial"/>
                <a:cs typeface="Arial"/>
              </a:defRPr>
            </a:lvl2pPr>
            <a:lvl3pPr algn="ctr">
              <a:defRPr sz="1575" b="1">
                <a:solidFill>
                  <a:srgbClr val="10191A"/>
                </a:solidFill>
                <a:latin typeface="Arial"/>
                <a:ea typeface="Arial"/>
                <a:cs typeface="Arial"/>
              </a:defRPr>
            </a:lvl3pPr>
            <a:lvl4pPr algn="ctr">
              <a:defRPr sz="1575" b="1">
                <a:solidFill>
                  <a:srgbClr val="10191A"/>
                </a:solidFill>
                <a:latin typeface="Arial"/>
                <a:ea typeface="Arial"/>
                <a:cs typeface="Arial"/>
              </a:defRPr>
            </a:lvl4pPr>
            <a:lvl5pPr algn="ctr">
              <a:defRPr sz="1575" b="1">
                <a:solidFill>
                  <a:srgbClr val="10191A"/>
                </a:solidFill>
                <a:latin typeface="Arial"/>
                <a:ea typeface="Arial"/>
                <a:cs typeface="Arial"/>
              </a:defRPr>
            </a:lvl5pPr>
            <a:lvl6pPr algn="ctr">
              <a:defRPr sz="1575" b="1">
                <a:solidFill>
                  <a:srgbClr val="10191A"/>
                </a:solidFill>
                <a:latin typeface="Arial"/>
                <a:ea typeface="Arial"/>
                <a:cs typeface="Arial"/>
              </a:defRPr>
            </a:lvl6pPr>
            <a:lvl7pPr algn="ctr">
              <a:defRPr sz="1575" b="1">
                <a:solidFill>
                  <a:srgbClr val="10191A"/>
                </a:solidFill>
                <a:latin typeface="Arial"/>
                <a:ea typeface="Arial"/>
                <a:cs typeface="Arial"/>
              </a:defRPr>
            </a:lvl7pPr>
            <a:lvl8pPr algn="ctr">
              <a:defRPr sz="1575" b="1">
                <a:solidFill>
                  <a:srgbClr val="10191A"/>
                </a:solidFill>
                <a:latin typeface="Arial"/>
                <a:ea typeface="Arial"/>
                <a:cs typeface="Arial"/>
              </a:defRPr>
            </a:lvl8pPr>
            <a:lvl9pPr algn="ctr">
              <a:defRPr sz="1575" b="1">
                <a:solidFill>
                  <a:srgbClr val="10191A"/>
                </a:solidFill>
                <a:latin typeface="Arial"/>
                <a:ea typeface="Arial"/>
                <a:cs typeface="Arial"/>
              </a:defRPr>
            </a:lvl9pPr>
          </a:lstStyle>
          <a:p>
            <a:pPr algn="ctr">
              <a:defRPr sz="1575" b="1">
                <a:solidFill>
                  <a:srgbClr val="10191A"/>
                </a:solidFill>
                <a:latin typeface="Arial"/>
                <a:ea typeface="Arial"/>
                <a:cs typeface="Arial"/>
              </a:defRPr>
            </a:pPr>
            <a:r>
              <a:rPr sz="1575" b="1">
                <a:solidFill>
                  <a:srgbClr val="10191A"/>
                </a:solidFill>
                <a:latin typeface="Arial"/>
                <a:ea typeface="Arial"/>
                <a:cs typeface="Arial"/>
              </a:rPr>
              <a:t>Dashboard</a:t>
            </a:r>
          </a:p>
          <a:p>
            <a:pPr algn="ctr">
              <a:defRPr sz="1575" b="1">
                <a:solidFill>
                  <a:srgbClr val="10191A"/>
                </a:solidFill>
                <a:latin typeface="Arial"/>
                <a:ea typeface="Arial"/>
                <a:cs typeface="Arial"/>
              </a:defRPr>
            </a:pPr>
            <a:r>
              <a:rPr sz="1575" b="1">
                <a:solidFill>
                  <a:srgbClr val="10191A"/>
                </a:solidFill>
                <a:latin typeface="Arial"/>
                <a:ea typeface="Arial"/>
                <a:cs typeface="Arial"/>
              </a:rPr>
              <a:t>Alerts + evidence</a:t>
            </a:r>
          </a:p>
        </p:txBody>
      </p:sp>
      <p:sp>
        <p:nvSpPr>
          <p:cNvPr id="35" name="Rectangle 34">
            <a:extLst>
              <a:ext uri="{FF2B5EF4-FFF2-40B4-BE49-F238E27FC236}">
                <a16:creationId xmlns:a16="http://schemas.microsoft.com/office/drawing/2014/main" id="{1CDC583E-13AD-4FEF-8259-B023609E4DBF}"/>
              </a:ext>
            </a:extLst>
          </p:cNvPr>
          <p:cNvSpPr>
            <a:spLocks noGrp="1"/>
          </p:cNvSpPr>
          <p:nvPr/>
        </p:nvSpPr>
        <p:spPr>
          <a:xfrm>
            <a:off x="657225" y="4552950"/>
            <a:ext cx="1428750" cy="238125"/>
          </a:xfrm>
          <a:prstGeom prst="rect">
            <a:avLst/>
          </a:prstGeom>
          <a:noFill/>
          <a:ln w="0">
            <a:noFill/>
            <a:prstDash val="solid"/>
          </a:ln>
        </p:spPr>
        <p:txBody>
          <a:bodyPr wrap="square" lIns="0" tIns="0" rIns="0" bIns="0" anchor="ctr">
            <a:normAutofit/>
          </a:bodyPr>
          <a:lstStyle>
            <a:defPPr algn="l">
              <a:defRPr sz="1200" b="1">
                <a:solidFill>
                  <a:srgbClr val="32CDBA"/>
                </a:solidFill>
                <a:latin typeface="Arial"/>
                <a:ea typeface="Arial"/>
                <a:cs typeface="Arial"/>
              </a:defRPr>
            </a:defPPr>
            <a:lvl1pPr algn="l">
              <a:defRPr sz="1200" b="1">
                <a:solidFill>
                  <a:srgbClr val="32CDBA"/>
                </a:solidFill>
                <a:latin typeface="Arial"/>
                <a:ea typeface="Arial"/>
                <a:cs typeface="Arial"/>
              </a:defRPr>
            </a:lvl1pPr>
            <a:lvl2pPr algn="l">
              <a:defRPr sz="1200" b="1">
                <a:solidFill>
                  <a:srgbClr val="32CDBA"/>
                </a:solidFill>
                <a:latin typeface="Arial"/>
                <a:ea typeface="Arial"/>
                <a:cs typeface="Arial"/>
              </a:defRPr>
            </a:lvl2pPr>
            <a:lvl3pPr algn="l">
              <a:defRPr sz="1200" b="1">
                <a:solidFill>
                  <a:srgbClr val="32CDBA"/>
                </a:solidFill>
                <a:latin typeface="Arial"/>
                <a:ea typeface="Arial"/>
                <a:cs typeface="Arial"/>
              </a:defRPr>
            </a:lvl3pPr>
            <a:lvl4pPr algn="l">
              <a:defRPr sz="1200" b="1">
                <a:solidFill>
                  <a:srgbClr val="32CDBA"/>
                </a:solidFill>
                <a:latin typeface="Arial"/>
                <a:ea typeface="Arial"/>
                <a:cs typeface="Arial"/>
              </a:defRPr>
            </a:lvl4pPr>
            <a:lvl5pPr algn="l">
              <a:defRPr sz="1200" b="1">
                <a:solidFill>
                  <a:srgbClr val="32CDBA"/>
                </a:solidFill>
                <a:latin typeface="Arial"/>
                <a:ea typeface="Arial"/>
                <a:cs typeface="Arial"/>
              </a:defRPr>
            </a:lvl5pPr>
            <a:lvl6pPr algn="l">
              <a:defRPr sz="1200" b="1">
                <a:solidFill>
                  <a:srgbClr val="32CDBA"/>
                </a:solidFill>
                <a:latin typeface="Arial"/>
                <a:ea typeface="Arial"/>
                <a:cs typeface="Arial"/>
              </a:defRPr>
            </a:lvl6pPr>
            <a:lvl7pPr algn="l">
              <a:defRPr sz="1200" b="1">
                <a:solidFill>
                  <a:srgbClr val="32CDBA"/>
                </a:solidFill>
                <a:latin typeface="Arial"/>
                <a:ea typeface="Arial"/>
                <a:cs typeface="Arial"/>
              </a:defRPr>
            </a:lvl7pPr>
            <a:lvl8pPr algn="l">
              <a:defRPr sz="1200" b="1">
                <a:solidFill>
                  <a:srgbClr val="32CDBA"/>
                </a:solidFill>
                <a:latin typeface="Arial"/>
                <a:ea typeface="Arial"/>
                <a:cs typeface="Arial"/>
              </a:defRPr>
            </a:lvl8pPr>
            <a:lvl9pPr algn="l">
              <a:defRPr sz="1200" b="1">
                <a:solidFill>
                  <a:srgbClr val="32CDBA"/>
                </a:solidFill>
                <a:latin typeface="Arial"/>
                <a:ea typeface="Arial"/>
                <a:cs typeface="Arial"/>
              </a:defRPr>
            </a:lvl9pPr>
          </a:lstStyle>
          <a:p>
            <a:pPr algn="l">
              <a:defRPr sz="1200" b="1">
                <a:solidFill>
                  <a:srgbClr val="32CDBA"/>
                </a:solidFill>
                <a:latin typeface="Arial"/>
                <a:ea typeface="Arial"/>
                <a:cs typeface="Arial"/>
              </a:defRPr>
            </a:pPr>
            <a:r>
              <a:rPr sz="1200" b="1">
                <a:solidFill>
                  <a:srgbClr val="32CDBA"/>
                </a:solidFill>
                <a:latin typeface="Arial"/>
                <a:ea typeface="Arial"/>
                <a:cs typeface="Arial"/>
              </a:rPr>
              <a:t>Event record</a:t>
            </a:r>
          </a:p>
        </p:txBody>
      </p:sp>
      <p:sp>
        <p:nvSpPr>
          <p:cNvPr id="36" name="Rectangle 35">
            <a:extLst>
              <a:ext uri="{FF2B5EF4-FFF2-40B4-BE49-F238E27FC236}">
                <a16:creationId xmlns:a16="http://schemas.microsoft.com/office/drawing/2014/main" id="{E78D8AC5-E712-445B-99DF-1D6A3B74786C}"/>
              </a:ext>
            </a:extLst>
          </p:cNvPr>
          <p:cNvSpPr>
            <a:spLocks noGrp="1"/>
          </p:cNvSpPr>
          <p:nvPr/>
        </p:nvSpPr>
        <p:spPr>
          <a:xfrm>
            <a:off x="657225" y="4895850"/>
            <a:ext cx="10382250" cy="419100"/>
          </a:xfrm>
          <a:prstGeom prst="rect">
            <a:avLst/>
          </a:prstGeom>
          <a:noFill/>
          <a:ln w="0">
            <a:noFill/>
            <a:prstDash val="solid"/>
          </a:ln>
        </p:spPr>
        <p:txBody>
          <a:bodyPr wrap="square" lIns="0" tIns="0" rIns="0" bIns="0" anchor="ctr">
            <a:normAutofit/>
          </a:bodyPr>
          <a:lstStyle>
            <a:defPPr algn="l">
              <a:defRPr sz="1575" b="0">
                <a:solidFill>
                  <a:srgbClr val="10191A"/>
                </a:solidFill>
                <a:latin typeface="Arial"/>
                <a:ea typeface="Arial"/>
                <a:cs typeface="Arial"/>
              </a:defRPr>
            </a:defPPr>
            <a:lvl1pPr algn="l">
              <a:defRPr sz="1575" b="0">
                <a:solidFill>
                  <a:srgbClr val="10191A"/>
                </a:solidFill>
                <a:latin typeface="Arial"/>
                <a:ea typeface="Arial"/>
                <a:cs typeface="Arial"/>
              </a:defRPr>
            </a:lvl1pPr>
            <a:lvl2pPr algn="l">
              <a:defRPr sz="1575" b="0">
                <a:solidFill>
                  <a:srgbClr val="10191A"/>
                </a:solidFill>
                <a:latin typeface="Arial"/>
                <a:ea typeface="Arial"/>
                <a:cs typeface="Arial"/>
              </a:defRPr>
            </a:lvl2pPr>
            <a:lvl3pPr algn="l">
              <a:defRPr sz="1575" b="0">
                <a:solidFill>
                  <a:srgbClr val="10191A"/>
                </a:solidFill>
                <a:latin typeface="Arial"/>
                <a:ea typeface="Arial"/>
                <a:cs typeface="Arial"/>
              </a:defRPr>
            </a:lvl3pPr>
            <a:lvl4pPr algn="l">
              <a:defRPr sz="1575" b="0">
                <a:solidFill>
                  <a:srgbClr val="10191A"/>
                </a:solidFill>
                <a:latin typeface="Arial"/>
                <a:ea typeface="Arial"/>
                <a:cs typeface="Arial"/>
              </a:defRPr>
            </a:lvl4pPr>
            <a:lvl5pPr algn="l">
              <a:defRPr sz="1575" b="0">
                <a:solidFill>
                  <a:srgbClr val="10191A"/>
                </a:solidFill>
                <a:latin typeface="Arial"/>
                <a:ea typeface="Arial"/>
                <a:cs typeface="Arial"/>
              </a:defRPr>
            </a:lvl5pPr>
            <a:lvl6pPr algn="l">
              <a:defRPr sz="1575" b="0">
                <a:solidFill>
                  <a:srgbClr val="10191A"/>
                </a:solidFill>
                <a:latin typeface="Arial"/>
                <a:ea typeface="Arial"/>
                <a:cs typeface="Arial"/>
              </a:defRPr>
            </a:lvl6pPr>
            <a:lvl7pPr algn="l">
              <a:defRPr sz="1575" b="0">
                <a:solidFill>
                  <a:srgbClr val="10191A"/>
                </a:solidFill>
                <a:latin typeface="Arial"/>
                <a:ea typeface="Arial"/>
                <a:cs typeface="Arial"/>
              </a:defRPr>
            </a:lvl7pPr>
            <a:lvl8pPr algn="l">
              <a:defRPr sz="1575" b="0">
                <a:solidFill>
                  <a:srgbClr val="10191A"/>
                </a:solidFill>
                <a:latin typeface="Arial"/>
                <a:ea typeface="Arial"/>
                <a:cs typeface="Arial"/>
              </a:defRPr>
            </a:lvl8pPr>
            <a:lvl9pPr algn="l">
              <a:defRPr sz="1575" b="0">
                <a:solidFill>
                  <a:srgbClr val="10191A"/>
                </a:solidFill>
                <a:latin typeface="Arial"/>
                <a:ea typeface="Arial"/>
                <a:cs typeface="Arial"/>
              </a:defRPr>
            </a:lvl9pPr>
          </a:lstStyle>
          <a:p>
            <a:pPr algn="l">
              <a:defRPr sz="1575" b="0">
                <a:solidFill>
                  <a:srgbClr val="10191A"/>
                </a:solidFill>
                <a:latin typeface="Arial"/>
                <a:ea typeface="Arial"/>
                <a:cs typeface="Arial"/>
              </a:defRPr>
            </a:pPr>
            <a:r>
              <a:rPr sz="1575" b="0">
                <a:solidFill>
                  <a:srgbClr val="10191A"/>
                </a:solidFill>
                <a:latin typeface="Arial"/>
                <a:ea typeface="Arial"/>
                <a:cs typeface="Arial"/>
              </a:rPr>
              <a:t>Timestamp  /  Track ID  /  Zone or whole site  /  PPE assessment  /  Confidence  /  Evidence image</a:t>
            </a:r>
          </a:p>
        </p:txBody>
      </p:sp>
      <p:sp>
        <p:nvSpPr>
          <p:cNvPr id="37" name="Rectangle 36">
            <a:extLst>
              <a:ext uri="{FF2B5EF4-FFF2-40B4-BE49-F238E27FC236}">
                <a16:creationId xmlns:a16="http://schemas.microsoft.com/office/drawing/2014/main" id="{0268DCB0-9619-477E-9E4F-D8181EFCBCBF}"/>
              </a:ext>
            </a:extLst>
          </p:cNvPr>
          <p:cNvSpPr>
            <a:spLocks noGrp="1"/>
          </p:cNvSpPr>
          <p:nvPr/>
        </p:nvSpPr>
        <p:spPr>
          <a:xfrm>
            <a:off x="657225" y="5657850"/>
            <a:ext cx="10287000" cy="457200"/>
          </a:xfrm>
          <a:prstGeom prst="rect">
            <a:avLst/>
          </a:prstGeom>
          <a:noFill/>
          <a:ln w="0">
            <a:noFill/>
            <a:prstDash val="solid"/>
          </a:ln>
        </p:spPr>
        <p:txBody>
          <a:bodyPr wrap="square" lIns="0" tIns="0" rIns="0" bIns="0" anchor="ctr">
            <a:normAutofit/>
          </a:bodyPr>
          <a:lstStyle>
            <a:defPPr algn="l">
              <a:defRPr sz="1275" b="0">
                <a:solidFill>
                  <a:srgbClr val="243537"/>
                </a:solidFill>
                <a:latin typeface="Arial"/>
                <a:ea typeface="Arial"/>
                <a:cs typeface="Arial"/>
              </a:defRPr>
            </a:defPPr>
            <a:lvl1pPr algn="l">
              <a:defRPr sz="1275" b="0">
                <a:solidFill>
                  <a:srgbClr val="243537"/>
                </a:solidFill>
                <a:latin typeface="Arial"/>
                <a:ea typeface="Arial"/>
                <a:cs typeface="Arial"/>
              </a:defRPr>
            </a:lvl1pPr>
            <a:lvl2pPr algn="l">
              <a:defRPr sz="1275" b="0">
                <a:solidFill>
                  <a:srgbClr val="243537"/>
                </a:solidFill>
                <a:latin typeface="Arial"/>
                <a:ea typeface="Arial"/>
                <a:cs typeface="Arial"/>
              </a:defRPr>
            </a:lvl2pPr>
            <a:lvl3pPr algn="l">
              <a:defRPr sz="1275" b="0">
                <a:solidFill>
                  <a:srgbClr val="243537"/>
                </a:solidFill>
                <a:latin typeface="Arial"/>
                <a:ea typeface="Arial"/>
                <a:cs typeface="Arial"/>
              </a:defRPr>
            </a:lvl3pPr>
            <a:lvl4pPr algn="l">
              <a:defRPr sz="1275" b="0">
                <a:solidFill>
                  <a:srgbClr val="243537"/>
                </a:solidFill>
                <a:latin typeface="Arial"/>
                <a:ea typeface="Arial"/>
                <a:cs typeface="Arial"/>
              </a:defRPr>
            </a:lvl4pPr>
            <a:lvl5pPr algn="l">
              <a:defRPr sz="1275" b="0">
                <a:solidFill>
                  <a:srgbClr val="243537"/>
                </a:solidFill>
                <a:latin typeface="Arial"/>
                <a:ea typeface="Arial"/>
                <a:cs typeface="Arial"/>
              </a:defRPr>
            </a:lvl5pPr>
            <a:lvl6pPr algn="l">
              <a:defRPr sz="1275" b="0">
                <a:solidFill>
                  <a:srgbClr val="243537"/>
                </a:solidFill>
                <a:latin typeface="Arial"/>
                <a:ea typeface="Arial"/>
                <a:cs typeface="Arial"/>
              </a:defRPr>
            </a:lvl6pPr>
            <a:lvl7pPr algn="l">
              <a:defRPr sz="1275" b="0">
                <a:solidFill>
                  <a:srgbClr val="243537"/>
                </a:solidFill>
                <a:latin typeface="Arial"/>
                <a:ea typeface="Arial"/>
                <a:cs typeface="Arial"/>
              </a:defRPr>
            </a:lvl7pPr>
            <a:lvl8pPr algn="l">
              <a:defRPr sz="1275" b="0">
                <a:solidFill>
                  <a:srgbClr val="243537"/>
                </a:solidFill>
                <a:latin typeface="Arial"/>
                <a:ea typeface="Arial"/>
                <a:cs typeface="Arial"/>
              </a:defRPr>
            </a:lvl8pPr>
            <a:lvl9pPr algn="l">
              <a:defRPr sz="1275" b="0">
                <a:solidFill>
                  <a:srgbClr val="243537"/>
                </a:solidFill>
                <a:latin typeface="Arial"/>
                <a:ea typeface="Arial"/>
                <a:cs typeface="Arial"/>
              </a:defRPr>
            </a:lvl9pPr>
          </a:lstStyle>
          <a:p>
            <a:pPr algn="l">
              <a:defRPr sz="1275" b="0">
                <a:solidFill>
                  <a:srgbClr val="243537"/>
                </a:solidFill>
                <a:latin typeface="Arial"/>
                <a:ea typeface="Arial"/>
                <a:cs typeface="Arial"/>
              </a:defRPr>
            </a:pPr>
            <a:r>
              <a:rPr sz="1275" b="0">
                <a:solidFill>
                  <a:srgbClr val="243537"/>
                </a:solidFill>
                <a:latin typeface="Arial"/>
                <a:ea typeface="Arial"/>
                <a:cs typeface="Arial"/>
              </a:rPr>
              <a:t>Flask serves the local web interface; OpenCV reads camera and video frames; event data and images are stored locally.</a:t>
            </a:r>
          </a:p>
        </p:txBody>
      </p:sp>
    </p:spTree>
    <p:extLst>
      <p:ext uri="{BB962C8B-B14F-4D97-AF65-F5344CB8AC3E}">
        <p14:creationId xmlns:p14="http://schemas.microsoft.com/office/powerpoint/2010/main" val="3385224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1E8"/>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478EE841-F968-4AB3-876B-E63557C79CFD}"/>
              </a:ext>
            </a:extLst>
          </p:cNvPr>
          <p:cNvSpPr>
            <a:spLocks noGrp="1"/>
          </p:cNvSpPr>
          <p:nvPr/>
        </p:nvSpPr>
        <p:spPr>
          <a:xfrm>
            <a:off x="0" y="0"/>
            <a:ext cx="133350" cy="6858000"/>
          </a:xfrm>
          <a:prstGeom prst="rect">
            <a:avLst/>
          </a:prstGeom>
          <a:solidFill>
            <a:srgbClr val="C6F36B"/>
          </a:solidFill>
          <a:ln w="0">
            <a:noFill/>
            <a:prstDash val="solid"/>
          </a:ln>
        </p:spPr>
        <p:txBody>
          <a:bodyPr/>
          <a:lstStyle/>
          <a:p>
            <a:endParaRPr lang="en-IN"/>
          </a:p>
        </p:txBody>
      </p:sp>
      <p:sp>
        <p:nvSpPr>
          <p:cNvPr id="2" name="Rectangle 1">
            <a:extLst>
              <a:ext uri="{FF2B5EF4-FFF2-40B4-BE49-F238E27FC236}">
                <a16:creationId xmlns:a16="http://schemas.microsoft.com/office/drawing/2014/main" id="{344A37B2-4D4F-4688-8974-EBA848CE13A6}"/>
              </a:ext>
            </a:extLst>
          </p:cNvPr>
          <p:cNvSpPr>
            <a:spLocks noGrp="1"/>
          </p:cNvSpPr>
          <p:nvPr/>
        </p:nvSpPr>
        <p:spPr>
          <a:xfrm>
            <a:off x="590550" y="285750"/>
            <a:ext cx="8572500" cy="219075"/>
          </a:xfrm>
          <a:prstGeom prst="rect">
            <a:avLst/>
          </a:prstGeom>
          <a:noFill/>
          <a:ln w="0">
            <a:noFill/>
            <a:prstDash val="solid"/>
          </a:ln>
        </p:spPr>
        <p:txBody>
          <a:bodyPr wrap="square" lIns="0" tIns="0" rIns="0" bIns="0" anchor="ctr">
            <a:normAutofit/>
          </a:bodyPr>
          <a:lstStyle>
            <a:defPPr algn="l">
              <a:defRPr sz="1050" b="1">
                <a:solidFill>
                  <a:srgbClr val="243537"/>
                </a:solidFill>
                <a:latin typeface="Arial"/>
                <a:ea typeface="Arial"/>
                <a:cs typeface="Arial"/>
              </a:defRPr>
            </a:defPPr>
            <a:lvl1pPr algn="l">
              <a:defRPr sz="1050" b="1">
                <a:solidFill>
                  <a:srgbClr val="243537"/>
                </a:solidFill>
                <a:latin typeface="Arial"/>
                <a:ea typeface="Arial"/>
                <a:cs typeface="Arial"/>
              </a:defRPr>
            </a:lvl1pPr>
            <a:lvl2pPr algn="l">
              <a:defRPr sz="1050" b="1">
                <a:solidFill>
                  <a:srgbClr val="243537"/>
                </a:solidFill>
                <a:latin typeface="Arial"/>
                <a:ea typeface="Arial"/>
                <a:cs typeface="Arial"/>
              </a:defRPr>
            </a:lvl2pPr>
            <a:lvl3pPr algn="l">
              <a:defRPr sz="1050" b="1">
                <a:solidFill>
                  <a:srgbClr val="243537"/>
                </a:solidFill>
                <a:latin typeface="Arial"/>
                <a:ea typeface="Arial"/>
                <a:cs typeface="Arial"/>
              </a:defRPr>
            </a:lvl3pPr>
            <a:lvl4pPr algn="l">
              <a:defRPr sz="1050" b="1">
                <a:solidFill>
                  <a:srgbClr val="243537"/>
                </a:solidFill>
                <a:latin typeface="Arial"/>
                <a:ea typeface="Arial"/>
                <a:cs typeface="Arial"/>
              </a:defRPr>
            </a:lvl4pPr>
            <a:lvl5pPr algn="l">
              <a:defRPr sz="1050" b="1">
                <a:solidFill>
                  <a:srgbClr val="243537"/>
                </a:solidFill>
                <a:latin typeface="Arial"/>
                <a:ea typeface="Arial"/>
                <a:cs typeface="Arial"/>
              </a:defRPr>
            </a:lvl5pPr>
            <a:lvl6pPr algn="l">
              <a:defRPr sz="1050" b="1">
                <a:solidFill>
                  <a:srgbClr val="243537"/>
                </a:solidFill>
                <a:latin typeface="Arial"/>
                <a:ea typeface="Arial"/>
                <a:cs typeface="Arial"/>
              </a:defRPr>
            </a:lvl6pPr>
            <a:lvl7pPr algn="l">
              <a:defRPr sz="1050" b="1">
                <a:solidFill>
                  <a:srgbClr val="243537"/>
                </a:solidFill>
                <a:latin typeface="Arial"/>
                <a:ea typeface="Arial"/>
                <a:cs typeface="Arial"/>
              </a:defRPr>
            </a:lvl7pPr>
            <a:lvl8pPr algn="l">
              <a:defRPr sz="1050" b="1">
                <a:solidFill>
                  <a:srgbClr val="243537"/>
                </a:solidFill>
                <a:latin typeface="Arial"/>
                <a:ea typeface="Arial"/>
                <a:cs typeface="Arial"/>
              </a:defRPr>
            </a:lvl8pPr>
            <a:lvl9pPr algn="l">
              <a:defRPr sz="1050" b="1">
                <a:solidFill>
                  <a:srgbClr val="243537"/>
                </a:solidFill>
                <a:latin typeface="Arial"/>
                <a:ea typeface="Arial"/>
                <a:cs typeface="Arial"/>
              </a:defRPr>
            </a:lvl9pPr>
          </a:lstStyle>
          <a:p>
            <a:pPr algn="l">
              <a:defRPr sz="1050" b="1">
                <a:solidFill>
                  <a:srgbClr val="243537"/>
                </a:solidFill>
                <a:latin typeface="Arial"/>
                <a:ea typeface="Arial"/>
                <a:cs typeface="Arial"/>
              </a:defRPr>
            </a:pPr>
            <a:r>
              <a:rPr sz="1050" b="1">
                <a:solidFill>
                  <a:srgbClr val="243537"/>
                </a:solidFill>
                <a:latin typeface="Arial"/>
                <a:ea typeface="Arial"/>
                <a:cs typeface="Arial"/>
              </a:rPr>
              <a:t>03  /  DATA</a:t>
            </a:r>
          </a:p>
        </p:txBody>
      </p:sp>
      <p:sp>
        <p:nvSpPr>
          <p:cNvPr id="3" name="Rectangle 2">
            <a:extLst>
              <a:ext uri="{FF2B5EF4-FFF2-40B4-BE49-F238E27FC236}">
                <a16:creationId xmlns:a16="http://schemas.microsoft.com/office/drawing/2014/main" id="{1C96EA59-E941-45B2-A746-40B012DFCE77}"/>
              </a:ext>
            </a:extLst>
          </p:cNvPr>
          <p:cNvSpPr>
            <a:spLocks noGrp="1"/>
          </p:cNvSpPr>
          <p:nvPr/>
        </p:nvSpPr>
        <p:spPr>
          <a:xfrm>
            <a:off x="590550" y="647700"/>
            <a:ext cx="10858500" cy="514350"/>
          </a:xfrm>
          <a:prstGeom prst="rect">
            <a:avLst/>
          </a:prstGeom>
          <a:noFill/>
          <a:ln w="0">
            <a:noFill/>
            <a:prstDash val="solid"/>
          </a:ln>
        </p:spPr>
        <p:txBody>
          <a:bodyPr wrap="square" lIns="0" tIns="0" rIns="0" bIns="0" anchor="ctr">
            <a:normAutofit/>
          </a:bodyPr>
          <a:lstStyle>
            <a:defPPr algn="l">
              <a:defRPr sz="2700" b="1">
                <a:solidFill>
                  <a:srgbClr val="10191A"/>
                </a:solidFill>
                <a:latin typeface="Arial"/>
                <a:ea typeface="Arial"/>
                <a:cs typeface="Arial"/>
              </a:defRPr>
            </a:defPPr>
            <a:lvl1pPr algn="l">
              <a:defRPr sz="2700" b="1">
                <a:solidFill>
                  <a:srgbClr val="10191A"/>
                </a:solidFill>
                <a:latin typeface="Arial"/>
                <a:ea typeface="Arial"/>
                <a:cs typeface="Arial"/>
              </a:defRPr>
            </a:lvl1pPr>
            <a:lvl2pPr algn="l">
              <a:defRPr sz="2700" b="1">
                <a:solidFill>
                  <a:srgbClr val="10191A"/>
                </a:solidFill>
                <a:latin typeface="Arial"/>
                <a:ea typeface="Arial"/>
                <a:cs typeface="Arial"/>
              </a:defRPr>
            </a:lvl2pPr>
            <a:lvl3pPr algn="l">
              <a:defRPr sz="2700" b="1">
                <a:solidFill>
                  <a:srgbClr val="10191A"/>
                </a:solidFill>
                <a:latin typeface="Arial"/>
                <a:ea typeface="Arial"/>
                <a:cs typeface="Arial"/>
              </a:defRPr>
            </a:lvl3pPr>
            <a:lvl4pPr algn="l">
              <a:defRPr sz="2700" b="1">
                <a:solidFill>
                  <a:srgbClr val="10191A"/>
                </a:solidFill>
                <a:latin typeface="Arial"/>
                <a:ea typeface="Arial"/>
                <a:cs typeface="Arial"/>
              </a:defRPr>
            </a:lvl4pPr>
            <a:lvl5pPr algn="l">
              <a:defRPr sz="2700" b="1">
                <a:solidFill>
                  <a:srgbClr val="10191A"/>
                </a:solidFill>
                <a:latin typeface="Arial"/>
                <a:ea typeface="Arial"/>
                <a:cs typeface="Arial"/>
              </a:defRPr>
            </a:lvl5pPr>
            <a:lvl6pPr algn="l">
              <a:defRPr sz="2700" b="1">
                <a:solidFill>
                  <a:srgbClr val="10191A"/>
                </a:solidFill>
                <a:latin typeface="Arial"/>
                <a:ea typeface="Arial"/>
                <a:cs typeface="Arial"/>
              </a:defRPr>
            </a:lvl6pPr>
            <a:lvl7pPr algn="l">
              <a:defRPr sz="2700" b="1">
                <a:solidFill>
                  <a:srgbClr val="10191A"/>
                </a:solidFill>
                <a:latin typeface="Arial"/>
                <a:ea typeface="Arial"/>
                <a:cs typeface="Arial"/>
              </a:defRPr>
            </a:lvl7pPr>
            <a:lvl8pPr algn="l">
              <a:defRPr sz="2700" b="1">
                <a:solidFill>
                  <a:srgbClr val="10191A"/>
                </a:solidFill>
                <a:latin typeface="Arial"/>
                <a:ea typeface="Arial"/>
                <a:cs typeface="Arial"/>
              </a:defRPr>
            </a:lvl8pPr>
            <a:lvl9pPr algn="l">
              <a:defRPr sz="2700" b="1">
                <a:solidFill>
                  <a:srgbClr val="10191A"/>
                </a:solidFill>
                <a:latin typeface="Arial"/>
                <a:ea typeface="Arial"/>
                <a:cs typeface="Arial"/>
              </a:defRPr>
            </a:lvl9pPr>
          </a:lstStyle>
          <a:p>
            <a:pPr algn="l">
              <a:defRPr sz="2700" b="1">
                <a:solidFill>
                  <a:srgbClr val="10191A"/>
                </a:solidFill>
                <a:latin typeface="Arial"/>
                <a:ea typeface="Arial"/>
                <a:cs typeface="Arial"/>
              </a:defRPr>
            </a:pPr>
            <a:r>
              <a:rPr sz="2700" b="1">
                <a:solidFill>
                  <a:srgbClr val="10191A"/>
                </a:solidFill>
                <a:latin typeface="Arial"/>
                <a:ea typeface="Arial"/>
                <a:cs typeface="Arial"/>
              </a:rPr>
              <a:t>Dataset and class coverage</a:t>
            </a:r>
          </a:p>
        </p:txBody>
      </p:sp>
      <p:sp>
        <p:nvSpPr>
          <p:cNvPr id="4" name="Straight Connector 3">
            <a:extLst>
              <a:ext uri="{FF2B5EF4-FFF2-40B4-BE49-F238E27FC236}">
                <a16:creationId xmlns:a16="http://schemas.microsoft.com/office/drawing/2014/main" id="{577C04F3-47B6-43AD-B20E-A22172C41801}"/>
              </a:ext>
            </a:extLst>
          </p:cNvPr>
          <p:cNvSpPr>
            <a:spLocks noGrp="1"/>
          </p:cNvSpPr>
          <p:nvPr/>
        </p:nvSpPr>
        <p:spPr>
          <a:xfrm>
            <a:off x="590550" y="1304925"/>
            <a:ext cx="11010900" cy="9525"/>
          </a:xfrm>
          <a:prstGeom prst="line">
            <a:avLst/>
          </a:prstGeom>
          <a:noFill/>
          <a:ln w="9525">
            <a:solidFill>
              <a:srgbClr val="D1D6CC"/>
            </a:solidFill>
            <a:prstDash val="solid"/>
          </a:ln>
        </p:spPr>
        <p:txBody>
          <a:bodyPr/>
          <a:lstStyle/>
          <a:p>
            <a:endParaRPr lang="en-IN"/>
          </a:p>
        </p:txBody>
      </p:sp>
      <p:sp>
        <p:nvSpPr>
          <p:cNvPr id="5" name="Rectangle 4">
            <a:extLst>
              <a:ext uri="{FF2B5EF4-FFF2-40B4-BE49-F238E27FC236}">
                <a16:creationId xmlns:a16="http://schemas.microsoft.com/office/drawing/2014/main" id="{D2D4B953-0D32-4BF7-982D-B91C7B7EAE91}"/>
              </a:ext>
            </a:extLst>
          </p:cNvPr>
          <p:cNvSpPr>
            <a:spLocks noGrp="1"/>
          </p:cNvSpPr>
          <p:nvPr/>
        </p:nvSpPr>
        <p:spPr>
          <a:xfrm>
            <a:off x="11144250" y="6410325"/>
            <a:ext cx="457200" cy="190500"/>
          </a:xfrm>
          <a:prstGeom prst="rect">
            <a:avLst/>
          </a:prstGeom>
          <a:noFill/>
          <a:ln w="0">
            <a:noFill/>
            <a:prstDash val="solid"/>
          </a:ln>
        </p:spPr>
        <p:txBody>
          <a:bodyPr wrap="square" lIns="0" tIns="0" rIns="0" bIns="0" anchor="ctr">
            <a:normAutofit/>
          </a:bodyPr>
          <a:lstStyle>
            <a:defPPr algn="r">
              <a:defRPr sz="975" b="1">
                <a:solidFill>
                  <a:srgbClr val="243537"/>
                </a:solidFill>
                <a:latin typeface="Arial"/>
                <a:ea typeface="Arial"/>
                <a:cs typeface="Arial"/>
              </a:defRPr>
            </a:defPPr>
            <a:lvl1pPr algn="r">
              <a:defRPr sz="975" b="1">
                <a:solidFill>
                  <a:srgbClr val="243537"/>
                </a:solidFill>
                <a:latin typeface="Arial"/>
                <a:ea typeface="Arial"/>
                <a:cs typeface="Arial"/>
              </a:defRPr>
            </a:lvl1pPr>
            <a:lvl2pPr algn="r">
              <a:defRPr sz="975" b="1">
                <a:solidFill>
                  <a:srgbClr val="243537"/>
                </a:solidFill>
                <a:latin typeface="Arial"/>
                <a:ea typeface="Arial"/>
                <a:cs typeface="Arial"/>
              </a:defRPr>
            </a:lvl2pPr>
            <a:lvl3pPr algn="r">
              <a:defRPr sz="975" b="1">
                <a:solidFill>
                  <a:srgbClr val="243537"/>
                </a:solidFill>
                <a:latin typeface="Arial"/>
                <a:ea typeface="Arial"/>
                <a:cs typeface="Arial"/>
              </a:defRPr>
            </a:lvl3pPr>
            <a:lvl4pPr algn="r">
              <a:defRPr sz="975" b="1">
                <a:solidFill>
                  <a:srgbClr val="243537"/>
                </a:solidFill>
                <a:latin typeface="Arial"/>
                <a:ea typeface="Arial"/>
                <a:cs typeface="Arial"/>
              </a:defRPr>
            </a:lvl4pPr>
            <a:lvl5pPr algn="r">
              <a:defRPr sz="975" b="1">
                <a:solidFill>
                  <a:srgbClr val="243537"/>
                </a:solidFill>
                <a:latin typeface="Arial"/>
                <a:ea typeface="Arial"/>
                <a:cs typeface="Arial"/>
              </a:defRPr>
            </a:lvl5pPr>
            <a:lvl6pPr algn="r">
              <a:defRPr sz="975" b="1">
                <a:solidFill>
                  <a:srgbClr val="243537"/>
                </a:solidFill>
                <a:latin typeface="Arial"/>
                <a:ea typeface="Arial"/>
                <a:cs typeface="Arial"/>
              </a:defRPr>
            </a:lvl6pPr>
            <a:lvl7pPr algn="r">
              <a:defRPr sz="975" b="1">
                <a:solidFill>
                  <a:srgbClr val="243537"/>
                </a:solidFill>
                <a:latin typeface="Arial"/>
                <a:ea typeface="Arial"/>
                <a:cs typeface="Arial"/>
              </a:defRPr>
            </a:lvl7pPr>
            <a:lvl8pPr algn="r">
              <a:defRPr sz="975" b="1">
                <a:solidFill>
                  <a:srgbClr val="243537"/>
                </a:solidFill>
                <a:latin typeface="Arial"/>
                <a:ea typeface="Arial"/>
                <a:cs typeface="Arial"/>
              </a:defRPr>
            </a:lvl8pPr>
            <a:lvl9pPr algn="r">
              <a:defRPr sz="975" b="1">
                <a:solidFill>
                  <a:srgbClr val="243537"/>
                </a:solidFill>
                <a:latin typeface="Arial"/>
                <a:ea typeface="Arial"/>
                <a:cs typeface="Arial"/>
              </a:defRPr>
            </a:lvl9pPr>
          </a:lstStyle>
          <a:p>
            <a:pPr algn="r">
              <a:defRPr sz="975" b="1">
                <a:solidFill>
                  <a:srgbClr val="243537"/>
                </a:solidFill>
                <a:latin typeface="Arial"/>
                <a:ea typeface="Arial"/>
                <a:cs typeface="Arial"/>
              </a:defRPr>
            </a:pPr>
            <a:r>
              <a:rPr sz="975" b="1">
                <a:solidFill>
                  <a:srgbClr val="243537"/>
                </a:solidFill>
                <a:latin typeface="Arial"/>
                <a:ea typeface="Arial"/>
                <a:cs typeface="Arial"/>
              </a:rPr>
              <a:t>05</a:t>
            </a:r>
          </a:p>
        </p:txBody>
      </p:sp>
      <p:sp>
        <p:nvSpPr>
          <p:cNvPr id="6" name="Rectangle 5">
            <a:extLst>
              <a:ext uri="{FF2B5EF4-FFF2-40B4-BE49-F238E27FC236}">
                <a16:creationId xmlns:a16="http://schemas.microsoft.com/office/drawing/2014/main" id="{F1818FCD-57C3-467E-A305-CB387D255793}"/>
              </a:ext>
            </a:extLst>
          </p:cNvPr>
          <p:cNvSpPr>
            <a:spLocks noGrp="1"/>
          </p:cNvSpPr>
          <p:nvPr/>
        </p:nvSpPr>
        <p:spPr>
          <a:xfrm>
            <a:off x="628650" y="1581150"/>
            <a:ext cx="4762500" cy="323850"/>
          </a:xfrm>
          <a:prstGeom prst="rect">
            <a:avLst/>
          </a:prstGeom>
          <a:noFill/>
          <a:ln w="0">
            <a:noFill/>
            <a:prstDash val="solid"/>
          </a:ln>
        </p:spPr>
        <p:txBody>
          <a:bodyPr wrap="square" lIns="0" tIns="0" rIns="0" bIns="0" anchor="ctr">
            <a:normAutofit/>
          </a:bodyPr>
          <a:lstStyle>
            <a:defPPr algn="l">
              <a:defRPr sz="1725" b="1">
                <a:solidFill>
                  <a:srgbClr val="10191A"/>
                </a:solidFill>
                <a:latin typeface="Arial"/>
                <a:ea typeface="Arial"/>
                <a:cs typeface="Arial"/>
              </a:defRPr>
            </a:defPPr>
            <a:lvl1pPr algn="l">
              <a:defRPr sz="1725" b="1">
                <a:solidFill>
                  <a:srgbClr val="10191A"/>
                </a:solidFill>
                <a:latin typeface="Arial"/>
                <a:ea typeface="Arial"/>
                <a:cs typeface="Arial"/>
              </a:defRPr>
            </a:lvl1pPr>
            <a:lvl2pPr algn="l">
              <a:defRPr sz="1725" b="1">
                <a:solidFill>
                  <a:srgbClr val="10191A"/>
                </a:solidFill>
                <a:latin typeface="Arial"/>
                <a:ea typeface="Arial"/>
                <a:cs typeface="Arial"/>
              </a:defRPr>
            </a:lvl2pPr>
            <a:lvl3pPr algn="l">
              <a:defRPr sz="1725" b="1">
                <a:solidFill>
                  <a:srgbClr val="10191A"/>
                </a:solidFill>
                <a:latin typeface="Arial"/>
                <a:ea typeface="Arial"/>
                <a:cs typeface="Arial"/>
              </a:defRPr>
            </a:lvl3pPr>
            <a:lvl4pPr algn="l">
              <a:defRPr sz="1725" b="1">
                <a:solidFill>
                  <a:srgbClr val="10191A"/>
                </a:solidFill>
                <a:latin typeface="Arial"/>
                <a:ea typeface="Arial"/>
                <a:cs typeface="Arial"/>
              </a:defRPr>
            </a:lvl4pPr>
            <a:lvl5pPr algn="l">
              <a:defRPr sz="1725" b="1">
                <a:solidFill>
                  <a:srgbClr val="10191A"/>
                </a:solidFill>
                <a:latin typeface="Arial"/>
                <a:ea typeface="Arial"/>
                <a:cs typeface="Arial"/>
              </a:defRPr>
            </a:lvl5pPr>
            <a:lvl6pPr algn="l">
              <a:defRPr sz="1725" b="1">
                <a:solidFill>
                  <a:srgbClr val="10191A"/>
                </a:solidFill>
                <a:latin typeface="Arial"/>
                <a:ea typeface="Arial"/>
                <a:cs typeface="Arial"/>
              </a:defRPr>
            </a:lvl6pPr>
            <a:lvl7pPr algn="l">
              <a:defRPr sz="1725" b="1">
                <a:solidFill>
                  <a:srgbClr val="10191A"/>
                </a:solidFill>
                <a:latin typeface="Arial"/>
                <a:ea typeface="Arial"/>
                <a:cs typeface="Arial"/>
              </a:defRPr>
            </a:lvl7pPr>
            <a:lvl8pPr algn="l">
              <a:defRPr sz="1725" b="1">
                <a:solidFill>
                  <a:srgbClr val="10191A"/>
                </a:solidFill>
                <a:latin typeface="Arial"/>
                <a:ea typeface="Arial"/>
                <a:cs typeface="Arial"/>
              </a:defRPr>
            </a:lvl8pPr>
            <a:lvl9pPr algn="l">
              <a:defRPr sz="1725" b="1">
                <a:solidFill>
                  <a:srgbClr val="10191A"/>
                </a:solidFill>
                <a:latin typeface="Arial"/>
                <a:ea typeface="Arial"/>
                <a:cs typeface="Arial"/>
              </a:defRPr>
            </a:lvl9pPr>
          </a:lstStyle>
          <a:p>
            <a:pPr algn="l">
              <a:defRPr sz="1725" b="1">
                <a:solidFill>
                  <a:srgbClr val="10191A"/>
                </a:solidFill>
                <a:latin typeface="Arial"/>
                <a:ea typeface="Arial"/>
                <a:cs typeface="Arial"/>
              </a:defRPr>
            </a:pPr>
            <a:r>
              <a:rPr sz="1725" b="1">
                <a:solidFill>
                  <a:srgbClr val="10191A"/>
                </a:solidFill>
                <a:latin typeface="Arial"/>
                <a:ea typeface="Arial"/>
                <a:cs typeface="Arial"/>
              </a:rPr>
              <a:t>Construction PPE dataset</a:t>
            </a:r>
          </a:p>
        </p:txBody>
      </p:sp>
      <p:sp>
        <p:nvSpPr>
          <p:cNvPr id="7" name="Rectangle 6">
            <a:extLst>
              <a:ext uri="{FF2B5EF4-FFF2-40B4-BE49-F238E27FC236}">
                <a16:creationId xmlns:a16="http://schemas.microsoft.com/office/drawing/2014/main" id="{CC0BB9C2-62AC-4F7C-827F-7C1D3C5DDC85}"/>
              </a:ext>
            </a:extLst>
          </p:cNvPr>
          <p:cNvSpPr>
            <a:spLocks noGrp="1"/>
          </p:cNvSpPr>
          <p:nvPr/>
        </p:nvSpPr>
        <p:spPr>
          <a:xfrm>
            <a:off x="628650" y="2028825"/>
            <a:ext cx="4762500" cy="285750"/>
          </a:xfrm>
          <a:prstGeom prst="rect">
            <a:avLst/>
          </a:prstGeom>
          <a:noFill/>
          <a:ln w="0">
            <a:noFill/>
            <a:prstDash val="solid"/>
          </a:ln>
        </p:spPr>
        <p:txBody>
          <a:bodyPr wrap="square" lIns="0" tIns="0" rIns="0" bIns="0" anchor="ctr">
            <a:normAutofit/>
          </a:bodyPr>
          <a:lstStyle>
            <a:defPPr algn="l">
              <a:defRPr sz="1500" b="1">
                <a:solidFill>
                  <a:srgbClr val="32CDBA"/>
                </a:solidFill>
                <a:latin typeface="Arial"/>
                <a:ea typeface="Arial"/>
                <a:cs typeface="Arial"/>
              </a:defRPr>
            </a:defPPr>
            <a:lvl1pPr algn="l">
              <a:defRPr sz="1500" b="1">
                <a:solidFill>
                  <a:srgbClr val="32CDBA"/>
                </a:solidFill>
                <a:latin typeface="Arial"/>
                <a:ea typeface="Arial"/>
                <a:cs typeface="Arial"/>
              </a:defRPr>
            </a:lvl1pPr>
            <a:lvl2pPr algn="l">
              <a:defRPr sz="1500" b="1">
                <a:solidFill>
                  <a:srgbClr val="32CDBA"/>
                </a:solidFill>
                <a:latin typeface="Arial"/>
                <a:ea typeface="Arial"/>
                <a:cs typeface="Arial"/>
              </a:defRPr>
            </a:lvl2pPr>
            <a:lvl3pPr algn="l">
              <a:defRPr sz="1500" b="1">
                <a:solidFill>
                  <a:srgbClr val="32CDBA"/>
                </a:solidFill>
                <a:latin typeface="Arial"/>
                <a:ea typeface="Arial"/>
                <a:cs typeface="Arial"/>
              </a:defRPr>
            </a:lvl3pPr>
            <a:lvl4pPr algn="l">
              <a:defRPr sz="1500" b="1">
                <a:solidFill>
                  <a:srgbClr val="32CDBA"/>
                </a:solidFill>
                <a:latin typeface="Arial"/>
                <a:ea typeface="Arial"/>
                <a:cs typeface="Arial"/>
              </a:defRPr>
            </a:lvl4pPr>
            <a:lvl5pPr algn="l">
              <a:defRPr sz="1500" b="1">
                <a:solidFill>
                  <a:srgbClr val="32CDBA"/>
                </a:solidFill>
                <a:latin typeface="Arial"/>
                <a:ea typeface="Arial"/>
                <a:cs typeface="Arial"/>
              </a:defRPr>
            </a:lvl5pPr>
            <a:lvl6pPr algn="l">
              <a:defRPr sz="1500" b="1">
                <a:solidFill>
                  <a:srgbClr val="32CDBA"/>
                </a:solidFill>
                <a:latin typeface="Arial"/>
                <a:ea typeface="Arial"/>
                <a:cs typeface="Arial"/>
              </a:defRPr>
            </a:lvl6pPr>
            <a:lvl7pPr algn="l">
              <a:defRPr sz="1500" b="1">
                <a:solidFill>
                  <a:srgbClr val="32CDBA"/>
                </a:solidFill>
                <a:latin typeface="Arial"/>
                <a:ea typeface="Arial"/>
                <a:cs typeface="Arial"/>
              </a:defRPr>
            </a:lvl7pPr>
            <a:lvl8pPr algn="l">
              <a:defRPr sz="1500" b="1">
                <a:solidFill>
                  <a:srgbClr val="32CDBA"/>
                </a:solidFill>
                <a:latin typeface="Arial"/>
                <a:ea typeface="Arial"/>
                <a:cs typeface="Arial"/>
              </a:defRPr>
            </a:lvl8pPr>
            <a:lvl9pPr algn="l">
              <a:defRPr sz="1500" b="1">
                <a:solidFill>
                  <a:srgbClr val="32CDBA"/>
                </a:solidFill>
                <a:latin typeface="Arial"/>
                <a:ea typeface="Arial"/>
                <a:cs typeface="Arial"/>
              </a:defRPr>
            </a:lvl9pPr>
          </a:lstStyle>
          <a:p>
            <a:pPr algn="l">
              <a:defRPr sz="1500" b="1">
                <a:solidFill>
                  <a:srgbClr val="32CDBA"/>
                </a:solidFill>
                <a:latin typeface="Arial"/>
                <a:ea typeface="Arial"/>
                <a:cs typeface="Arial"/>
              </a:defRPr>
            </a:pPr>
            <a:r>
              <a:rPr sz="1500" b="1">
                <a:solidFill>
                  <a:srgbClr val="32CDBA"/>
                </a:solidFill>
                <a:latin typeface="Arial"/>
                <a:ea typeface="Arial"/>
                <a:cs typeface="Arial"/>
              </a:rPr>
              <a:t>2,597 images reported in project materials</a:t>
            </a:r>
          </a:p>
        </p:txBody>
      </p:sp>
      <p:sp>
        <p:nvSpPr>
          <p:cNvPr id="8" name="Rectangle 7">
            <a:extLst>
              <a:ext uri="{FF2B5EF4-FFF2-40B4-BE49-F238E27FC236}">
                <a16:creationId xmlns:a16="http://schemas.microsoft.com/office/drawing/2014/main" id="{DE9FC9ED-9A5E-4661-8487-EFDCA6D2A00C}"/>
              </a:ext>
            </a:extLst>
          </p:cNvPr>
          <p:cNvSpPr>
            <a:spLocks noGrp="1"/>
          </p:cNvSpPr>
          <p:nvPr/>
        </p:nvSpPr>
        <p:spPr>
          <a:xfrm>
            <a:off x="628650" y="2705100"/>
            <a:ext cx="1428750" cy="257175"/>
          </a:xfrm>
          <a:prstGeom prst="rect">
            <a:avLst/>
          </a:prstGeom>
          <a:noFill/>
          <a:ln w="0">
            <a:noFill/>
            <a:prstDash val="solid"/>
          </a:ln>
        </p:spPr>
        <p:txBody>
          <a:bodyPr wrap="square" lIns="0" tIns="0" rIns="0" bIns="0" anchor="ctr">
            <a:normAutofit/>
          </a:bodyPr>
          <a:lstStyle>
            <a:defPPr algn="l">
              <a:defRPr sz="1275" b="0">
                <a:solidFill>
                  <a:srgbClr val="243537"/>
                </a:solidFill>
                <a:latin typeface="Arial"/>
                <a:ea typeface="Arial"/>
                <a:cs typeface="Arial"/>
              </a:defRPr>
            </a:defPPr>
            <a:lvl1pPr algn="l">
              <a:defRPr sz="1275" b="0">
                <a:solidFill>
                  <a:srgbClr val="243537"/>
                </a:solidFill>
                <a:latin typeface="Arial"/>
                <a:ea typeface="Arial"/>
                <a:cs typeface="Arial"/>
              </a:defRPr>
            </a:lvl1pPr>
            <a:lvl2pPr algn="l">
              <a:defRPr sz="1275" b="0">
                <a:solidFill>
                  <a:srgbClr val="243537"/>
                </a:solidFill>
                <a:latin typeface="Arial"/>
                <a:ea typeface="Arial"/>
                <a:cs typeface="Arial"/>
              </a:defRPr>
            </a:lvl2pPr>
            <a:lvl3pPr algn="l">
              <a:defRPr sz="1275" b="0">
                <a:solidFill>
                  <a:srgbClr val="243537"/>
                </a:solidFill>
                <a:latin typeface="Arial"/>
                <a:ea typeface="Arial"/>
                <a:cs typeface="Arial"/>
              </a:defRPr>
            </a:lvl3pPr>
            <a:lvl4pPr algn="l">
              <a:defRPr sz="1275" b="0">
                <a:solidFill>
                  <a:srgbClr val="243537"/>
                </a:solidFill>
                <a:latin typeface="Arial"/>
                <a:ea typeface="Arial"/>
                <a:cs typeface="Arial"/>
              </a:defRPr>
            </a:lvl4pPr>
            <a:lvl5pPr algn="l">
              <a:defRPr sz="1275" b="0">
                <a:solidFill>
                  <a:srgbClr val="243537"/>
                </a:solidFill>
                <a:latin typeface="Arial"/>
                <a:ea typeface="Arial"/>
                <a:cs typeface="Arial"/>
              </a:defRPr>
            </a:lvl5pPr>
            <a:lvl6pPr algn="l">
              <a:defRPr sz="1275" b="0">
                <a:solidFill>
                  <a:srgbClr val="243537"/>
                </a:solidFill>
                <a:latin typeface="Arial"/>
                <a:ea typeface="Arial"/>
                <a:cs typeface="Arial"/>
              </a:defRPr>
            </a:lvl6pPr>
            <a:lvl7pPr algn="l">
              <a:defRPr sz="1275" b="0">
                <a:solidFill>
                  <a:srgbClr val="243537"/>
                </a:solidFill>
                <a:latin typeface="Arial"/>
                <a:ea typeface="Arial"/>
                <a:cs typeface="Arial"/>
              </a:defRPr>
            </a:lvl7pPr>
            <a:lvl8pPr algn="l">
              <a:defRPr sz="1275" b="0">
                <a:solidFill>
                  <a:srgbClr val="243537"/>
                </a:solidFill>
                <a:latin typeface="Arial"/>
                <a:ea typeface="Arial"/>
                <a:cs typeface="Arial"/>
              </a:defRPr>
            </a:lvl8pPr>
            <a:lvl9pPr algn="l">
              <a:defRPr sz="1275" b="0">
                <a:solidFill>
                  <a:srgbClr val="243537"/>
                </a:solidFill>
                <a:latin typeface="Arial"/>
                <a:ea typeface="Arial"/>
                <a:cs typeface="Arial"/>
              </a:defRPr>
            </a:lvl9pPr>
          </a:lstStyle>
          <a:p>
            <a:pPr algn="l">
              <a:defRPr sz="1275" b="0">
                <a:solidFill>
                  <a:srgbClr val="243537"/>
                </a:solidFill>
                <a:latin typeface="Arial"/>
                <a:ea typeface="Arial"/>
                <a:cs typeface="Arial"/>
              </a:defRPr>
            </a:pPr>
            <a:r>
              <a:rPr sz="1275" b="0">
                <a:solidFill>
                  <a:srgbClr val="243537"/>
                </a:solidFill>
                <a:latin typeface="Arial"/>
                <a:ea typeface="Arial"/>
                <a:cs typeface="Arial"/>
              </a:rPr>
              <a:t>Train</a:t>
            </a:r>
          </a:p>
        </p:txBody>
      </p:sp>
      <p:sp>
        <p:nvSpPr>
          <p:cNvPr id="9" name="Rectangle 8">
            <a:extLst>
              <a:ext uri="{FF2B5EF4-FFF2-40B4-BE49-F238E27FC236}">
                <a16:creationId xmlns:a16="http://schemas.microsoft.com/office/drawing/2014/main" id="{4771D4D6-09E2-4474-8E24-82B3AC272EDB}"/>
              </a:ext>
            </a:extLst>
          </p:cNvPr>
          <p:cNvSpPr>
            <a:spLocks noGrp="1"/>
          </p:cNvSpPr>
          <p:nvPr/>
        </p:nvSpPr>
        <p:spPr>
          <a:xfrm>
            <a:off x="628650" y="3048000"/>
            <a:ext cx="1428750" cy="438150"/>
          </a:xfrm>
          <a:prstGeom prst="rect">
            <a:avLst/>
          </a:prstGeom>
          <a:noFill/>
          <a:ln w="0">
            <a:noFill/>
            <a:prstDash val="solid"/>
          </a:ln>
        </p:spPr>
        <p:txBody>
          <a:bodyPr wrap="square" lIns="0" tIns="0" rIns="0" bIns="0" anchor="ctr">
            <a:normAutofit/>
          </a:bodyPr>
          <a:lstStyle>
            <a:defPPr algn="l">
              <a:defRPr sz="2475" b="1">
                <a:solidFill>
                  <a:srgbClr val="10191A"/>
                </a:solidFill>
                <a:latin typeface="Arial"/>
                <a:ea typeface="Arial"/>
                <a:cs typeface="Arial"/>
              </a:defRPr>
            </a:defPPr>
            <a:lvl1pPr algn="l">
              <a:defRPr sz="2475" b="1">
                <a:solidFill>
                  <a:srgbClr val="10191A"/>
                </a:solidFill>
                <a:latin typeface="Arial"/>
                <a:ea typeface="Arial"/>
                <a:cs typeface="Arial"/>
              </a:defRPr>
            </a:lvl1pPr>
            <a:lvl2pPr algn="l">
              <a:defRPr sz="2475" b="1">
                <a:solidFill>
                  <a:srgbClr val="10191A"/>
                </a:solidFill>
                <a:latin typeface="Arial"/>
                <a:ea typeface="Arial"/>
                <a:cs typeface="Arial"/>
              </a:defRPr>
            </a:lvl2pPr>
            <a:lvl3pPr algn="l">
              <a:defRPr sz="2475" b="1">
                <a:solidFill>
                  <a:srgbClr val="10191A"/>
                </a:solidFill>
                <a:latin typeface="Arial"/>
                <a:ea typeface="Arial"/>
                <a:cs typeface="Arial"/>
              </a:defRPr>
            </a:lvl3pPr>
            <a:lvl4pPr algn="l">
              <a:defRPr sz="2475" b="1">
                <a:solidFill>
                  <a:srgbClr val="10191A"/>
                </a:solidFill>
                <a:latin typeface="Arial"/>
                <a:ea typeface="Arial"/>
                <a:cs typeface="Arial"/>
              </a:defRPr>
            </a:lvl4pPr>
            <a:lvl5pPr algn="l">
              <a:defRPr sz="2475" b="1">
                <a:solidFill>
                  <a:srgbClr val="10191A"/>
                </a:solidFill>
                <a:latin typeface="Arial"/>
                <a:ea typeface="Arial"/>
                <a:cs typeface="Arial"/>
              </a:defRPr>
            </a:lvl5pPr>
            <a:lvl6pPr algn="l">
              <a:defRPr sz="2475" b="1">
                <a:solidFill>
                  <a:srgbClr val="10191A"/>
                </a:solidFill>
                <a:latin typeface="Arial"/>
                <a:ea typeface="Arial"/>
                <a:cs typeface="Arial"/>
              </a:defRPr>
            </a:lvl6pPr>
            <a:lvl7pPr algn="l">
              <a:defRPr sz="2475" b="1">
                <a:solidFill>
                  <a:srgbClr val="10191A"/>
                </a:solidFill>
                <a:latin typeface="Arial"/>
                <a:ea typeface="Arial"/>
                <a:cs typeface="Arial"/>
              </a:defRPr>
            </a:lvl7pPr>
            <a:lvl8pPr algn="l">
              <a:defRPr sz="2475" b="1">
                <a:solidFill>
                  <a:srgbClr val="10191A"/>
                </a:solidFill>
                <a:latin typeface="Arial"/>
                <a:ea typeface="Arial"/>
                <a:cs typeface="Arial"/>
              </a:defRPr>
            </a:lvl8pPr>
            <a:lvl9pPr algn="l">
              <a:defRPr sz="2475" b="1">
                <a:solidFill>
                  <a:srgbClr val="10191A"/>
                </a:solidFill>
                <a:latin typeface="Arial"/>
                <a:ea typeface="Arial"/>
                <a:cs typeface="Arial"/>
              </a:defRPr>
            </a:lvl9pPr>
          </a:lstStyle>
          <a:p>
            <a:pPr algn="l">
              <a:defRPr sz="2475" b="1">
                <a:solidFill>
                  <a:srgbClr val="10191A"/>
                </a:solidFill>
                <a:latin typeface="Arial"/>
                <a:ea typeface="Arial"/>
                <a:cs typeface="Arial"/>
              </a:defRPr>
            </a:pPr>
            <a:r>
              <a:rPr sz="2475" b="1">
                <a:solidFill>
                  <a:srgbClr val="10191A"/>
                </a:solidFill>
                <a:latin typeface="Arial"/>
                <a:ea typeface="Arial"/>
                <a:cs typeface="Arial"/>
              </a:rPr>
              <a:t>1,819</a:t>
            </a:r>
          </a:p>
        </p:txBody>
      </p:sp>
      <p:sp>
        <p:nvSpPr>
          <p:cNvPr id="10" name="Rectangle 9">
            <a:extLst>
              <a:ext uri="{FF2B5EF4-FFF2-40B4-BE49-F238E27FC236}">
                <a16:creationId xmlns:a16="http://schemas.microsoft.com/office/drawing/2014/main" id="{60EB04ED-43A9-4EB3-BF6F-78DA9A3189EF}"/>
              </a:ext>
            </a:extLst>
          </p:cNvPr>
          <p:cNvSpPr>
            <a:spLocks noGrp="1"/>
          </p:cNvSpPr>
          <p:nvPr/>
        </p:nvSpPr>
        <p:spPr>
          <a:xfrm>
            <a:off x="2343150" y="2705100"/>
            <a:ext cx="1428750" cy="257175"/>
          </a:xfrm>
          <a:prstGeom prst="rect">
            <a:avLst/>
          </a:prstGeom>
          <a:noFill/>
          <a:ln w="0">
            <a:noFill/>
            <a:prstDash val="solid"/>
          </a:ln>
        </p:spPr>
        <p:txBody>
          <a:bodyPr wrap="square" lIns="0" tIns="0" rIns="0" bIns="0" anchor="ctr">
            <a:normAutofit/>
          </a:bodyPr>
          <a:lstStyle>
            <a:defPPr algn="l">
              <a:defRPr sz="1275" b="0">
                <a:solidFill>
                  <a:srgbClr val="243537"/>
                </a:solidFill>
                <a:latin typeface="Arial"/>
                <a:ea typeface="Arial"/>
                <a:cs typeface="Arial"/>
              </a:defRPr>
            </a:defPPr>
            <a:lvl1pPr algn="l">
              <a:defRPr sz="1275" b="0">
                <a:solidFill>
                  <a:srgbClr val="243537"/>
                </a:solidFill>
                <a:latin typeface="Arial"/>
                <a:ea typeface="Arial"/>
                <a:cs typeface="Arial"/>
              </a:defRPr>
            </a:lvl1pPr>
            <a:lvl2pPr algn="l">
              <a:defRPr sz="1275" b="0">
                <a:solidFill>
                  <a:srgbClr val="243537"/>
                </a:solidFill>
                <a:latin typeface="Arial"/>
                <a:ea typeface="Arial"/>
                <a:cs typeface="Arial"/>
              </a:defRPr>
            </a:lvl2pPr>
            <a:lvl3pPr algn="l">
              <a:defRPr sz="1275" b="0">
                <a:solidFill>
                  <a:srgbClr val="243537"/>
                </a:solidFill>
                <a:latin typeface="Arial"/>
                <a:ea typeface="Arial"/>
                <a:cs typeface="Arial"/>
              </a:defRPr>
            </a:lvl3pPr>
            <a:lvl4pPr algn="l">
              <a:defRPr sz="1275" b="0">
                <a:solidFill>
                  <a:srgbClr val="243537"/>
                </a:solidFill>
                <a:latin typeface="Arial"/>
                <a:ea typeface="Arial"/>
                <a:cs typeface="Arial"/>
              </a:defRPr>
            </a:lvl4pPr>
            <a:lvl5pPr algn="l">
              <a:defRPr sz="1275" b="0">
                <a:solidFill>
                  <a:srgbClr val="243537"/>
                </a:solidFill>
                <a:latin typeface="Arial"/>
                <a:ea typeface="Arial"/>
                <a:cs typeface="Arial"/>
              </a:defRPr>
            </a:lvl5pPr>
            <a:lvl6pPr algn="l">
              <a:defRPr sz="1275" b="0">
                <a:solidFill>
                  <a:srgbClr val="243537"/>
                </a:solidFill>
                <a:latin typeface="Arial"/>
                <a:ea typeface="Arial"/>
                <a:cs typeface="Arial"/>
              </a:defRPr>
            </a:lvl6pPr>
            <a:lvl7pPr algn="l">
              <a:defRPr sz="1275" b="0">
                <a:solidFill>
                  <a:srgbClr val="243537"/>
                </a:solidFill>
                <a:latin typeface="Arial"/>
                <a:ea typeface="Arial"/>
                <a:cs typeface="Arial"/>
              </a:defRPr>
            </a:lvl7pPr>
            <a:lvl8pPr algn="l">
              <a:defRPr sz="1275" b="0">
                <a:solidFill>
                  <a:srgbClr val="243537"/>
                </a:solidFill>
                <a:latin typeface="Arial"/>
                <a:ea typeface="Arial"/>
                <a:cs typeface="Arial"/>
              </a:defRPr>
            </a:lvl8pPr>
            <a:lvl9pPr algn="l">
              <a:defRPr sz="1275" b="0">
                <a:solidFill>
                  <a:srgbClr val="243537"/>
                </a:solidFill>
                <a:latin typeface="Arial"/>
                <a:ea typeface="Arial"/>
                <a:cs typeface="Arial"/>
              </a:defRPr>
            </a:lvl9pPr>
          </a:lstStyle>
          <a:p>
            <a:pPr algn="l">
              <a:defRPr sz="1275" b="0">
                <a:solidFill>
                  <a:srgbClr val="243537"/>
                </a:solidFill>
                <a:latin typeface="Arial"/>
                <a:ea typeface="Arial"/>
                <a:cs typeface="Arial"/>
              </a:defRPr>
            </a:pPr>
            <a:r>
              <a:rPr sz="1275" b="0">
                <a:solidFill>
                  <a:srgbClr val="243537"/>
                </a:solidFill>
                <a:latin typeface="Arial"/>
                <a:ea typeface="Arial"/>
                <a:cs typeface="Arial"/>
              </a:rPr>
              <a:t>Validation</a:t>
            </a:r>
          </a:p>
        </p:txBody>
      </p:sp>
      <p:sp>
        <p:nvSpPr>
          <p:cNvPr id="11" name="Rectangle 10">
            <a:extLst>
              <a:ext uri="{FF2B5EF4-FFF2-40B4-BE49-F238E27FC236}">
                <a16:creationId xmlns:a16="http://schemas.microsoft.com/office/drawing/2014/main" id="{0922C428-EC2E-4BEF-B312-1368F81EA529}"/>
              </a:ext>
            </a:extLst>
          </p:cNvPr>
          <p:cNvSpPr>
            <a:spLocks noGrp="1"/>
          </p:cNvSpPr>
          <p:nvPr/>
        </p:nvSpPr>
        <p:spPr>
          <a:xfrm>
            <a:off x="2343150" y="3048000"/>
            <a:ext cx="1428750" cy="438150"/>
          </a:xfrm>
          <a:prstGeom prst="rect">
            <a:avLst/>
          </a:prstGeom>
          <a:noFill/>
          <a:ln w="0">
            <a:noFill/>
            <a:prstDash val="solid"/>
          </a:ln>
        </p:spPr>
        <p:txBody>
          <a:bodyPr wrap="square" lIns="0" tIns="0" rIns="0" bIns="0" anchor="ctr">
            <a:normAutofit/>
          </a:bodyPr>
          <a:lstStyle>
            <a:defPPr algn="l">
              <a:defRPr sz="2475" b="1">
                <a:solidFill>
                  <a:srgbClr val="10191A"/>
                </a:solidFill>
                <a:latin typeface="Arial"/>
                <a:ea typeface="Arial"/>
                <a:cs typeface="Arial"/>
              </a:defRPr>
            </a:defPPr>
            <a:lvl1pPr algn="l">
              <a:defRPr sz="2475" b="1">
                <a:solidFill>
                  <a:srgbClr val="10191A"/>
                </a:solidFill>
                <a:latin typeface="Arial"/>
                <a:ea typeface="Arial"/>
                <a:cs typeface="Arial"/>
              </a:defRPr>
            </a:lvl1pPr>
            <a:lvl2pPr algn="l">
              <a:defRPr sz="2475" b="1">
                <a:solidFill>
                  <a:srgbClr val="10191A"/>
                </a:solidFill>
                <a:latin typeface="Arial"/>
                <a:ea typeface="Arial"/>
                <a:cs typeface="Arial"/>
              </a:defRPr>
            </a:lvl2pPr>
            <a:lvl3pPr algn="l">
              <a:defRPr sz="2475" b="1">
                <a:solidFill>
                  <a:srgbClr val="10191A"/>
                </a:solidFill>
                <a:latin typeface="Arial"/>
                <a:ea typeface="Arial"/>
                <a:cs typeface="Arial"/>
              </a:defRPr>
            </a:lvl3pPr>
            <a:lvl4pPr algn="l">
              <a:defRPr sz="2475" b="1">
                <a:solidFill>
                  <a:srgbClr val="10191A"/>
                </a:solidFill>
                <a:latin typeface="Arial"/>
                <a:ea typeface="Arial"/>
                <a:cs typeface="Arial"/>
              </a:defRPr>
            </a:lvl4pPr>
            <a:lvl5pPr algn="l">
              <a:defRPr sz="2475" b="1">
                <a:solidFill>
                  <a:srgbClr val="10191A"/>
                </a:solidFill>
                <a:latin typeface="Arial"/>
                <a:ea typeface="Arial"/>
                <a:cs typeface="Arial"/>
              </a:defRPr>
            </a:lvl5pPr>
            <a:lvl6pPr algn="l">
              <a:defRPr sz="2475" b="1">
                <a:solidFill>
                  <a:srgbClr val="10191A"/>
                </a:solidFill>
                <a:latin typeface="Arial"/>
                <a:ea typeface="Arial"/>
                <a:cs typeface="Arial"/>
              </a:defRPr>
            </a:lvl6pPr>
            <a:lvl7pPr algn="l">
              <a:defRPr sz="2475" b="1">
                <a:solidFill>
                  <a:srgbClr val="10191A"/>
                </a:solidFill>
                <a:latin typeface="Arial"/>
                <a:ea typeface="Arial"/>
                <a:cs typeface="Arial"/>
              </a:defRPr>
            </a:lvl7pPr>
            <a:lvl8pPr algn="l">
              <a:defRPr sz="2475" b="1">
                <a:solidFill>
                  <a:srgbClr val="10191A"/>
                </a:solidFill>
                <a:latin typeface="Arial"/>
                <a:ea typeface="Arial"/>
                <a:cs typeface="Arial"/>
              </a:defRPr>
            </a:lvl8pPr>
            <a:lvl9pPr algn="l">
              <a:defRPr sz="2475" b="1">
                <a:solidFill>
                  <a:srgbClr val="10191A"/>
                </a:solidFill>
                <a:latin typeface="Arial"/>
                <a:ea typeface="Arial"/>
                <a:cs typeface="Arial"/>
              </a:defRPr>
            </a:lvl9pPr>
          </a:lstStyle>
          <a:p>
            <a:pPr algn="l">
              <a:defRPr sz="2475" b="1">
                <a:solidFill>
                  <a:srgbClr val="10191A"/>
                </a:solidFill>
                <a:latin typeface="Arial"/>
                <a:ea typeface="Arial"/>
                <a:cs typeface="Arial"/>
              </a:defRPr>
            </a:pPr>
            <a:r>
              <a:rPr sz="2475" b="1">
                <a:solidFill>
                  <a:srgbClr val="10191A"/>
                </a:solidFill>
                <a:latin typeface="Arial"/>
                <a:ea typeface="Arial"/>
                <a:cs typeface="Arial"/>
              </a:rPr>
              <a:t>518</a:t>
            </a:r>
          </a:p>
        </p:txBody>
      </p:sp>
      <p:sp>
        <p:nvSpPr>
          <p:cNvPr id="12" name="Rectangle 11">
            <a:extLst>
              <a:ext uri="{FF2B5EF4-FFF2-40B4-BE49-F238E27FC236}">
                <a16:creationId xmlns:a16="http://schemas.microsoft.com/office/drawing/2014/main" id="{E7F38BD3-2D04-4227-B5B0-847E3F9A49D3}"/>
              </a:ext>
            </a:extLst>
          </p:cNvPr>
          <p:cNvSpPr>
            <a:spLocks noGrp="1"/>
          </p:cNvSpPr>
          <p:nvPr/>
        </p:nvSpPr>
        <p:spPr>
          <a:xfrm>
            <a:off x="4057650" y="2705100"/>
            <a:ext cx="1428750" cy="257175"/>
          </a:xfrm>
          <a:prstGeom prst="rect">
            <a:avLst/>
          </a:prstGeom>
          <a:noFill/>
          <a:ln w="0">
            <a:noFill/>
            <a:prstDash val="solid"/>
          </a:ln>
        </p:spPr>
        <p:txBody>
          <a:bodyPr wrap="square" lIns="0" tIns="0" rIns="0" bIns="0" anchor="ctr">
            <a:normAutofit/>
          </a:bodyPr>
          <a:lstStyle>
            <a:defPPr algn="l">
              <a:defRPr sz="1275" b="0">
                <a:solidFill>
                  <a:srgbClr val="243537"/>
                </a:solidFill>
                <a:latin typeface="Arial"/>
                <a:ea typeface="Arial"/>
                <a:cs typeface="Arial"/>
              </a:defRPr>
            </a:defPPr>
            <a:lvl1pPr algn="l">
              <a:defRPr sz="1275" b="0">
                <a:solidFill>
                  <a:srgbClr val="243537"/>
                </a:solidFill>
                <a:latin typeface="Arial"/>
                <a:ea typeface="Arial"/>
                <a:cs typeface="Arial"/>
              </a:defRPr>
            </a:lvl1pPr>
            <a:lvl2pPr algn="l">
              <a:defRPr sz="1275" b="0">
                <a:solidFill>
                  <a:srgbClr val="243537"/>
                </a:solidFill>
                <a:latin typeface="Arial"/>
                <a:ea typeface="Arial"/>
                <a:cs typeface="Arial"/>
              </a:defRPr>
            </a:lvl2pPr>
            <a:lvl3pPr algn="l">
              <a:defRPr sz="1275" b="0">
                <a:solidFill>
                  <a:srgbClr val="243537"/>
                </a:solidFill>
                <a:latin typeface="Arial"/>
                <a:ea typeface="Arial"/>
                <a:cs typeface="Arial"/>
              </a:defRPr>
            </a:lvl3pPr>
            <a:lvl4pPr algn="l">
              <a:defRPr sz="1275" b="0">
                <a:solidFill>
                  <a:srgbClr val="243537"/>
                </a:solidFill>
                <a:latin typeface="Arial"/>
                <a:ea typeface="Arial"/>
                <a:cs typeface="Arial"/>
              </a:defRPr>
            </a:lvl4pPr>
            <a:lvl5pPr algn="l">
              <a:defRPr sz="1275" b="0">
                <a:solidFill>
                  <a:srgbClr val="243537"/>
                </a:solidFill>
                <a:latin typeface="Arial"/>
                <a:ea typeface="Arial"/>
                <a:cs typeface="Arial"/>
              </a:defRPr>
            </a:lvl5pPr>
            <a:lvl6pPr algn="l">
              <a:defRPr sz="1275" b="0">
                <a:solidFill>
                  <a:srgbClr val="243537"/>
                </a:solidFill>
                <a:latin typeface="Arial"/>
                <a:ea typeface="Arial"/>
                <a:cs typeface="Arial"/>
              </a:defRPr>
            </a:lvl6pPr>
            <a:lvl7pPr algn="l">
              <a:defRPr sz="1275" b="0">
                <a:solidFill>
                  <a:srgbClr val="243537"/>
                </a:solidFill>
                <a:latin typeface="Arial"/>
                <a:ea typeface="Arial"/>
                <a:cs typeface="Arial"/>
              </a:defRPr>
            </a:lvl7pPr>
            <a:lvl8pPr algn="l">
              <a:defRPr sz="1275" b="0">
                <a:solidFill>
                  <a:srgbClr val="243537"/>
                </a:solidFill>
                <a:latin typeface="Arial"/>
                <a:ea typeface="Arial"/>
                <a:cs typeface="Arial"/>
              </a:defRPr>
            </a:lvl8pPr>
            <a:lvl9pPr algn="l">
              <a:defRPr sz="1275" b="0">
                <a:solidFill>
                  <a:srgbClr val="243537"/>
                </a:solidFill>
                <a:latin typeface="Arial"/>
                <a:ea typeface="Arial"/>
                <a:cs typeface="Arial"/>
              </a:defRPr>
            </a:lvl9pPr>
          </a:lstStyle>
          <a:p>
            <a:pPr algn="l">
              <a:defRPr sz="1275" b="0">
                <a:solidFill>
                  <a:srgbClr val="243537"/>
                </a:solidFill>
                <a:latin typeface="Arial"/>
                <a:ea typeface="Arial"/>
                <a:cs typeface="Arial"/>
              </a:defRPr>
            </a:pPr>
            <a:r>
              <a:rPr sz="1275" b="0">
                <a:solidFill>
                  <a:srgbClr val="243537"/>
                </a:solidFill>
                <a:latin typeface="Arial"/>
                <a:ea typeface="Arial"/>
                <a:cs typeface="Arial"/>
              </a:rPr>
              <a:t>Test</a:t>
            </a:r>
          </a:p>
        </p:txBody>
      </p:sp>
      <p:sp>
        <p:nvSpPr>
          <p:cNvPr id="13" name="Rectangle 12">
            <a:extLst>
              <a:ext uri="{FF2B5EF4-FFF2-40B4-BE49-F238E27FC236}">
                <a16:creationId xmlns:a16="http://schemas.microsoft.com/office/drawing/2014/main" id="{1FA208EA-7B3E-4228-A76B-E34C49916EC5}"/>
              </a:ext>
            </a:extLst>
          </p:cNvPr>
          <p:cNvSpPr>
            <a:spLocks noGrp="1"/>
          </p:cNvSpPr>
          <p:nvPr/>
        </p:nvSpPr>
        <p:spPr>
          <a:xfrm>
            <a:off x="4057650" y="3048000"/>
            <a:ext cx="1428750" cy="438150"/>
          </a:xfrm>
          <a:prstGeom prst="rect">
            <a:avLst/>
          </a:prstGeom>
          <a:noFill/>
          <a:ln w="0">
            <a:noFill/>
            <a:prstDash val="solid"/>
          </a:ln>
        </p:spPr>
        <p:txBody>
          <a:bodyPr wrap="square" lIns="0" tIns="0" rIns="0" bIns="0" anchor="ctr">
            <a:normAutofit/>
          </a:bodyPr>
          <a:lstStyle>
            <a:defPPr algn="l">
              <a:defRPr sz="2475" b="1">
                <a:solidFill>
                  <a:srgbClr val="10191A"/>
                </a:solidFill>
                <a:latin typeface="Arial"/>
                <a:ea typeface="Arial"/>
                <a:cs typeface="Arial"/>
              </a:defRPr>
            </a:defPPr>
            <a:lvl1pPr algn="l">
              <a:defRPr sz="2475" b="1">
                <a:solidFill>
                  <a:srgbClr val="10191A"/>
                </a:solidFill>
                <a:latin typeface="Arial"/>
                <a:ea typeface="Arial"/>
                <a:cs typeface="Arial"/>
              </a:defRPr>
            </a:lvl1pPr>
            <a:lvl2pPr algn="l">
              <a:defRPr sz="2475" b="1">
                <a:solidFill>
                  <a:srgbClr val="10191A"/>
                </a:solidFill>
                <a:latin typeface="Arial"/>
                <a:ea typeface="Arial"/>
                <a:cs typeface="Arial"/>
              </a:defRPr>
            </a:lvl2pPr>
            <a:lvl3pPr algn="l">
              <a:defRPr sz="2475" b="1">
                <a:solidFill>
                  <a:srgbClr val="10191A"/>
                </a:solidFill>
                <a:latin typeface="Arial"/>
                <a:ea typeface="Arial"/>
                <a:cs typeface="Arial"/>
              </a:defRPr>
            </a:lvl3pPr>
            <a:lvl4pPr algn="l">
              <a:defRPr sz="2475" b="1">
                <a:solidFill>
                  <a:srgbClr val="10191A"/>
                </a:solidFill>
                <a:latin typeface="Arial"/>
                <a:ea typeface="Arial"/>
                <a:cs typeface="Arial"/>
              </a:defRPr>
            </a:lvl4pPr>
            <a:lvl5pPr algn="l">
              <a:defRPr sz="2475" b="1">
                <a:solidFill>
                  <a:srgbClr val="10191A"/>
                </a:solidFill>
                <a:latin typeface="Arial"/>
                <a:ea typeface="Arial"/>
                <a:cs typeface="Arial"/>
              </a:defRPr>
            </a:lvl5pPr>
            <a:lvl6pPr algn="l">
              <a:defRPr sz="2475" b="1">
                <a:solidFill>
                  <a:srgbClr val="10191A"/>
                </a:solidFill>
                <a:latin typeface="Arial"/>
                <a:ea typeface="Arial"/>
                <a:cs typeface="Arial"/>
              </a:defRPr>
            </a:lvl6pPr>
            <a:lvl7pPr algn="l">
              <a:defRPr sz="2475" b="1">
                <a:solidFill>
                  <a:srgbClr val="10191A"/>
                </a:solidFill>
                <a:latin typeface="Arial"/>
                <a:ea typeface="Arial"/>
                <a:cs typeface="Arial"/>
              </a:defRPr>
            </a:lvl7pPr>
            <a:lvl8pPr algn="l">
              <a:defRPr sz="2475" b="1">
                <a:solidFill>
                  <a:srgbClr val="10191A"/>
                </a:solidFill>
                <a:latin typeface="Arial"/>
                <a:ea typeface="Arial"/>
                <a:cs typeface="Arial"/>
              </a:defRPr>
            </a:lvl8pPr>
            <a:lvl9pPr algn="l">
              <a:defRPr sz="2475" b="1">
                <a:solidFill>
                  <a:srgbClr val="10191A"/>
                </a:solidFill>
                <a:latin typeface="Arial"/>
                <a:ea typeface="Arial"/>
                <a:cs typeface="Arial"/>
              </a:defRPr>
            </a:lvl9pPr>
          </a:lstStyle>
          <a:p>
            <a:pPr algn="l">
              <a:defRPr sz="2475" b="1">
                <a:solidFill>
                  <a:srgbClr val="10191A"/>
                </a:solidFill>
                <a:latin typeface="Arial"/>
                <a:ea typeface="Arial"/>
                <a:cs typeface="Arial"/>
              </a:defRPr>
            </a:pPr>
            <a:r>
              <a:rPr sz="2475" b="1">
                <a:solidFill>
                  <a:srgbClr val="10191A"/>
                </a:solidFill>
                <a:latin typeface="Arial"/>
                <a:ea typeface="Arial"/>
                <a:cs typeface="Arial"/>
              </a:rPr>
              <a:t>260</a:t>
            </a:r>
          </a:p>
        </p:txBody>
      </p:sp>
      <p:sp>
        <p:nvSpPr>
          <p:cNvPr id="14" name="Rectangle 13">
            <a:extLst>
              <a:ext uri="{FF2B5EF4-FFF2-40B4-BE49-F238E27FC236}">
                <a16:creationId xmlns:a16="http://schemas.microsoft.com/office/drawing/2014/main" id="{0D882272-870A-4CC2-9294-15E143ED8DF2}"/>
              </a:ext>
            </a:extLst>
          </p:cNvPr>
          <p:cNvSpPr>
            <a:spLocks noGrp="1"/>
          </p:cNvSpPr>
          <p:nvPr/>
        </p:nvSpPr>
        <p:spPr>
          <a:xfrm>
            <a:off x="628650" y="3905250"/>
            <a:ext cx="2095500" cy="285750"/>
          </a:xfrm>
          <a:prstGeom prst="rect">
            <a:avLst/>
          </a:prstGeom>
          <a:noFill/>
          <a:ln w="0">
            <a:noFill/>
            <a:prstDash val="solid"/>
          </a:ln>
        </p:spPr>
        <p:txBody>
          <a:bodyPr wrap="square" lIns="0" tIns="0" rIns="0" bIns="0" anchor="ctr">
            <a:normAutofit/>
          </a:bodyPr>
          <a:lstStyle>
            <a:defPPr algn="l">
              <a:defRPr sz="1500" b="1">
                <a:solidFill>
                  <a:srgbClr val="C6F36B"/>
                </a:solidFill>
                <a:latin typeface="Arial"/>
                <a:ea typeface="Arial"/>
                <a:cs typeface="Arial"/>
              </a:defRPr>
            </a:defPPr>
            <a:lvl1pPr algn="l">
              <a:defRPr sz="1500" b="1">
                <a:solidFill>
                  <a:srgbClr val="C6F36B"/>
                </a:solidFill>
                <a:latin typeface="Arial"/>
                <a:ea typeface="Arial"/>
                <a:cs typeface="Arial"/>
              </a:defRPr>
            </a:lvl1pPr>
            <a:lvl2pPr algn="l">
              <a:defRPr sz="1500" b="1">
                <a:solidFill>
                  <a:srgbClr val="C6F36B"/>
                </a:solidFill>
                <a:latin typeface="Arial"/>
                <a:ea typeface="Arial"/>
                <a:cs typeface="Arial"/>
              </a:defRPr>
            </a:lvl2pPr>
            <a:lvl3pPr algn="l">
              <a:defRPr sz="1500" b="1">
                <a:solidFill>
                  <a:srgbClr val="C6F36B"/>
                </a:solidFill>
                <a:latin typeface="Arial"/>
                <a:ea typeface="Arial"/>
                <a:cs typeface="Arial"/>
              </a:defRPr>
            </a:lvl3pPr>
            <a:lvl4pPr algn="l">
              <a:defRPr sz="1500" b="1">
                <a:solidFill>
                  <a:srgbClr val="C6F36B"/>
                </a:solidFill>
                <a:latin typeface="Arial"/>
                <a:ea typeface="Arial"/>
                <a:cs typeface="Arial"/>
              </a:defRPr>
            </a:lvl4pPr>
            <a:lvl5pPr algn="l">
              <a:defRPr sz="1500" b="1">
                <a:solidFill>
                  <a:srgbClr val="C6F36B"/>
                </a:solidFill>
                <a:latin typeface="Arial"/>
                <a:ea typeface="Arial"/>
                <a:cs typeface="Arial"/>
              </a:defRPr>
            </a:lvl5pPr>
            <a:lvl6pPr algn="l">
              <a:defRPr sz="1500" b="1">
                <a:solidFill>
                  <a:srgbClr val="C6F36B"/>
                </a:solidFill>
                <a:latin typeface="Arial"/>
                <a:ea typeface="Arial"/>
                <a:cs typeface="Arial"/>
              </a:defRPr>
            </a:lvl6pPr>
            <a:lvl7pPr algn="l">
              <a:defRPr sz="1500" b="1">
                <a:solidFill>
                  <a:srgbClr val="C6F36B"/>
                </a:solidFill>
                <a:latin typeface="Arial"/>
                <a:ea typeface="Arial"/>
                <a:cs typeface="Arial"/>
              </a:defRPr>
            </a:lvl7pPr>
            <a:lvl8pPr algn="l">
              <a:defRPr sz="1500" b="1">
                <a:solidFill>
                  <a:srgbClr val="C6F36B"/>
                </a:solidFill>
                <a:latin typeface="Arial"/>
                <a:ea typeface="Arial"/>
                <a:cs typeface="Arial"/>
              </a:defRPr>
            </a:lvl8pPr>
            <a:lvl9pPr algn="l">
              <a:defRPr sz="1500" b="1">
                <a:solidFill>
                  <a:srgbClr val="C6F36B"/>
                </a:solidFill>
                <a:latin typeface="Arial"/>
                <a:ea typeface="Arial"/>
                <a:cs typeface="Arial"/>
              </a:defRPr>
            </a:lvl9pPr>
          </a:lstStyle>
          <a:p>
            <a:pPr algn="l">
              <a:defRPr sz="1500" b="1">
                <a:solidFill>
                  <a:srgbClr val="C6F36B"/>
                </a:solidFill>
                <a:latin typeface="Arial"/>
                <a:ea typeface="Arial"/>
                <a:cs typeface="Arial"/>
              </a:defRPr>
            </a:pPr>
            <a:r>
              <a:rPr sz="1500" b="1">
                <a:solidFill>
                  <a:srgbClr val="C6F36B"/>
                </a:solidFill>
                <a:latin typeface="Arial"/>
                <a:ea typeface="Arial"/>
                <a:cs typeface="Arial"/>
              </a:rPr>
              <a:t>10 labels</a:t>
            </a:r>
          </a:p>
        </p:txBody>
      </p:sp>
      <p:sp>
        <p:nvSpPr>
          <p:cNvPr id="15" name="Rectangle 14">
            <a:extLst>
              <a:ext uri="{FF2B5EF4-FFF2-40B4-BE49-F238E27FC236}">
                <a16:creationId xmlns:a16="http://schemas.microsoft.com/office/drawing/2014/main" id="{9B229CEC-1735-434A-A49A-F2F819BF3DBA}"/>
              </a:ext>
            </a:extLst>
          </p:cNvPr>
          <p:cNvSpPr>
            <a:spLocks noGrp="1"/>
          </p:cNvSpPr>
          <p:nvPr/>
        </p:nvSpPr>
        <p:spPr>
          <a:xfrm>
            <a:off x="628650" y="4286250"/>
            <a:ext cx="5143500" cy="1095375"/>
          </a:xfrm>
          <a:prstGeom prst="rect">
            <a:avLst/>
          </a:prstGeom>
          <a:noFill/>
          <a:ln w="0">
            <a:noFill/>
            <a:prstDash val="solid"/>
          </a:ln>
        </p:spPr>
        <p:txBody>
          <a:bodyPr wrap="square" lIns="0" tIns="0" rIns="0" bIns="0" anchor="ctr">
            <a:normAutofit/>
          </a:bodyPr>
          <a:lstStyle>
            <a:defPPr algn="l">
              <a:defRPr sz="1500" b="0">
                <a:solidFill>
                  <a:srgbClr val="243537"/>
                </a:solidFill>
                <a:latin typeface="Arial"/>
                <a:ea typeface="Arial"/>
                <a:cs typeface="Arial"/>
              </a:defRPr>
            </a:defPPr>
            <a:lvl1pPr algn="l">
              <a:defRPr sz="1500" b="0">
                <a:solidFill>
                  <a:srgbClr val="243537"/>
                </a:solidFill>
                <a:latin typeface="Arial"/>
                <a:ea typeface="Arial"/>
                <a:cs typeface="Arial"/>
              </a:defRPr>
            </a:lvl1pPr>
            <a:lvl2pPr algn="l">
              <a:defRPr sz="1500" b="0">
                <a:solidFill>
                  <a:srgbClr val="243537"/>
                </a:solidFill>
                <a:latin typeface="Arial"/>
                <a:ea typeface="Arial"/>
                <a:cs typeface="Arial"/>
              </a:defRPr>
            </a:lvl2pPr>
            <a:lvl3pPr algn="l">
              <a:defRPr sz="1500" b="0">
                <a:solidFill>
                  <a:srgbClr val="243537"/>
                </a:solidFill>
                <a:latin typeface="Arial"/>
                <a:ea typeface="Arial"/>
                <a:cs typeface="Arial"/>
              </a:defRPr>
            </a:lvl3pPr>
            <a:lvl4pPr algn="l">
              <a:defRPr sz="1500" b="0">
                <a:solidFill>
                  <a:srgbClr val="243537"/>
                </a:solidFill>
                <a:latin typeface="Arial"/>
                <a:ea typeface="Arial"/>
                <a:cs typeface="Arial"/>
              </a:defRPr>
            </a:lvl4pPr>
            <a:lvl5pPr algn="l">
              <a:defRPr sz="1500" b="0">
                <a:solidFill>
                  <a:srgbClr val="243537"/>
                </a:solidFill>
                <a:latin typeface="Arial"/>
                <a:ea typeface="Arial"/>
                <a:cs typeface="Arial"/>
              </a:defRPr>
            </a:lvl5pPr>
            <a:lvl6pPr algn="l">
              <a:defRPr sz="1500" b="0">
                <a:solidFill>
                  <a:srgbClr val="243537"/>
                </a:solidFill>
                <a:latin typeface="Arial"/>
                <a:ea typeface="Arial"/>
                <a:cs typeface="Arial"/>
              </a:defRPr>
            </a:lvl6pPr>
            <a:lvl7pPr algn="l">
              <a:defRPr sz="1500" b="0">
                <a:solidFill>
                  <a:srgbClr val="243537"/>
                </a:solidFill>
                <a:latin typeface="Arial"/>
                <a:ea typeface="Arial"/>
                <a:cs typeface="Arial"/>
              </a:defRPr>
            </a:lvl7pPr>
            <a:lvl8pPr algn="l">
              <a:defRPr sz="1500" b="0">
                <a:solidFill>
                  <a:srgbClr val="243537"/>
                </a:solidFill>
                <a:latin typeface="Arial"/>
                <a:ea typeface="Arial"/>
                <a:cs typeface="Arial"/>
              </a:defRPr>
            </a:lvl8pPr>
            <a:lvl9pPr algn="l">
              <a:defRPr sz="1500" b="0">
                <a:solidFill>
                  <a:srgbClr val="243537"/>
                </a:solidFill>
                <a:latin typeface="Arial"/>
                <a:ea typeface="Arial"/>
                <a:cs typeface="Arial"/>
              </a:defRPr>
            </a:lvl9pPr>
          </a:lstStyle>
          <a:p>
            <a:pPr algn="l">
              <a:defRPr sz="1500" b="0">
                <a:solidFill>
                  <a:srgbClr val="243537"/>
                </a:solidFill>
                <a:latin typeface="Arial"/>
                <a:ea typeface="Arial"/>
                <a:cs typeface="Arial"/>
              </a:defRPr>
            </a:pPr>
            <a:r>
              <a:rPr sz="1500" b="0">
                <a:solidFill>
                  <a:srgbClr val="243537"/>
                </a:solidFill>
                <a:latin typeface="Arial"/>
                <a:ea typeface="Arial"/>
                <a:cs typeface="Arial"/>
              </a:rPr>
              <a:t>Person, Hardhat, NO-Hardhat, Mask, NO-Mask, Safety Vest, NO-Safety Vest, Machinery, Vehicle, Safety Cone</a:t>
            </a:r>
          </a:p>
        </p:txBody>
      </p:sp>
      <p:pic>
        <p:nvPicPr>
          <p:cNvPr id="16" name="Picture 15">
            <a:extLst>
              <a:ext uri="{FF2B5EF4-FFF2-40B4-BE49-F238E27FC236}">
                <a16:creationId xmlns:a16="http://schemas.microsoft.com/office/drawing/2014/main" id="{67B00C5D-132D-44D5-BAF7-4A99B6891A43}"/>
              </a:ext>
            </a:extLst>
          </p:cNvPr>
          <p:cNvPicPr>
            <a:picLocks noChangeAspect="1"/>
          </p:cNvPicPr>
          <p:nvPr/>
        </p:nvPicPr>
        <p:blipFill>
          <a:blip r:embed="rId3"/>
          <a:stretch/>
        </p:blipFill>
        <p:spPr>
          <a:xfrm>
            <a:off x="6715125" y="1581150"/>
            <a:ext cx="4381500" cy="4381500"/>
          </a:xfrm>
          <a:prstGeom prst="rect">
            <a:avLst/>
          </a:prstGeom>
        </p:spPr>
      </p:pic>
      <p:sp>
        <p:nvSpPr>
          <p:cNvPr id="17" name="Rectangle 16">
            <a:extLst>
              <a:ext uri="{FF2B5EF4-FFF2-40B4-BE49-F238E27FC236}">
                <a16:creationId xmlns:a16="http://schemas.microsoft.com/office/drawing/2014/main" id="{AFE201E2-8194-4E57-BB34-CD6552A494C2}"/>
              </a:ext>
            </a:extLst>
          </p:cNvPr>
          <p:cNvSpPr>
            <a:spLocks noGrp="1"/>
          </p:cNvSpPr>
          <p:nvPr/>
        </p:nvSpPr>
        <p:spPr>
          <a:xfrm>
            <a:off x="6334125" y="6019800"/>
            <a:ext cx="5048250" cy="228600"/>
          </a:xfrm>
          <a:prstGeom prst="rect">
            <a:avLst/>
          </a:prstGeom>
          <a:noFill/>
          <a:ln w="0">
            <a:noFill/>
            <a:prstDash val="solid"/>
          </a:ln>
        </p:spPr>
        <p:txBody>
          <a:bodyPr wrap="square" lIns="0" tIns="0" rIns="0" bIns="0" anchor="ctr">
            <a:normAutofit/>
          </a:bodyPr>
          <a:lstStyle>
            <a:defPPr algn="l">
              <a:defRPr sz="1125" b="0">
                <a:solidFill>
                  <a:srgbClr val="243537"/>
                </a:solidFill>
                <a:latin typeface="Arial"/>
                <a:ea typeface="Arial"/>
                <a:cs typeface="Arial"/>
              </a:defRPr>
            </a:defPPr>
            <a:lvl1pPr algn="l">
              <a:defRPr sz="1125" b="0">
                <a:solidFill>
                  <a:srgbClr val="243537"/>
                </a:solidFill>
                <a:latin typeface="Arial"/>
                <a:ea typeface="Arial"/>
                <a:cs typeface="Arial"/>
              </a:defRPr>
            </a:lvl1pPr>
            <a:lvl2pPr algn="l">
              <a:defRPr sz="1125" b="0">
                <a:solidFill>
                  <a:srgbClr val="243537"/>
                </a:solidFill>
                <a:latin typeface="Arial"/>
                <a:ea typeface="Arial"/>
                <a:cs typeface="Arial"/>
              </a:defRPr>
            </a:lvl2pPr>
            <a:lvl3pPr algn="l">
              <a:defRPr sz="1125" b="0">
                <a:solidFill>
                  <a:srgbClr val="243537"/>
                </a:solidFill>
                <a:latin typeface="Arial"/>
                <a:ea typeface="Arial"/>
                <a:cs typeface="Arial"/>
              </a:defRPr>
            </a:lvl3pPr>
            <a:lvl4pPr algn="l">
              <a:defRPr sz="1125" b="0">
                <a:solidFill>
                  <a:srgbClr val="243537"/>
                </a:solidFill>
                <a:latin typeface="Arial"/>
                <a:ea typeface="Arial"/>
                <a:cs typeface="Arial"/>
              </a:defRPr>
            </a:lvl4pPr>
            <a:lvl5pPr algn="l">
              <a:defRPr sz="1125" b="0">
                <a:solidFill>
                  <a:srgbClr val="243537"/>
                </a:solidFill>
                <a:latin typeface="Arial"/>
                <a:ea typeface="Arial"/>
                <a:cs typeface="Arial"/>
              </a:defRPr>
            </a:lvl5pPr>
            <a:lvl6pPr algn="l">
              <a:defRPr sz="1125" b="0">
                <a:solidFill>
                  <a:srgbClr val="243537"/>
                </a:solidFill>
                <a:latin typeface="Arial"/>
                <a:ea typeface="Arial"/>
                <a:cs typeface="Arial"/>
              </a:defRPr>
            </a:lvl6pPr>
            <a:lvl7pPr algn="l">
              <a:defRPr sz="1125" b="0">
                <a:solidFill>
                  <a:srgbClr val="243537"/>
                </a:solidFill>
                <a:latin typeface="Arial"/>
                <a:ea typeface="Arial"/>
                <a:cs typeface="Arial"/>
              </a:defRPr>
            </a:lvl7pPr>
            <a:lvl8pPr algn="l">
              <a:defRPr sz="1125" b="0">
                <a:solidFill>
                  <a:srgbClr val="243537"/>
                </a:solidFill>
                <a:latin typeface="Arial"/>
                <a:ea typeface="Arial"/>
                <a:cs typeface="Arial"/>
              </a:defRPr>
            </a:lvl8pPr>
            <a:lvl9pPr algn="l">
              <a:defRPr sz="1125" b="0">
                <a:solidFill>
                  <a:srgbClr val="243537"/>
                </a:solidFill>
                <a:latin typeface="Arial"/>
                <a:ea typeface="Arial"/>
                <a:cs typeface="Arial"/>
              </a:defRPr>
            </a:lvl9pPr>
          </a:lstStyle>
          <a:p>
            <a:pPr algn="l">
              <a:defRPr sz="1125" b="0">
                <a:solidFill>
                  <a:srgbClr val="243537"/>
                </a:solidFill>
                <a:latin typeface="Arial"/>
                <a:ea typeface="Arial"/>
                <a:cs typeface="Arial"/>
              </a:defRPr>
            </a:pPr>
            <a:r>
              <a:rPr sz="1125" b="0">
                <a:solidFill>
                  <a:srgbClr val="243537"/>
                </a:solidFill>
                <a:latin typeface="Arial"/>
                <a:ea typeface="Arial"/>
                <a:cs typeface="Arial"/>
              </a:rPr>
              <a:t>Label distribution and box geometry from the training dataset</a:t>
            </a:r>
          </a:p>
        </p:txBody>
      </p:sp>
    </p:spTree>
    <p:extLst>
      <p:ext uri="{BB962C8B-B14F-4D97-AF65-F5344CB8AC3E}">
        <p14:creationId xmlns:p14="http://schemas.microsoft.com/office/powerpoint/2010/main" val="1938846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1E8"/>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9EA7FC6B-9F6A-4CDF-80B7-967482A8FF90}"/>
              </a:ext>
            </a:extLst>
          </p:cNvPr>
          <p:cNvSpPr>
            <a:spLocks noGrp="1"/>
          </p:cNvSpPr>
          <p:nvPr/>
        </p:nvSpPr>
        <p:spPr>
          <a:xfrm>
            <a:off x="0" y="0"/>
            <a:ext cx="133350" cy="6858000"/>
          </a:xfrm>
          <a:prstGeom prst="rect">
            <a:avLst/>
          </a:prstGeom>
          <a:solidFill>
            <a:srgbClr val="C6F36B"/>
          </a:solidFill>
          <a:ln w="0">
            <a:noFill/>
            <a:prstDash val="solid"/>
          </a:ln>
        </p:spPr>
        <p:txBody>
          <a:bodyPr/>
          <a:lstStyle/>
          <a:p>
            <a:endParaRPr lang="en-IN"/>
          </a:p>
        </p:txBody>
      </p:sp>
      <p:sp>
        <p:nvSpPr>
          <p:cNvPr id="2" name="Rectangle 1">
            <a:extLst>
              <a:ext uri="{FF2B5EF4-FFF2-40B4-BE49-F238E27FC236}">
                <a16:creationId xmlns:a16="http://schemas.microsoft.com/office/drawing/2014/main" id="{D3E11D1B-A682-4ADA-81D2-E7E7EC55BADB}"/>
              </a:ext>
            </a:extLst>
          </p:cNvPr>
          <p:cNvSpPr>
            <a:spLocks noGrp="1"/>
          </p:cNvSpPr>
          <p:nvPr/>
        </p:nvSpPr>
        <p:spPr>
          <a:xfrm>
            <a:off x="590550" y="285750"/>
            <a:ext cx="8572500" cy="219075"/>
          </a:xfrm>
          <a:prstGeom prst="rect">
            <a:avLst/>
          </a:prstGeom>
          <a:noFill/>
          <a:ln w="0">
            <a:noFill/>
            <a:prstDash val="solid"/>
          </a:ln>
        </p:spPr>
        <p:txBody>
          <a:bodyPr wrap="square" lIns="0" tIns="0" rIns="0" bIns="0" anchor="ctr">
            <a:normAutofit/>
          </a:bodyPr>
          <a:lstStyle>
            <a:defPPr algn="l">
              <a:defRPr sz="1050" b="1">
                <a:solidFill>
                  <a:srgbClr val="243537"/>
                </a:solidFill>
                <a:latin typeface="Arial"/>
                <a:ea typeface="Arial"/>
                <a:cs typeface="Arial"/>
              </a:defRPr>
            </a:defPPr>
            <a:lvl1pPr algn="l">
              <a:defRPr sz="1050" b="1">
                <a:solidFill>
                  <a:srgbClr val="243537"/>
                </a:solidFill>
                <a:latin typeface="Arial"/>
                <a:ea typeface="Arial"/>
                <a:cs typeface="Arial"/>
              </a:defRPr>
            </a:lvl1pPr>
            <a:lvl2pPr algn="l">
              <a:defRPr sz="1050" b="1">
                <a:solidFill>
                  <a:srgbClr val="243537"/>
                </a:solidFill>
                <a:latin typeface="Arial"/>
                <a:ea typeface="Arial"/>
                <a:cs typeface="Arial"/>
              </a:defRPr>
            </a:lvl2pPr>
            <a:lvl3pPr algn="l">
              <a:defRPr sz="1050" b="1">
                <a:solidFill>
                  <a:srgbClr val="243537"/>
                </a:solidFill>
                <a:latin typeface="Arial"/>
                <a:ea typeface="Arial"/>
                <a:cs typeface="Arial"/>
              </a:defRPr>
            </a:lvl3pPr>
            <a:lvl4pPr algn="l">
              <a:defRPr sz="1050" b="1">
                <a:solidFill>
                  <a:srgbClr val="243537"/>
                </a:solidFill>
                <a:latin typeface="Arial"/>
                <a:ea typeface="Arial"/>
                <a:cs typeface="Arial"/>
              </a:defRPr>
            </a:lvl4pPr>
            <a:lvl5pPr algn="l">
              <a:defRPr sz="1050" b="1">
                <a:solidFill>
                  <a:srgbClr val="243537"/>
                </a:solidFill>
                <a:latin typeface="Arial"/>
                <a:ea typeface="Arial"/>
                <a:cs typeface="Arial"/>
              </a:defRPr>
            </a:lvl5pPr>
            <a:lvl6pPr algn="l">
              <a:defRPr sz="1050" b="1">
                <a:solidFill>
                  <a:srgbClr val="243537"/>
                </a:solidFill>
                <a:latin typeface="Arial"/>
                <a:ea typeface="Arial"/>
                <a:cs typeface="Arial"/>
              </a:defRPr>
            </a:lvl6pPr>
            <a:lvl7pPr algn="l">
              <a:defRPr sz="1050" b="1">
                <a:solidFill>
                  <a:srgbClr val="243537"/>
                </a:solidFill>
                <a:latin typeface="Arial"/>
                <a:ea typeface="Arial"/>
                <a:cs typeface="Arial"/>
              </a:defRPr>
            </a:lvl7pPr>
            <a:lvl8pPr algn="l">
              <a:defRPr sz="1050" b="1">
                <a:solidFill>
                  <a:srgbClr val="243537"/>
                </a:solidFill>
                <a:latin typeface="Arial"/>
                <a:ea typeface="Arial"/>
                <a:cs typeface="Arial"/>
              </a:defRPr>
            </a:lvl8pPr>
            <a:lvl9pPr algn="l">
              <a:defRPr sz="1050" b="1">
                <a:solidFill>
                  <a:srgbClr val="243537"/>
                </a:solidFill>
                <a:latin typeface="Arial"/>
                <a:ea typeface="Arial"/>
                <a:cs typeface="Arial"/>
              </a:defRPr>
            </a:lvl9pPr>
          </a:lstStyle>
          <a:p>
            <a:pPr algn="l">
              <a:defRPr sz="1050" b="1">
                <a:solidFill>
                  <a:srgbClr val="243537"/>
                </a:solidFill>
                <a:latin typeface="Arial"/>
                <a:ea typeface="Arial"/>
                <a:cs typeface="Arial"/>
              </a:defRPr>
            </a:pPr>
            <a:r>
              <a:rPr sz="1050" b="1">
                <a:solidFill>
                  <a:srgbClr val="243537"/>
                </a:solidFill>
                <a:latin typeface="Arial"/>
                <a:ea typeface="Arial"/>
                <a:cs typeface="Arial"/>
              </a:rPr>
              <a:t>04  /  TRAINING</a:t>
            </a:r>
          </a:p>
        </p:txBody>
      </p:sp>
      <p:sp>
        <p:nvSpPr>
          <p:cNvPr id="3" name="Rectangle 2">
            <a:extLst>
              <a:ext uri="{FF2B5EF4-FFF2-40B4-BE49-F238E27FC236}">
                <a16:creationId xmlns:a16="http://schemas.microsoft.com/office/drawing/2014/main" id="{669D1C3E-21E0-4E2A-A2BA-FAA8765B13B4}"/>
              </a:ext>
            </a:extLst>
          </p:cNvPr>
          <p:cNvSpPr>
            <a:spLocks noGrp="1"/>
          </p:cNvSpPr>
          <p:nvPr/>
        </p:nvSpPr>
        <p:spPr>
          <a:xfrm>
            <a:off x="590550" y="647700"/>
            <a:ext cx="10858500" cy="514350"/>
          </a:xfrm>
          <a:prstGeom prst="rect">
            <a:avLst/>
          </a:prstGeom>
          <a:noFill/>
          <a:ln w="0">
            <a:noFill/>
            <a:prstDash val="solid"/>
          </a:ln>
        </p:spPr>
        <p:txBody>
          <a:bodyPr wrap="square" lIns="0" tIns="0" rIns="0" bIns="0" anchor="ctr">
            <a:normAutofit/>
          </a:bodyPr>
          <a:lstStyle>
            <a:defPPr algn="l">
              <a:defRPr sz="2700" b="1">
                <a:solidFill>
                  <a:srgbClr val="10191A"/>
                </a:solidFill>
                <a:latin typeface="Arial"/>
                <a:ea typeface="Arial"/>
                <a:cs typeface="Arial"/>
              </a:defRPr>
            </a:defPPr>
            <a:lvl1pPr algn="l">
              <a:defRPr sz="2700" b="1">
                <a:solidFill>
                  <a:srgbClr val="10191A"/>
                </a:solidFill>
                <a:latin typeface="Arial"/>
                <a:ea typeface="Arial"/>
                <a:cs typeface="Arial"/>
              </a:defRPr>
            </a:lvl1pPr>
            <a:lvl2pPr algn="l">
              <a:defRPr sz="2700" b="1">
                <a:solidFill>
                  <a:srgbClr val="10191A"/>
                </a:solidFill>
                <a:latin typeface="Arial"/>
                <a:ea typeface="Arial"/>
                <a:cs typeface="Arial"/>
              </a:defRPr>
            </a:lvl2pPr>
            <a:lvl3pPr algn="l">
              <a:defRPr sz="2700" b="1">
                <a:solidFill>
                  <a:srgbClr val="10191A"/>
                </a:solidFill>
                <a:latin typeface="Arial"/>
                <a:ea typeface="Arial"/>
                <a:cs typeface="Arial"/>
              </a:defRPr>
            </a:lvl3pPr>
            <a:lvl4pPr algn="l">
              <a:defRPr sz="2700" b="1">
                <a:solidFill>
                  <a:srgbClr val="10191A"/>
                </a:solidFill>
                <a:latin typeface="Arial"/>
                <a:ea typeface="Arial"/>
                <a:cs typeface="Arial"/>
              </a:defRPr>
            </a:lvl4pPr>
            <a:lvl5pPr algn="l">
              <a:defRPr sz="2700" b="1">
                <a:solidFill>
                  <a:srgbClr val="10191A"/>
                </a:solidFill>
                <a:latin typeface="Arial"/>
                <a:ea typeface="Arial"/>
                <a:cs typeface="Arial"/>
              </a:defRPr>
            </a:lvl5pPr>
            <a:lvl6pPr algn="l">
              <a:defRPr sz="2700" b="1">
                <a:solidFill>
                  <a:srgbClr val="10191A"/>
                </a:solidFill>
                <a:latin typeface="Arial"/>
                <a:ea typeface="Arial"/>
                <a:cs typeface="Arial"/>
              </a:defRPr>
            </a:lvl6pPr>
            <a:lvl7pPr algn="l">
              <a:defRPr sz="2700" b="1">
                <a:solidFill>
                  <a:srgbClr val="10191A"/>
                </a:solidFill>
                <a:latin typeface="Arial"/>
                <a:ea typeface="Arial"/>
                <a:cs typeface="Arial"/>
              </a:defRPr>
            </a:lvl7pPr>
            <a:lvl8pPr algn="l">
              <a:defRPr sz="2700" b="1">
                <a:solidFill>
                  <a:srgbClr val="10191A"/>
                </a:solidFill>
                <a:latin typeface="Arial"/>
                <a:ea typeface="Arial"/>
                <a:cs typeface="Arial"/>
              </a:defRPr>
            </a:lvl8pPr>
            <a:lvl9pPr algn="l">
              <a:defRPr sz="2700" b="1">
                <a:solidFill>
                  <a:srgbClr val="10191A"/>
                </a:solidFill>
                <a:latin typeface="Arial"/>
                <a:ea typeface="Arial"/>
                <a:cs typeface="Arial"/>
              </a:defRPr>
            </a:lvl9pPr>
          </a:lstStyle>
          <a:p>
            <a:pPr algn="l">
              <a:defRPr sz="2700" b="1">
                <a:solidFill>
                  <a:srgbClr val="10191A"/>
                </a:solidFill>
                <a:latin typeface="Arial"/>
                <a:ea typeface="Arial"/>
                <a:cs typeface="Arial"/>
              </a:defRPr>
            </a:pPr>
            <a:r>
              <a:rPr sz="2700" b="1">
                <a:solidFill>
                  <a:srgbClr val="10191A"/>
                </a:solidFill>
                <a:latin typeface="Arial"/>
                <a:ea typeface="Arial"/>
                <a:cs typeface="Arial"/>
              </a:rPr>
              <a:t>Model training setup</a:t>
            </a:r>
          </a:p>
        </p:txBody>
      </p:sp>
      <p:sp>
        <p:nvSpPr>
          <p:cNvPr id="4" name="Straight Connector 3">
            <a:extLst>
              <a:ext uri="{FF2B5EF4-FFF2-40B4-BE49-F238E27FC236}">
                <a16:creationId xmlns:a16="http://schemas.microsoft.com/office/drawing/2014/main" id="{1C3673DF-4412-40F4-935B-E1CF42F9A68E}"/>
              </a:ext>
            </a:extLst>
          </p:cNvPr>
          <p:cNvSpPr>
            <a:spLocks noGrp="1"/>
          </p:cNvSpPr>
          <p:nvPr/>
        </p:nvSpPr>
        <p:spPr>
          <a:xfrm>
            <a:off x="590550" y="1304925"/>
            <a:ext cx="11010900" cy="9525"/>
          </a:xfrm>
          <a:prstGeom prst="line">
            <a:avLst/>
          </a:prstGeom>
          <a:noFill/>
          <a:ln w="9525">
            <a:solidFill>
              <a:srgbClr val="D1D6CC"/>
            </a:solidFill>
            <a:prstDash val="solid"/>
          </a:ln>
        </p:spPr>
        <p:txBody>
          <a:bodyPr/>
          <a:lstStyle/>
          <a:p>
            <a:endParaRPr lang="en-IN"/>
          </a:p>
        </p:txBody>
      </p:sp>
      <p:sp>
        <p:nvSpPr>
          <p:cNvPr id="5" name="Rectangle 4">
            <a:extLst>
              <a:ext uri="{FF2B5EF4-FFF2-40B4-BE49-F238E27FC236}">
                <a16:creationId xmlns:a16="http://schemas.microsoft.com/office/drawing/2014/main" id="{092981ED-3851-4FD0-88CA-67EB856E9265}"/>
              </a:ext>
            </a:extLst>
          </p:cNvPr>
          <p:cNvSpPr>
            <a:spLocks noGrp="1"/>
          </p:cNvSpPr>
          <p:nvPr/>
        </p:nvSpPr>
        <p:spPr>
          <a:xfrm>
            <a:off x="11144250" y="6410325"/>
            <a:ext cx="457200" cy="190500"/>
          </a:xfrm>
          <a:prstGeom prst="rect">
            <a:avLst/>
          </a:prstGeom>
          <a:noFill/>
          <a:ln w="0">
            <a:noFill/>
            <a:prstDash val="solid"/>
          </a:ln>
        </p:spPr>
        <p:txBody>
          <a:bodyPr wrap="square" lIns="0" tIns="0" rIns="0" bIns="0" anchor="ctr">
            <a:normAutofit/>
          </a:bodyPr>
          <a:lstStyle>
            <a:defPPr algn="r">
              <a:defRPr sz="975" b="1">
                <a:solidFill>
                  <a:srgbClr val="243537"/>
                </a:solidFill>
                <a:latin typeface="Arial"/>
                <a:ea typeface="Arial"/>
                <a:cs typeface="Arial"/>
              </a:defRPr>
            </a:defPPr>
            <a:lvl1pPr algn="r">
              <a:defRPr sz="975" b="1">
                <a:solidFill>
                  <a:srgbClr val="243537"/>
                </a:solidFill>
                <a:latin typeface="Arial"/>
                <a:ea typeface="Arial"/>
                <a:cs typeface="Arial"/>
              </a:defRPr>
            </a:lvl1pPr>
            <a:lvl2pPr algn="r">
              <a:defRPr sz="975" b="1">
                <a:solidFill>
                  <a:srgbClr val="243537"/>
                </a:solidFill>
                <a:latin typeface="Arial"/>
                <a:ea typeface="Arial"/>
                <a:cs typeface="Arial"/>
              </a:defRPr>
            </a:lvl2pPr>
            <a:lvl3pPr algn="r">
              <a:defRPr sz="975" b="1">
                <a:solidFill>
                  <a:srgbClr val="243537"/>
                </a:solidFill>
                <a:latin typeface="Arial"/>
                <a:ea typeface="Arial"/>
                <a:cs typeface="Arial"/>
              </a:defRPr>
            </a:lvl3pPr>
            <a:lvl4pPr algn="r">
              <a:defRPr sz="975" b="1">
                <a:solidFill>
                  <a:srgbClr val="243537"/>
                </a:solidFill>
                <a:latin typeface="Arial"/>
                <a:ea typeface="Arial"/>
                <a:cs typeface="Arial"/>
              </a:defRPr>
            </a:lvl4pPr>
            <a:lvl5pPr algn="r">
              <a:defRPr sz="975" b="1">
                <a:solidFill>
                  <a:srgbClr val="243537"/>
                </a:solidFill>
                <a:latin typeface="Arial"/>
                <a:ea typeface="Arial"/>
                <a:cs typeface="Arial"/>
              </a:defRPr>
            </a:lvl5pPr>
            <a:lvl6pPr algn="r">
              <a:defRPr sz="975" b="1">
                <a:solidFill>
                  <a:srgbClr val="243537"/>
                </a:solidFill>
                <a:latin typeface="Arial"/>
                <a:ea typeface="Arial"/>
                <a:cs typeface="Arial"/>
              </a:defRPr>
            </a:lvl6pPr>
            <a:lvl7pPr algn="r">
              <a:defRPr sz="975" b="1">
                <a:solidFill>
                  <a:srgbClr val="243537"/>
                </a:solidFill>
                <a:latin typeface="Arial"/>
                <a:ea typeface="Arial"/>
                <a:cs typeface="Arial"/>
              </a:defRPr>
            </a:lvl7pPr>
            <a:lvl8pPr algn="r">
              <a:defRPr sz="975" b="1">
                <a:solidFill>
                  <a:srgbClr val="243537"/>
                </a:solidFill>
                <a:latin typeface="Arial"/>
                <a:ea typeface="Arial"/>
                <a:cs typeface="Arial"/>
              </a:defRPr>
            </a:lvl8pPr>
            <a:lvl9pPr algn="r">
              <a:defRPr sz="975" b="1">
                <a:solidFill>
                  <a:srgbClr val="243537"/>
                </a:solidFill>
                <a:latin typeface="Arial"/>
                <a:ea typeface="Arial"/>
                <a:cs typeface="Arial"/>
              </a:defRPr>
            </a:lvl9pPr>
          </a:lstStyle>
          <a:p>
            <a:pPr algn="r">
              <a:defRPr sz="975" b="1">
                <a:solidFill>
                  <a:srgbClr val="243537"/>
                </a:solidFill>
                <a:latin typeface="Arial"/>
                <a:ea typeface="Arial"/>
                <a:cs typeface="Arial"/>
              </a:defRPr>
            </a:pPr>
            <a:r>
              <a:rPr sz="975" b="1">
                <a:solidFill>
                  <a:srgbClr val="243537"/>
                </a:solidFill>
                <a:latin typeface="Arial"/>
                <a:ea typeface="Arial"/>
                <a:cs typeface="Arial"/>
              </a:rPr>
              <a:t>06</a:t>
            </a:r>
          </a:p>
        </p:txBody>
      </p:sp>
      <p:sp>
        <p:nvSpPr>
          <p:cNvPr id="6" name="Rectangle 5">
            <a:extLst>
              <a:ext uri="{FF2B5EF4-FFF2-40B4-BE49-F238E27FC236}">
                <a16:creationId xmlns:a16="http://schemas.microsoft.com/office/drawing/2014/main" id="{058676BA-E915-4B74-A9DE-4A4146B61D77}"/>
              </a:ext>
            </a:extLst>
          </p:cNvPr>
          <p:cNvSpPr>
            <a:spLocks noGrp="1"/>
          </p:cNvSpPr>
          <p:nvPr/>
        </p:nvSpPr>
        <p:spPr>
          <a:xfrm>
            <a:off x="628650" y="1581150"/>
            <a:ext cx="3333750" cy="285750"/>
          </a:xfrm>
          <a:prstGeom prst="rect">
            <a:avLst/>
          </a:prstGeom>
          <a:noFill/>
          <a:ln w="0">
            <a:noFill/>
            <a:prstDash val="solid"/>
          </a:ln>
        </p:spPr>
        <p:txBody>
          <a:bodyPr wrap="square" lIns="0" tIns="0" rIns="0" bIns="0" anchor="ctr">
            <a:normAutofit/>
          </a:bodyPr>
          <a:lstStyle>
            <a:defPPr algn="l">
              <a:defRPr sz="1575" b="1">
                <a:solidFill>
                  <a:srgbClr val="32CDBA"/>
                </a:solidFill>
                <a:latin typeface="Arial"/>
                <a:ea typeface="Arial"/>
                <a:cs typeface="Arial"/>
              </a:defRPr>
            </a:defPPr>
            <a:lvl1pPr algn="l">
              <a:defRPr sz="1575" b="1">
                <a:solidFill>
                  <a:srgbClr val="32CDBA"/>
                </a:solidFill>
                <a:latin typeface="Arial"/>
                <a:ea typeface="Arial"/>
                <a:cs typeface="Arial"/>
              </a:defRPr>
            </a:lvl1pPr>
            <a:lvl2pPr algn="l">
              <a:defRPr sz="1575" b="1">
                <a:solidFill>
                  <a:srgbClr val="32CDBA"/>
                </a:solidFill>
                <a:latin typeface="Arial"/>
                <a:ea typeface="Arial"/>
                <a:cs typeface="Arial"/>
              </a:defRPr>
            </a:lvl2pPr>
            <a:lvl3pPr algn="l">
              <a:defRPr sz="1575" b="1">
                <a:solidFill>
                  <a:srgbClr val="32CDBA"/>
                </a:solidFill>
                <a:latin typeface="Arial"/>
                <a:ea typeface="Arial"/>
                <a:cs typeface="Arial"/>
              </a:defRPr>
            </a:lvl3pPr>
            <a:lvl4pPr algn="l">
              <a:defRPr sz="1575" b="1">
                <a:solidFill>
                  <a:srgbClr val="32CDBA"/>
                </a:solidFill>
                <a:latin typeface="Arial"/>
                <a:ea typeface="Arial"/>
                <a:cs typeface="Arial"/>
              </a:defRPr>
            </a:lvl4pPr>
            <a:lvl5pPr algn="l">
              <a:defRPr sz="1575" b="1">
                <a:solidFill>
                  <a:srgbClr val="32CDBA"/>
                </a:solidFill>
                <a:latin typeface="Arial"/>
                <a:ea typeface="Arial"/>
                <a:cs typeface="Arial"/>
              </a:defRPr>
            </a:lvl5pPr>
            <a:lvl6pPr algn="l">
              <a:defRPr sz="1575" b="1">
                <a:solidFill>
                  <a:srgbClr val="32CDBA"/>
                </a:solidFill>
                <a:latin typeface="Arial"/>
                <a:ea typeface="Arial"/>
                <a:cs typeface="Arial"/>
              </a:defRPr>
            </a:lvl6pPr>
            <a:lvl7pPr algn="l">
              <a:defRPr sz="1575" b="1">
                <a:solidFill>
                  <a:srgbClr val="32CDBA"/>
                </a:solidFill>
                <a:latin typeface="Arial"/>
                <a:ea typeface="Arial"/>
                <a:cs typeface="Arial"/>
              </a:defRPr>
            </a:lvl7pPr>
            <a:lvl8pPr algn="l">
              <a:defRPr sz="1575" b="1">
                <a:solidFill>
                  <a:srgbClr val="32CDBA"/>
                </a:solidFill>
                <a:latin typeface="Arial"/>
                <a:ea typeface="Arial"/>
                <a:cs typeface="Arial"/>
              </a:defRPr>
            </a:lvl8pPr>
            <a:lvl9pPr algn="l">
              <a:defRPr sz="1575" b="1">
                <a:solidFill>
                  <a:srgbClr val="32CDBA"/>
                </a:solidFill>
                <a:latin typeface="Arial"/>
                <a:ea typeface="Arial"/>
                <a:cs typeface="Arial"/>
              </a:defRPr>
            </a:lvl9pPr>
          </a:lstStyle>
          <a:p>
            <a:pPr algn="l">
              <a:defRPr sz="1575" b="1">
                <a:solidFill>
                  <a:srgbClr val="32CDBA"/>
                </a:solidFill>
                <a:latin typeface="Arial"/>
                <a:ea typeface="Arial"/>
                <a:cs typeface="Arial"/>
              </a:defRPr>
            </a:pPr>
            <a:r>
              <a:rPr sz="1575" b="1">
                <a:solidFill>
                  <a:srgbClr val="32CDBA"/>
                </a:solidFill>
                <a:latin typeface="Arial"/>
                <a:ea typeface="Arial"/>
                <a:cs typeface="Arial"/>
              </a:rPr>
              <a:t>Training environment</a:t>
            </a:r>
          </a:p>
        </p:txBody>
      </p:sp>
      <p:sp>
        <p:nvSpPr>
          <p:cNvPr id="7" name="Rectangle 6">
            <a:extLst>
              <a:ext uri="{FF2B5EF4-FFF2-40B4-BE49-F238E27FC236}">
                <a16:creationId xmlns:a16="http://schemas.microsoft.com/office/drawing/2014/main" id="{6C6C7549-FA57-43B3-93B6-D16D371624A2}"/>
              </a:ext>
            </a:extLst>
          </p:cNvPr>
          <p:cNvSpPr>
            <a:spLocks noGrp="1"/>
          </p:cNvSpPr>
          <p:nvPr/>
        </p:nvSpPr>
        <p:spPr>
          <a:xfrm>
            <a:off x="628650" y="2000250"/>
            <a:ext cx="4953000" cy="1352550"/>
          </a:xfrm>
          <a:prstGeom prst="rect">
            <a:avLst/>
          </a:prstGeom>
          <a:noFill/>
          <a:ln w="0">
            <a:noFill/>
            <a:prstDash val="solid"/>
          </a:ln>
        </p:spPr>
        <p:txBody>
          <a:bodyPr wrap="square" lIns="0" tIns="0" rIns="0" bIns="0" anchor="ctr">
            <a:normAutofit/>
          </a:bodyPr>
          <a:lstStyle>
            <a:defPPr algn="l">
              <a:defRPr sz="1500" b="0">
                <a:solidFill>
                  <a:srgbClr val="10191A"/>
                </a:solidFill>
                <a:latin typeface="Arial"/>
                <a:ea typeface="Arial"/>
                <a:cs typeface="Arial"/>
              </a:defRPr>
            </a:defPPr>
            <a:lvl1pPr algn="l">
              <a:defRPr sz="1500" b="0">
                <a:solidFill>
                  <a:srgbClr val="10191A"/>
                </a:solidFill>
                <a:latin typeface="Arial"/>
                <a:ea typeface="Arial"/>
                <a:cs typeface="Arial"/>
              </a:defRPr>
            </a:lvl1pPr>
            <a:lvl2pPr algn="l">
              <a:defRPr sz="1500" b="0">
                <a:solidFill>
                  <a:srgbClr val="10191A"/>
                </a:solidFill>
                <a:latin typeface="Arial"/>
                <a:ea typeface="Arial"/>
                <a:cs typeface="Arial"/>
              </a:defRPr>
            </a:lvl2pPr>
            <a:lvl3pPr algn="l">
              <a:defRPr sz="1500" b="0">
                <a:solidFill>
                  <a:srgbClr val="10191A"/>
                </a:solidFill>
                <a:latin typeface="Arial"/>
                <a:ea typeface="Arial"/>
                <a:cs typeface="Arial"/>
              </a:defRPr>
            </a:lvl3pPr>
            <a:lvl4pPr algn="l">
              <a:defRPr sz="1500" b="0">
                <a:solidFill>
                  <a:srgbClr val="10191A"/>
                </a:solidFill>
                <a:latin typeface="Arial"/>
                <a:ea typeface="Arial"/>
                <a:cs typeface="Arial"/>
              </a:defRPr>
            </a:lvl4pPr>
            <a:lvl5pPr algn="l">
              <a:defRPr sz="1500" b="0">
                <a:solidFill>
                  <a:srgbClr val="10191A"/>
                </a:solidFill>
                <a:latin typeface="Arial"/>
                <a:ea typeface="Arial"/>
                <a:cs typeface="Arial"/>
              </a:defRPr>
            </a:lvl5pPr>
            <a:lvl6pPr algn="l">
              <a:defRPr sz="1500" b="0">
                <a:solidFill>
                  <a:srgbClr val="10191A"/>
                </a:solidFill>
                <a:latin typeface="Arial"/>
                <a:ea typeface="Arial"/>
                <a:cs typeface="Arial"/>
              </a:defRPr>
            </a:lvl6pPr>
            <a:lvl7pPr algn="l">
              <a:defRPr sz="1500" b="0">
                <a:solidFill>
                  <a:srgbClr val="10191A"/>
                </a:solidFill>
                <a:latin typeface="Arial"/>
                <a:ea typeface="Arial"/>
                <a:cs typeface="Arial"/>
              </a:defRPr>
            </a:lvl7pPr>
            <a:lvl8pPr algn="l">
              <a:defRPr sz="1500" b="0">
                <a:solidFill>
                  <a:srgbClr val="10191A"/>
                </a:solidFill>
                <a:latin typeface="Arial"/>
                <a:ea typeface="Arial"/>
                <a:cs typeface="Arial"/>
              </a:defRPr>
            </a:lvl8pPr>
            <a:lvl9pPr algn="l">
              <a:defRPr sz="1500" b="0">
                <a:solidFill>
                  <a:srgbClr val="10191A"/>
                </a:solidFill>
                <a:latin typeface="Arial"/>
                <a:ea typeface="Arial"/>
                <a:cs typeface="Arial"/>
              </a:defRPr>
            </a:lvl9pPr>
          </a:lstStyle>
          <a:p>
            <a:pPr algn="l">
              <a:defRPr sz="1500" b="0">
                <a:solidFill>
                  <a:srgbClr val="10191A"/>
                </a:solidFill>
                <a:latin typeface="Arial"/>
                <a:ea typeface="Arial"/>
                <a:cs typeface="Arial"/>
              </a:defRPr>
            </a:pPr>
            <a:r>
              <a:rPr sz="1500" b="0">
                <a:solidFill>
                  <a:srgbClr val="10191A"/>
                </a:solidFill>
                <a:latin typeface="Arial"/>
                <a:ea typeface="Arial"/>
                <a:cs typeface="Arial"/>
              </a:rPr>
              <a:t>Google Colab GPU runtime (T4 shown in the training session)</a:t>
            </a:r>
          </a:p>
          <a:p>
            <a:pPr algn="l">
              <a:defRPr sz="1500" b="0">
                <a:solidFill>
                  <a:srgbClr val="10191A"/>
                </a:solidFill>
                <a:latin typeface="Arial"/>
                <a:ea typeface="Arial"/>
                <a:cs typeface="Arial"/>
              </a:defRPr>
            </a:pPr>
            <a:r>
              <a:rPr sz="1500" b="0">
                <a:solidFill>
                  <a:srgbClr val="10191A"/>
                </a:solidFill>
                <a:latin typeface="Arial"/>
                <a:ea typeface="Arial"/>
                <a:cs typeface="Arial"/>
              </a:rPr>
              <a:t>Ultralytics YOLO11s initialized from pretrained yolo11s.pt</a:t>
            </a:r>
          </a:p>
          <a:p>
            <a:pPr algn="l">
              <a:defRPr sz="1500" b="0">
                <a:solidFill>
                  <a:srgbClr val="10191A"/>
                </a:solidFill>
                <a:latin typeface="Arial"/>
                <a:ea typeface="Arial"/>
                <a:cs typeface="Arial"/>
              </a:defRPr>
            </a:pPr>
            <a:r>
              <a:rPr sz="1500" b="0">
                <a:solidFill>
                  <a:srgbClr val="10191A"/>
                </a:solidFill>
                <a:latin typeface="Arial"/>
                <a:ea typeface="Arial"/>
                <a:cs typeface="Arial"/>
              </a:rPr>
              <a:t>Roboflow-hosted dataset exported in YOLO format</a:t>
            </a:r>
          </a:p>
        </p:txBody>
      </p:sp>
      <p:sp>
        <p:nvSpPr>
          <p:cNvPr id="8" name="Rectangle 7">
            <a:extLst>
              <a:ext uri="{FF2B5EF4-FFF2-40B4-BE49-F238E27FC236}">
                <a16:creationId xmlns:a16="http://schemas.microsoft.com/office/drawing/2014/main" id="{37CA9580-3574-4DAC-8CB1-27FAB49F5F8E}"/>
              </a:ext>
            </a:extLst>
          </p:cNvPr>
          <p:cNvSpPr>
            <a:spLocks noGrp="1"/>
          </p:cNvSpPr>
          <p:nvPr/>
        </p:nvSpPr>
        <p:spPr>
          <a:xfrm>
            <a:off x="6305550" y="1581150"/>
            <a:ext cx="4095750" cy="285750"/>
          </a:xfrm>
          <a:prstGeom prst="rect">
            <a:avLst/>
          </a:prstGeom>
          <a:noFill/>
          <a:ln w="0">
            <a:noFill/>
            <a:prstDash val="solid"/>
          </a:ln>
        </p:spPr>
        <p:txBody>
          <a:bodyPr wrap="square" lIns="0" tIns="0" rIns="0" bIns="0" anchor="ctr">
            <a:normAutofit/>
          </a:bodyPr>
          <a:lstStyle>
            <a:defPPr algn="l">
              <a:defRPr sz="1575" b="1">
                <a:solidFill>
                  <a:srgbClr val="32CDBA"/>
                </a:solidFill>
                <a:latin typeface="Arial"/>
                <a:ea typeface="Arial"/>
                <a:cs typeface="Arial"/>
              </a:defRPr>
            </a:defPPr>
            <a:lvl1pPr algn="l">
              <a:defRPr sz="1575" b="1">
                <a:solidFill>
                  <a:srgbClr val="32CDBA"/>
                </a:solidFill>
                <a:latin typeface="Arial"/>
                <a:ea typeface="Arial"/>
                <a:cs typeface="Arial"/>
              </a:defRPr>
            </a:lvl1pPr>
            <a:lvl2pPr algn="l">
              <a:defRPr sz="1575" b="1">
                <a:solidFill>
                  <a:srgbClr val="32CDBA"/>
                </a:solidFill>
                <a:latin typeface="Arial"/>
                <a:ea typeface="Arial"/>
                <a:cs typeface="Arial"/>
              </a:defRPr>
            </a:lvl2pPr>
            <a:lvl3pPr algn="l">
              <a:defRPr sz="1575" b="1">
                <a:solidFill>
                  <a:srgbClr val="32CDBA"/>
                </a:solidFill>
                <a:latin typeface="Arial"/>
                <a:ea typeface="Arial"/>
                <a:cs typeface="Arial"/>
              </a:defRPr>
            </a:lvl3pPr>
            <a:lvl4pPr algn="l">
              <a:defRPr sz="1575" b="1">
                <a:solidFill>
                  <a:srgbClr val="32CDBA"/>
                </a:solidFill>
                <a:latin typeface="Arial"/>
                <a:ea typeface="Arial"/>
                <a:cs typeface="Arial"/>
              </a:defRPr>
            </a:lvl4pPr>
            <a:lvl5pPr algn="l">
              <a:defRPr sz="1575" b="1">
                <a:solidFill>
                  <a:srgbClr val="32CDBA"/>
                </a:solidFill>
                <a:latin typeface="Arial"/>
                <a:ea typeface="Arial"/>
                <a:cs typeface="Arial"/>
              </a:defRPr>
            </a:lvl5pPr>
            <a:lvl6pPr algn="l">
              <a:defRPr sz="1575" b="1">
                <a:solidFill>
                  <a:srgbClr val="32CDBA"/>
                </a:solidFill>
                <a:latin typeface="Arial"/>
                <a:ea typeface="Arial"/>
                <a:cs typeface="Arial"/>
              </a:defRPr>
            </a:lvl6pPr>
            <a:lvl7pPr algn="l">
              <a:defRPr sz="1575" b="1">
                <a:solidFill>
                  <a:srgbClr val="32CDBA"/>
                </a:solidFill>
                <a:latin typeface="Arial"/>
                <a:ea typeface="Arial"/>
                <a:cs typeface="Arial"/>
              </a:defRPr>
            </a:lvl7pPr>
            <a:lvl8pPr algn="l">
              <a:defRPr sz="1575" b="1">
                <a:solidFill>
                  <a:srgbClr val="32CDBA"/>
                </a:solidFill>
                <a:latin typeface="Arial"/>
                <a:ea typeface="Arial"/>
                <a:cs typeface="Arial"/>
              </a:defRPr>
            </a:lvl8pPr>
            <a:lvl9pPr algn="l">
              <a:defRPr sz="1575" b="1">
                <a:solidFill>
                  <a:srgbClr val="32CDBA"/>
                </a:solidFill>
                <a:latin typeface="Arial"/>
                <a:ea typeface="Arial"/>
                <a:cs typeface="Arial"/>
              </a:defRPr>
            </a:lvl9pPr>
          </a:lstStyle>
          <a:p>
            <a:pPr algn="l">
              <a:defRPr sz="1575" b="1">
                <a:solidFill>
                  <a:srgbClr val="32CDBA"/>
                </a:solidFill>
                <a:latin typeface="Arial"/>
                <a:ea typeface="Arial"/>
                <a:cs typeface="Arial"/>
              </a:defRPr>
            </a:pPr>
            <a:r>
              <a:rPr sz="1575" b="1">
                <a:solidFill>
                  <a:srgbClr val="32CDBA"/>
                </a:solidFill>
                <a:latin typeface="Arial"/>
                <a:ea typeface="Arial"/>
                <a:cs typeface="Arial"/>
              </a:rPr>
              <a:t>Training configuration</a:t>
            </a:r>
          </a:p>
        </p:txBody>
      </p:sp>
      <p:sp>
        <p:nvSpPr>
          <p:cNvPr id="9" name="Rectangle 8">
            <a:extLst>
              <a:ext uri="{FF2B5EF4-FFF2-40B4-BE49-F238E27FC236}">
                <a16:creationId xmlns:a16="http://schemas.microsoft.com/office/drawing/2014/main" id="{C997BF46-AD8E-4D89-A742-7F03ED2F903C}"/>
              </a:ext>
            </a:extLst>
          </p:cNvPr>
          <p:cNvSpPr>
            <a:spLocks noGrp="1"/>
          </p:cNvSpPr>
          <p:nvPr/>
        </p:nvSpPr>
        <p:spPr>
          <a:xfrm>
            <a:off x="6305550" y="2000250"/>
            <a:ext cx="2571750" cy="285750"/>
          </a:xfrm>
          <a:prstGeom prst="rect">
            <a:avLst/>
          </a:prstGeom>
          <a:noFill/>
          <a:ln w="0">
            <a:noFill/>
            <a:prstDash val="solid"/>
          </a:ln>
        </p:spPr>
        <p:txBody>
          <a:bodyPr wrap="square" lIns="0" tIns="0" rIns="0" bIns="0" anchor="ctr">
            <a:normAutofit/>
          </a:bodyPr>
          <a:lstStyle>
            <a:defPPr algn="l">
              <a:defRPr sz="1275" b="0">
                <a:solidFill>
                  <a:srgbClr val="243537"/>
                </a:solidFill>
                <a:latin typeface="Arial"/>
                <a:ea typeface="Arial"/>
                <a:cs typeface="Arial"/>
              </a:defRPr>
            </a:defPPr>
            <a:lvl1pPr algn="l">
              <a:defRPr sz="1275" b="0">
                <a:solidFill>
                  <a:srgbClr val="243537"/>
                </a:solidFill>
                <a:latin typeface="Arial"/>
                <a:ea typeface="Arial"/>
                <a:cs typeface="Arial"/>
              </a:defRPr>
            </a:lvl1pPr>
            <a:lvl2pPr algn="l">
              <a:defRPr sz="1275" b="0">
                <a:solidFill>
                  <a:srgbClr val="243537"/>
                </a:solidFill>
                <a:latin typeface="Arial"/>
                <a:ea typeface="Arial"/>
                <a:cs typeface="Arial"/>
              </a:defRPr>
            </a:lvl2pPr>
            <a:lvl3pPr algn="l">
              <a:defRPr sz="1275" b="0">
                <a:solidFill>
                  <a:srgbClr val="243537"/>
                </a:solidFill>
                <a:latin typeface="Arial"/>
                <a:ea typeface="Arial"/>
                <a:cs typeface="Arial"/>
              </a:defRPr>
            </a:lvl3pPr>
            <a:lvl4pPr algn="l">
              <a:defRPr sz="1275" b="0">
                <a:solidFill>
                  <a:srgbClr val="243537"/>
                </a:solidFill>
                <a:latin typeface="Arial"/>
                <a:ea typeface="Arial"/>
                <a:cs typeface="Arial"/>
              </a:defRPr>
            </a:lvl4pPr>
            <a:lvl5pPr algn="l">
              <a:defRPr sz="1275" b="0">
                <a:solidFill>
                  <a:srgbClr val="243537"/>
                </a:solidFill>
                <a:latin typeface="Arial"/>
                <a:ea typeface="Arial"/>
                <a:cs typeface="Arial"/>
              </a:defRPr>
            </a:lvl5pPr>
            <a:lvl6pPr algn="l">
              <a:defRPr sz="1275" b="0">
                <a:solidFill>
                  <a:srgbClr val="243537"/>
                </a:solidFill>
                <a:latin typeface="Arial"/>
                <a:ea typeface="Arial"/>
                <a:cs typeface="Arial"/>
              </a:defRPr>
            </a:lvl6pPr>
            <a:lvl7pPr algn="l">
              <a:defRPr sz="1275" b="0">
                <a:solidFill>
                  <a:srgbClr val="243537"/>
                </a:solidFill>
                <a:latin typeface="Arial"/>
                <a:ea typeface="Arial"/>
                <a:cs typeface="Arial"/>
              </a:defRPr>
            </a:lvl7pPr>
            <a:lvl8pPr algn="l">
              <a:defRPr sz="1275" b="0">
                <a:solidFill>
                  <a:srgbClr val="243537"/>
                </a:solidFill>
                <a:latin typeface="Arial"/>
                <a:ea typeface="Arial"/>
                <a:cs typeface="Arial"/>
              </a:defRPr>
            </a:lvl8pPr>
            <a:lvl9pPr algn="l">
              <a:defRPr sz="1275" b="0">
                <a:solidFill>
                  <a:srgbClr val="243537"/>
                </a:solidFill>
                <a:latin typeface="Arial"/>
                <a:ea typeface="Arial"/>
                <a:cs typeface="Arial"/>
              </a:defRPr>
            </a:lvl9pPr>
          </a:lstStyle>
          <a:p>
            <a:pPr algn="l">
              <a:defRPr sz="1275" b="0">
                <a:solidFill>
                  <a:srgbClr val="243537"/>
                </a:solidFill>
                <a:latin typeface="Arial"/>
                <a:ea typeface="Arial"/>
                <a:cs typeface="Arial"/>
              </a:defRPr>
            </a:pPr>
            <a:r>
              <a:rPr sz="1275" b="0">
                <a:solidFill>
                  <a:srgbClr val="243537"/>
                </a:solidFill>
                <a:latin typeface="Arial"/>
                <a:ea typeface="Arial"/>
                <a:cs typeface="Arial"/>
              </a:rPr>
              <a:t>Epochs</a:t>
            </a:r>
          </a:p>
        </p:txBody>
      </p:sp>
      <p:sp>
        <p:nvSpPr>
          <p:cNvPr id="10" name="Rectangle 9">
            <a:extLst>
              <a:ext uri="{FF2B5EF4-FFF2-40B4-BE49-F238E27FC236}">
                <a16:creationId xmlns:a16="http://schemas.microsoft.com/office/drawing/2014/main" id="{876FB272-6573-4707-BF9D-6B7088CB9465}"/>
              </a:ext>
            </a:extLst>
          </p:cNvPr>
          <p:cNvSpPr>
            <a:spLocks noGrp="1"/>
          </p:cNvSpPr>
          <p:nvPr/>
        </p:nvSpPr>
        <p:spPr>
          <a:xfrm>
            <a:off x="8934450" y="2000250"/>
            <a:ext cx="2524125" cy="285750"/>
          </a:xfrm>
          <a:prstGeom prst="rect">
            <a:avLst/>
          </a:prstGeom>
          <a:noFill/>
          <a:ln w="0">
            <a:noFill/>
            <a:prstDash val="solid"/>
          </a:ln>
        </p:spPr>
        <p:txBody>
          <a:bodyPr wrap="square" lIns="0" tIns="0" rIns="0" bIns="0" anchor="ctr">
            <a:normAutofit/>
          </a:bodyPr>
          <a:lstStyle>
            <a:defPPr algn="l">
              <a:defRPr sz="1350" b="1">
                <a:solidFill>
                  <a:srgbClr val="10191A"/>
                </a:solidFill>
                <a:latin typeface="Arial"/>
                <a:ea typeface="Arial"/>
                <a:cs typeface="Arial"/>
              </a:defRPr>
            </a:defPPr>
            <a:lvl1pPr algn="l">
              <a:defRPr sz="1350" b="1">
                <a:solidFill>
                  <a:srgbClr val="10191A"/>
                </a:solidFill>
                <a:latin typeface="Arial"/>
                <a:ea typeface="Arial"/>
                <a:cs typeface="Arial"/>
              </a:defRPr>
            </a:lvl1pPr>
            <a:lvl2pPr algn="l">
              <a:defRPr sz="1350" b="1">
                <a:solidFill>
                  <a:srgbClr val="10191A"/>
                </a:solidFill>
                <a:latin typeface="Arial"/>
                <a:ea typeface="Arial"/>
                <a:cs typeface="Arial"/>
              </a:defRPr>
            </a:lvl2pPr>
            <a:lvl3pPr algn="l">
              <a:defRPr sz="1350" b="1">
                <a:solidFill>
                  <a:srgbClr val="10191A"/>
                </a:solidFill>
                <a:latin typeface="Arial"/>
                <a:ea typeface="Arial"/>
                <a:cs typeface="Arial"/>
              </a:defRPr>
            </a:lvl3pPr>
            <a:lvl4pPr algn="l">
              <a:defRPr sz="1350" b="1">
                <a:solidFill>
                  <a:srgbClr val="10191A"/>
                </a:solidFill>
                <a:latin typeface="Arial"/>
                <a:ea typeface="Arial"/>
                <a:cs typeface="Arial"/>
              </a:defRPr>
            </a:lvl4pPr>
            <a:lvl5pPr algn="l">
              <a:defRPr sz="1350" b="1">
                <a:solidFill>
                  <a:srgbClr val="10191A"/>
                </a:solidFill>
                <a:latin typeface="Arial"/>
                <a:ea typeface="Arial"/>
                <a:cs typeface="Arial"/>
              </a:defRPr>
            </a:lvl5pPr>
            <a:lvl6pPr algn="l">
              <a:defRPr sz="1350" b="1">
                <a:solidFill>
                  <a:srgbClr val="10191A"/>
                </a:solidFill>
                <a:latin typeface="Arial"/>
                <a:ea typeface="Arial"/>
                <a:cs typeface="Arial"/>
              </a:defRPr>
            </a:lvl6pPr>
            <a:lvl7pPr algn="l">
              <a:defRPr sz="1350" b="1">
                <a:solidFill>
                  <a:srgbClr val="10191A"/>
                </a:solidFill>
                <a:latin typeface="Arial"/>
                <a:ea typeface="Arial"/>
                <a:cs typeface="Arial"/>
              </a:defRPr>
            </a:lvl7pPr>
            <a:lvl8pPr algn="l">
              <a:defRPr sz="1350" b="1">
                <a:solidFill>
                  <a:srgbClr val="10191A"/>
                </a:solidFill>
                <a:latin typeface="Arial"/>
                <a:ea typeface="Arial"/>
                <a:cs typeface="Arial"/>
              </a:defRPr>
            </a:lvl8pPr>
            <a:lvl9pPr algn="l">
              <a:defRPr sz="1350" b="1">
                <a:solidFill>
                  <a:srgbClr val="10191A"/>
                </a:solidFill>
                <a:latin typeface="Arial"/>
                <a:ea typeface="Arial"/>
                <a:cs typeface="Arial"/>
              </a:defRPr>
            </a:lvl9pPr>
          </a:lstStyle>
          <a:p>
            <a:pPr algn="l">
              <a:defRPr sz="1350" b="1">
                <a:solidFill>
                  <a:srgbClr val="10191A"/>
                </a:solidFill>
                <a:latin typeface="Arial"/>
                <a:ea typeface="Arial"/>
                <a:cs typeface="Arial"/>
              </a:defRPr>
            </a:pPr>
            <a:r>
              <a:rPr sz="1350" b="1">
                <a:solidFill>
                  <a:srgbClr val="10191A"/>
                </a:solidFill>
                <a:latin typeface="Arial"/>
                <a:ea typeface="Arial"/>
                <a:cs typeface="Arial"/>
              </a:rPr>
              <a:t>50</a:t>
            </a:r>
          </a:p>
        </p:txBody>
      </p:sp>
      <p:sp>
        <p:nvSpPr>
          <p:cNvPr id="11" name="Straight Connector 10">
            <a:extLst>
              <a:ext uri="{FF2B5EF4-FFF2-40B4-BE49-F238E27FC236}">
                <a16:creationId xmlns:a16="http://schemas.microsoft.com/office/drawing/2014/main" id="{95F789EA-0013-4434-9E4F-0140078903DF}"/>
              </a:ext>
            </a:extLst>
          </p:cNvPr>
          <p:cNvSpPr>
            <a:spLocks noGrp="1"/>
          </p:cNvSpPr>
          <p:nvPr/>
        </p:nvSpPr>
        <p:spPr>
          <a:xfrm>
            <a:off x="6305550" y="2371725"/>
            <a:ext cx="5124450" cy="9525"/>
          </a:xfrm>
          <a:prstGeom prst="line">
            <a:avLst/>
          </a:prstGeom>
          <a:noFill/>
          <a:ln w="9525">
            <a:solidFill>
              <a:srgbClr val="D4D9D0"/>
            </a:solidFill>
            <a:prstDash val="solid"/>
          </a:ln>
        </p:spPr>
        <p:txBody>
          <a:bodyPr/>
          <a:lstStyle/>
          <a:p>
            <a:endParaRPr lang="en-IN"/>
          </a:p>
        </p:txBody>
      </p:sp>
      <p:sp>
        <p:nvSpPr>
          <p:cNvPr id="12" name="Rectangle 11">
            <a:extLst>
              <a:ext uri="{FF2B5EF4-FFF2-40B4-BE49-F238E27FC236}">
                <a16:creationId xmlns:a16="http://schemas.microsoft.com/office/drawing/2014/main" id="{BDA59446-24BE-4A4D-94D4-11B3F3CDEF30}"/>
              </a:ext>
            </a:extLst>
          </p:cNvPr>
          <p:cNvSpPr>
            <a:spLocks noGrp="1"/>
          </p:cNvSpPr>
          <p:nvPr/>
        </p:nvSpPr>
        <p:spPr>
          <a:xfrm>
            <a:off x="6305550" y="2476500"/>
            <a:ext cx="2571750" cy="285750"/>
          </a:xfrm>
          <a:prstGeom prst="rect">
            <a:avLst/>
          </a:prstGeom>
          <a:noFill/>
          <a:ln w="0">
            <a:noFill/>
            <a:prstDash val="solid"/>
          </a:ln>
        </p:spPr>
        <p:txBody>
          <a:bodyPr wrap="square" lIns="0" tIns="0" rIns="0" bIns="0" anchor="ctr">
            <a:normAutofit/>
          </a:bodyPr>
          <a:lstStyle>
            <a:defPPr algn="l">
              <a:defRPr sz="1275" b="0">
                <a:solidFill>
                  <a:srgbClr val="243537"/>
                </a:solidFill>
                <a:latin typeface="Arial"/>
                <a:ea typeface="Arial"/>
                <a:cs typeface="Arial"/>
              </a:defRPr>
            </a:defPPr>
            <a:lvl1pPr algn="l">
              <a:defRPr sz="1275" b="0">
                <a:solidFill>
                  <a:srgbClr val="243537"/>
                </a:solidFill>
                <a:latin typeface="Arial"/>
                <a:ea typeface="Arial"/>
                <a:cs typeface="Arial"/>
              </a:defRPr>
            </a:lvl1pPr>
            <a:lvl2pPr algn="l">
              <a:defRPr sz="1275" b="0">
                <a:solidFill>
                  <a:srgbClr val="243537"/>
                </a:solidFill>
                <a:latin typeface="Arial"/>
                <a:ea typeface="Arial"/>
                <a:cs typeface="Arial"/>
              </a:defRPr>
            </a:lvl2pPr>
            <a:lvl3pPr algn="l">
              <a:defRPr sz="1275" b="0">
                <a:solidFill>
                  <a:srgbClr val="243537"/>
                </a:solidFill>
                <a:latin typeface="Arial"/>
                <a:ea typeface="Arial"/>
                <a:cs typeface="Arial"/>
              </a:defRPr>
            </a:lvl3pPr>
            <a:lvl4pPr algn="l">
              <a:defRPr sz="1275" b="0">
                <a:solidFill>
                  <a:srgbClr val="243537"/>
                </a:solidFill>
                <a:latin typeface="Arial"/>
                <a:ea typeface="Arial"/>
                <a:cs typeface="Arial"/>
              </a:defRPr>
            </a:lvl4pPr>
            <a:lvl5pPr algn="l">
              <a:defRPr sz="1275" b="0">
                <a:solidFill>
                  <a:srgbClr val="243537"/>
                </a:solidFill>
                <a:latin typeface="Arial"/>
                <a:ea typeface="Arial"/>
                <a:cs typeface="Arial"/>
              </a:defRPr>
            </a:lvl5pPr>
            <a:lvl6pPr algn="l">
              <a:defRPr sz="1275" b="0">
                <a:solidFill>
                  <a:srgbClr val="243537"/>
                </a:solidFill>
                <a:latin typeface="Arial"/>
                <a:ea typeface="Arial"/>
                <a:cs typeface="Arial"/>
              </a:defRPr>
            </a:lvl6pPr>
            <a:lvl7pPr algn="l">
              <a:defRPr sz="1275" b="0">
                <a:solidFill>
                  <a:srgbClr val="243537"/>
                </a:solidFill>
                <a:latin typeface="Arial"/>
                <a:ea typeface="Arial"/>
                <a:cs typeface="Arial"/>
              </a:defRPr>
            </a:lvl7pPr>
            <a:lvl8pPr algn="l">
              <a:defRPr sz="1275" b="0">
                <a:solidFill>
                  <a:srgbClr val="243537"/>
                </a:solidFill>
                <a:latin typeface="Arial"/>
                <a:ea typeface="Arial"/>
                <a:cs typeface="Arial"/>
              </a:defRPr>
            </a:lvl8pPr>
            <a:lvl9pPr algn="l">
              <a:defRPr sz="1275" b="0">
                <a:solidFill>
                  <a:srgbClr val="243537"/>
                </a:solidFill>
                <a:latin typeface="Arial"/>
                <a:ea typeface="Arial"/>
                <a:cs typeface="Arial"/>
              </a:defRPr>
            </a:lvl9pPr>
          </a:lstStyle>
          <a:p>
            <a:pPr algn="l">
              <a:defRPr sz="1275" b="0">
                <a:solidFill>
                  <a:srgbClr val="243537"/>
                </a:solidFill>
                <a:latin typeface="Arial"/>
                <a:ea typeface="Arial"/>
                <a:cs typeface="Arial"/>
              </a:defRPr>
            </a:pPr>
            <a:r>
              <a:rPr sz="1275" b="0">
                <a:solidFill>
                  <a:srgbClr val="243537"/>
                </a:solidFill>
                <a:latin typeface="Arial"/>
                <a:ea typeface="Arial"/>
                <a:cs typeface="Arial"/>
              </a:rPr>
              <a:t>Image size</a:t>
            </a:r>
          </a:p>
        </p:txBody>
      </p:sp>
      <p:sp>
        <p:nvSpPr>
          <p:cNvPr id="13" name="Rectangle 12">
            <a:extLst>
              <a:ext uri="{FF2B5EF4-FFF2-40B4-BE49-F238E27FC236}">
                <a16:creationId xmlns:a16="http://schemas.microsoft.com/office/drawing/2014/main" id="{1D54B7EC-23B6-41C3-ACB1-42C16C733491}"/>
              </a:ext>
            </a:extLst>
          </p:cNvPr>
          <p:cNvSpPr>
            <a:spLocks noGrp="1"/>
          </p:cNvSpPr>
          <p:nvPr/>
        </p:nvSpPr>
        <p:spPr>
          <a:xfrm>
            <a:off x="8934450" y="2476500"/>
            <a:ext cx="2524125" cy="285750"/>
          </a:xfrm>
          <a:prstGeom prst="rect">
            <a:avLst/>
          </a:prstGeom>
          <a:noFill/>
          <a:ln w="0">
            <a:noFill/>
            <a:prstDash val="solid"/>
          </a:ln>
        </p:spPr>
        <p:txBody>
          <a:bodyPr wrap="square" lIns="0" tIns="0" rIns="0" bIns="0" anchor="ctr">
            <a:normAutofit/>
          </a:bodyPr>
          <a:lstStyle>
            <a:defPPr algn="l">
              <a:defRPr sz="1350" b="1">
                <a:solidFill>
                  <a:srgbClr val="10191A"/>
                </a:solidFill>
                <a:latin typeface="Arial"/>
                <a:ea typeface="Arial"/>
                <a:cs typeface="Arial"/>
              </a:defRPr>
            </a:defPPr>
            <a:lvl1pPr algn="l">
              <a:defRPr sz="1350" b="1">
                <a:solidFill>
                  <a:srgbClr val="10191A"/>
                </a:solidFill>
                <a:latin typeface="Arial"/>
                <a:ea typeface="Arial"/>
                <a:cs typeface="Arial"/>
              </a:defRPr>
            </a:lvl1pPr>
            <a:lvl2pPr algn="l">
              <a:defRPr sz="1350" b="1">
                <a:solidFill>
                  <a:srgbClr val="10191A"/>
                </a:solidFill>
                <a:latin typeface="Arial"/>
                <a:ea typeface="Arial"/>
                <a:cs typeface="Arial"/>
              </a:defRPr>
            </a:lvl2pPr>
            <a:lvl3pPr algn="l">
              <a:defRPr sz="1350" b="1">
                <a:solidFill>
                  <a:srgbClr val="10191A"/>
                </a:solidFill>
                <a:latin typeface="Arial"/>
                <a:ea typeface="Arial"/>
                <a:cs typeface="Arial"/>
              </a:defRPr>
            </a:lvl3pPr>
            <a:lvl4pPr algn="l">
              <a:defRPr sz="1350" b="1">
                <a:solidFill>
                  <a:srgbClr val="10191A"/>
                </a:solidFill>
                <a:latin typeface="Arial"/>
                <a:ea typeface="Arial"/>
                <a:cs typeface="Arial"/>
              </a:defRPr>
            </a:lvl4pPr>
            <a:lvl5pPr algn="l">
              <a:defRPr sz="1350" b="1">
                <a:solidFill>
                  <a:srgbClr val="10191A"/>
                </a:solidFill>
                <a:latin typeface="Arial"/>
                <a:ea typeface="Arial"/>
                <a:cs typeface="Arial"/>
              </a:defRPr>
            </a:lvl5pPr>
            <a:lvl6pPr algn="l">
              <a:defRPr sz="1350" b="1">
                <a:solidFill>
                  <a:srgbClr val="10191A"/>
                </a:solidFill>
                <a:latin typeface="Arial"/>
                <a:ea typeface="Arial"/>
                <a:cs typeface="Arial"/>
              </a:defRPr>
            </a:lvl6pPr>
            <a:lvl7pPr algn="l">
              <a:defRPr sz="1350" b="1">
                <a:solidFill>
                  <a:srgbClr val="10191A"/>
                </a:solidFill>
                <a:latin typeface="Arial"/>
                <a:ea typeface="Arial"/>
                <a:cs typeface="Arial"/>
              </a:defRPr>
            </a:lvl7pPr>
            <a:lvl8pPr algn="l">
              <a:defRPr sz="1350" b="1">
                <a:solidFill>
                  <a:srgbClr val="10191A"/>
                </a:solidFill>
                <a:latin typeface="Arial"/>
                <a:ea typeface="Arial"/>
                <a:cs typeface="Arial"/>
              </a:defRPr>
            </a:lvl8pPr>
            <a:lvl9pPr algn="l">
              <a:defRPr sz="1350" b="1">
                <a:solidFill>
                  <a:srgbClr val="10191A"/>
                </a:solidFill>
                <a:latin typeface="Arial"/>
                <a:ea typeface="Arial"/>
                <a:cs typeface="Arial"/>
              </a:defRPr>
            </a:lvl9pPr>
          </a:lstStyle>
          <a:p>
            <a:pPr algn="l">
              <a:defRPr sz="1350" b="1">
                <a:solidFill>
                  <a:srgbClr val="10191A"/>
                </a:solidFill>
                <a:latin typeface="Arial"/>
                <a:ea typeface="Arial"/>
                <a:cs typeface="Arial"/>
              </a:defRPr>
            </a:pPr>
            <a:r>
              <a:rPr sz="1350" b="1">
                <a:solidFill>
                  <a:srgbClr val="10191A"/>
                </a:solidFill>
                <a:latin typeface="Arial"/>
                <a:ea typeface="Arial"/>
                <a:cs typeface="Arial"/>
              </a:rPr>
              <a:t>640 × 640</a:t>
            </a:r>
          </a:p>
        </p:txBody>
      </p:sp>
      <p:sp>
        <p:nvSpPr>
          <p:cNvPr id="14" name="Straight Connector 13">
            <a:extLst>
              <a:ext uri="{FF2B5EF4-FFF2-40B4-BE49-F238E27FC236}">
                <a16:creationId xmlns:a16="http://schemas.microsoft.com/office/drawing/2014/main" id="{7B994AB5-EF9E-4B93-B28B-A32A4C5A4DF2}"/>
              </a:ext>
            </a:extLst>
          </p:cNvPr>
          <p:cNvSpPr>
            <a:spLocks noGrp="1"/>
          </p:cNvSpPr>
          <p:nvPr/>
        </p:nvSpPr>
        <p:spPr>
          <a:xfrm>
            <a:off x="6305550" y="2847975"/>
            <a:ext cx="5124450" cy="9525"/>
          </a:xfrm>
          <a:prstGeom prst="line">
            <a:avLst/>
          </a:prstGeom>
          <a:noFill/>
          <a:ln w="9525">
            <a:solidFill>
              <a:srgbClr val="D4D9D0"/>
            </a:solidFill>
            <a:prstDash val="solid"/>
          </a:ln>
        </p:spPr>
        <p:txBody>
          <a:bodyPr/>
          <a:lstStyle/>
          <a:p>
            <a:endParaRPr lang="en-IN"/>
          </a:p>
        </p:txBody>
      </p:sp>
      <p:sp>
        <p:nvSpPr>
          <p:cNvPr id="15" name="Rectangle 14">
            <a:extLst>
              <a:ext uri="{FF2B5EF4-FFF2-40B4-BE49-F238E27FC236}">
                <a16:creationId xmlns:a16="http://schemas.microsoft.com/office/drawing/2014/main" id="{141ED615-F62C-4DED-8652-6A0F8AC514DB}"/>
              </a:ext>
            </a:extLst>
          </p:cNvPr>
          <p:cNvSpPr>
            <a:spLocks noGrp="1"/>
          </p:cNvSpPr>
          <p:nvPr/>
        </p:nvSpPr>
        <p:spPr>
          <a:xfrm>
            <a:off x="6305550" y="2952750"/>
            <a:ext cx="2571750" cy="285750"/>
          </a:xfrm>
          <a:prstGeom prst="rect">
            <a:avLst/>
          </a:prstGeom>
          <a:noFill/>
          <a:ln w="0">
            <a:noFill/>
            <a:prstDash val="solid"/>
          </a:ln>
        </p:spPr>
        <p:txBody>
          <a:bodyPr wrap="square" lIns="0" tIns="0" rIns="0" bIns="0" anchor="ctr">
            <a:normAutofit/>
          </a:bodyPr>
          <a:lstStyle>
            <a:defPPr algn="l">
              <a:defRPr sz="1275" b="0">
                <a:solidFill>
                  <a:srgbClr val="243537"/>
                </a:solidFill>
                <a:latin typeface="Arial"/>
                <a:ea typeface="Arial"/>
                <a:cs typeface="Arial"/>
              </a:defRPr>
            </a:defPPr>
            <a:lvl1pPr algn="l">
              <a:defRPr sz="1275" b="0">
                <a:solidFill>
                  <a:srgbClr val="243537"/>
                </a:solidFill>
                <a:latin typeface="Arial"/>
                <a:ea typeface="Arial"/>
                <a:cs typeface="Arial"/>
              </a:defRPr>
            </a:lvl1pPr>
            <a:lvl2pPr algn="l">
              <a:defRPr sz="1275" b="0">
                <a:solidFill>
                  <a:srgbClr val="243537"/>
                </a:solidFill>
                <a:latin typeface="Arial"/>
                <a:ea typeface="Arial"/>
                <a:cs typeface="Arial"/>
              </a:defRPr>
            </a:lvl2pPr>
            <a:lvl3pPr algn="l">
              <a:defRPr sz="1275" b="0">
                <a:solidFill>
                  <a:srgbClr val="243537"/>
                </a:solidFill>
                <a:latin typeface="Arial"/>
                <a:ea typeface="Arial"/>
                <a:cs typeface="Arial"/>
              </a:defRPr>
            </a:lvl3pPr>
            <a:lvl4pPr algn="l">
              <a:defRPr sz="1275" b="0">
                <a:solidFill>
                  <a:srgbClr val="243537"/>
                </a:solidFill>
                <a:latin typeface="Arial"/>
                <a:ea typeface="Arial"/>
                <a:cs typeface="Arial"/>
              </a:defRPr>
            </a:lvl4pPr>
            <a:lvl5pPr algn="l">
              <a:defRPr sz="1275" b="0">
                <a:solidFill>
                  <a:srgbClr val="243537"/>
                </a:solidFill>
                <a:latin typeface="Arial"/>
                <a:ea typeface="Arial"/>
                <a:cs typeface="Arial"/>
              </a:defRPr>
            </a:lvl5pPr>
            <a:lvl6pPr algn="l">
              <a:defRPr sz="1275" b="0">
                <a:solidFill>
                  <a:srgbClr val="243537"/>
                </a:solidFill>
                <a:latin typeface="Arial"/>
                <a:ea typeface="Arial"/>
                <a:cs typeface="Arial"/>
              </a:defRPr>
            </a:lvl6pPr>
            <a:lvl7pPr algn="l">
              <a:defRPr sz="1275" b="0">
                <a:solidFill>
                  <a:srgbClr val="243537"/>
                </a:solidFill>
                <a:latin typeface="Arial"/>
                <a:ea typeface="Arial"/>
                <a:cs typeface="Arial"/>
              </a:defRPr>
            </a:lvl7pPr>
            <a:lvl8pPr algn="l">
              <a:defRPr sz="1275" b="0">
                <a:solidFill>
                  <a:srgbClr val="243537"/>
                </a:solidFill>
                <a:latin typeface="Arial"/>
                <a:ea typeface="Arial"/>
                <a:cs typeface="Arial"/>
              </a:defRPr>
            </a:lvl8pPr>
            <a:lvl9pPr algn="l">
              <a:defRPr sz="1275" b="0">
                <a:solidFill>
                  <a:srgbClr val="243537"/>
                </a:solidFill>
                <a:latin typeface="Arial"/>
                <a:ea typeface="Arial"/>
                <a:cs typeface="Arial"/>
              </a:defRPr>
            </a:lvl9pPr>
          </a:lstStyle>
          <a:p>
            <a:pPr algn="l">
              <a:defRPr sz="1275" b="0">
                <a:solidFill>
                  <a:srgbClr val="243537"/>
                </a:solidFill>
                <a:latin typeface="Arial"/>
                <a:ea typeface="Arial"/>
                <a:cs typeface="Arial"/>
              </a:defRPr>
            </a:pPr>
            <a:r>
              <a:rPr sz="1275" b="0">
                <a:solidFill>
                  <a:srgbClr val="243537"/>
                </a:solidFill>
                <a:latin typeface="Arial"/>
                <a:ea typeface="Arial"/>
                <a:cs typeface="Arial"/>
              </a:rPr>
              <a:t>Batch size</a:t>
            </a:r>
          </a:p>
        </p:txBody>
      </p:sp>
      <p:sp>
        <p:nvSpPr>
          <p:cNvPr id="16" name="Rectangle 15">
            <a:extLst>
              <a:ext uri="{FF2B5EF4-FFF2-40B4-BE49-F238E27FC236}">
                <a16:creationId xmlns:a16="http://schemas.microsoft.com/office/drawing/2014/main" id="{CD105100-2F3E-488C-990C-6E596FA82BF9}"/>
              </a:ext>
            </a:extLst>
          </p:cNvPr>
          <p:cNvSpPr>
            <a:spLocks noGrp="1"/>
          </p:cNvSpPr>
          <p:nvPr/>
        </p:nvSpPr>
        <p:spPr>
          <a:xfrm>
            <a:off x="8934450" y="2952750"/>
            <a:ext cx="2524125" cy="285750"/>
          </a:xfrm>
          <a:prstGeom prst="rect">
            <a:avLst/>
          </a:prstGeom>
          <a:noFill/>
          <a:ln w="0">
            <a:noFill/>
            <a:prstDash val="solid"/>
          </a:ln>
        </p:spPr>
        <p:txBody>
          <a:bodyPr wrap="square" lIns="0" tIns="0" rIns="0" bIns="0" anchor="ctr">
            <a:normAutofit/>
          </a:bodyPr>
          <a:lstStyle>
            <a:defPPr algn="l">
              <a:defRPr sz="1350" b="1">
                <a:solidFill>
                  <a:srgbClr val="10191A"/>
                </a:solidFill>
                <a:latin typeface="Arial"/>
                <a:ea typeface="Arial"/>
                <a:cs typeface="Arial"/>
              </a:defRPr>
            </a:defPPr>
            <a:lvl1pPr algn="l">
              <a:defRPr sz="1350" b="1">
                <a:solidFill>
                  <a:srgbClr val="10191A"/>
                </a:solidFill>
                <a:latin typeface="Arial"/>
                <a:ea typeface="Arial"/>
                <a:cs typeface="Arial"/>
              </a:defRPr>
            </a:lvl1pPr>
            <a:lvl2pPr algn="l">
              <a:defRPr sz="1350" b="1">
                <a:solidFill>
                  <a:srgbClr val="10191A"/>
                </a:solidFill>
                <a:latin typeface="Arial"/>
                <a:ea typeface="Arial"/>
                <a:cs typeface="Arial"/>
              </a:defRPr>
            </a:lvl2pPr>
            <a:lvl3pPr algn="l">
              <a:defRPr sz="1350" b="1">
                <a:solidFill>
                  <a:srgbClr val="10191A"/>
                </a:solidFill>
                <a:latin typeface="Arial"/>
                <a:ea typeface="Arial"/>
                <a:cs typeface="Arial"/>
              </a:defRPr>
            </a:lvl3pPr>
            <a:lvl4pPr algn="l">
              <a:defRPr sz="1350" b="1">
                <a:solidFill>
                  <a:srgbClr val="10191A"/>
                </a:solidFill>
                <a:latin typeface="Arial"/>
                <a:ea typeface="Arial"/>
                <a:cs typeface="Arial"/>
              </a:defRPr>
            </a:lvl4pPr>
            <a:lvl5pPr algn="l">
              <a:defRPr sz="1350" b="1">
                <a:solidFill>
                  <a:srgbClr val="10191A"/>
                </a:solidFill>
                <a:latin typeface="Arial"/>
                <a:ea typeface="Arial"/>
                <a:cs typeface="Arial"/>
              </a:defRPr>
            </a:lvl5pPr>
            <a:lvl6pPr algn="l">
              <a:defRPr sz="1350" b="1">
                <a:solidFill>
                  <a:srgbClr val="10191A"/>
                </a:solidFill>
                <a:latin typeface="Arial"/>
                <a:ea typeface="Arial"/>
                <a:cs typeface="Arial"/>
              </a:defRPr>
            </a:lvl6pPr>
            <a:lvl7pPr algn="l">
              <a:defRPr sz="1350" b="1">
                <a:solidFill>
                  <a:srgbClr val="10191A"/>
                </a:solidFill>
                <a:latin typeface="Arial"/>
                <a:ea typeface="Arial"/>
                <a:cs typeface="Arial"/>
              </a:defRPr>
            </a:lvl7pPr>
            <a:lvl8pPr algn="l">
              <a:defRPr sz="1350" b="1">
                <a:solidFill>
                  <a:srgbClr val="10191A"/>
                </a:solidFill>
                <a:latin typeface="Arial"/>
                <a:ea typeface="Arial"/>
                <a:cs typeface="Arial"/>
              </a:defRPr>
            </a:lvl8pPr>
            <a:lvl9pPr algn="l">
              <a:defRPr sz="1350" b="1">
                <a:solidFill>
                  <a:srgbClr val="10191A"/>
                </a:solidFill>
                <a:latin typeface="Arial"/>
                <a:ea typeface="Arial"/>
                <a:cs typeface="Arial"/>
              </a:defRPr>
            </a:lvl9pPr>
          </a:lstStyle>
          <a:p>
            <a:pPr algn="l">
              <a:defRPr sz="1350" b="1">
                <a:solidFill>
                  <a:srgbClr val="10191A"/>
                </a:solidFill>
                <a:latin typeface="Arial"/>
                <a:ea typeface="Arial"/>
                <a:cs typeface="Arial"/>
              </a:defRPr>
            </a:pPr>
            <a:r>
              <a:rPr sz="1350" b="1">
                <a:solidFill>
                  <a:srgbClr val="10191A"/>
                </a:solidFill>
                <a:latin typeface="Arial"/>
                <a:ea typeface="Arial"/>
                <a:cs typeface="Arial"/>
              </a:rPr>
              <a:t>16</a:t>
            </a:r>
          </a:p>
        </p:txBody>
      </p:sp>
      <p:sp>
        <p:nvSpPr>
          <p:cNvPr id="17" name="Straight Connector 16">
            <a:extLst>
              <a:ext uri="{FF2B5EF4-FFF2-40B4-BE49-F238E27FC236}">
                <a16:creationId xmlns:a16="http://schemas.microsoft.com/office/drawing/2014/main" id="{84D26F26-0E9B-4AA9-90D3-3B11D8190050}"/>
              </a:ext>
            </a:extLst>
          </p:cNvPr>
          <p:cNvSpPr>
            <a:spLocks noGrp="1"/>
          </p:cNvSpPr>
          <p:nvPr/>
        </p:nvSpPr>
        <p:spPr>
          <a:xfrm>
            <a:off x="6305550" y="3324225"/>
            <a:ext cx="5124450" cy="9525"/>
          </a:xfrm>
          <a:prstGeom prst="line">
            <a:avLst/>
          </a:prstGeom>
          <a:noFill/>
          <a:ln w="9525">
            <a:solidFill>
              <a:srgbClr val="D4D9D0"/>
            </a:solidFill>
            <a:prstDash val="solid"/>
          </a:ln>
        </p:spPr>
        <p:txBody>
          <a:bodyPr/>
          <a:lstStyle/>
          <a:p>
            <a:endParaRPr lang="en-IN"/>
          </a:p>
        </p:txBody>
      </p:sp>
      <p:sp>
        <p:nvSpPr>
          <p:cNvPr id="18" name="Rectangle 17">
            <a:extLst>
              <a:ext uri="{FF2B5EF4-FFF2-40B4-BE49-F238E27FC236}">
                <a16:creationId xmlns:a16="http://schemas.microsoft.com/office/drawing/2014/main" id="{BC435572-763C-43A3-A859-76C716E0908F}"/>
              </a:ext>
            </a:extLst>
          </p:cNvPr>
          <p:cNvSpPr>
            <a:spLocks noGrp="1"/>
          </p:cNvSpPr>
          <p:nvPr/>
        </p:nvSpPr>
        <p:spPr>
          <a:xfrm>
            <a:off x="6305550" y="3429000"/>
            <a:ext cx="2571750" cy="285750"/>
          </a:xfrm>
          <a:prstGeom prst="rect">
            <a:avLst/>
          </a:prstGeom>
          <a:noFill/>
          <a:ln w="0">
            <a:noFill/>
            <a:prstDash val="solid"/>
          </a:ln>
        </p:spPr>
        <p:txBody>
          <a:bodyPr wrap="square" lIns="0" tIns="0" rIns="0" bIns="0" anchor="ctr">
            <a:normAutofit/>
          </a:bodyPr>
          <a:lstStyle>
            <a:defPPr algn="l">
              <a:defRPr sz="1275" b="0">
                <a:solidFill>
                  <a:srgbClr val="243537"/>
                </a:solidFill>
                <a:latin typeface="Arial"/>
                <a:ea typeface="Arial"/>
                <a:cs typeface="Arial"/>
              </a:defRPr>
            </a:defPPr>
            <a:lvl1pPr algn="l">
              <a:defRPr sz="1275" b="0">
                <a:solidFill>
                  <a:srgbClr val="243537"/>
                </a:solidFill>
                <a:latin typeface="Arial"/>
                <a:ea typeface="Arial"/>
                <a:cs typeface="Arial"/>
              </a:defRPr>
            </a:lvl1pPr>
            <a:lvl2pPr algn="l">
              <a:defRPr sz="1275" b="0">
                <a:solidFill>
                  <a:srgbClr val="243537"/>
                </a:solidFill>
                <a:latin typeface="Arial"/>
                <a:ea typeface="Arial"/>
                <a:cs typeface="Arial"/>
              </a:defRPr>
            </a:lvl2pPr>
            <a:lvl3pPr algn="l">
              <a:defRPr sz="1275" b="0">
                <a:solidFill>
                  <a:srgbClr val="243537"/>
                </a:solidFill>
                <a:latin typeface="Arial"/>
                <a:ea typeface="Arial"/>
                <a:cs typeface="Arial"/>
              </a:defRPr>
            </a:lvl3pPr>
            <a:lvl4pPr algn="l">
              <a:defRPr sz="1275" b="0">
                <a:solidFill>
                  <a:srgbClr val="243537"/>
                </a:solidFill>
                <a:latin typeface="Arial"/>
                <a:ea typeface="Arial"/>
                <a:cs typeface="Arial"/>
              </a:defRPr>
            </a:lvl4pPr>
            <a:lvl5pPr algn="l">
              <a:defRPr sz="1275" b="0">
                <a:solidFill>
                  <a:srgbClr val="243537"/>
                </a:solidFill>
                <a:latin typeface="Arial"/>
                <a:ea typeface="Arial"/>
                <a:cs typeface="Arial"/>
              </a:defRPr>
            </a:lvl5pPr>
            <a:lvl6pPr algn="l">
              <a:defRPr sz="1275" b="0">
                <a:solidFill>
                  <a:srgbClr val="243537"/>
                </a:solidFill>
                <a:latin typeface="Arial"/>
                <a:ea typeface="Arial"/>
                <a:cs typeface="Arial"/>
              </a:defRPr>
            </a:lvl6pPr>
            <a:lvl7pPr algn="l">
              <a:defRPr sz="1275" b="0">
                <a:solidFill>
                  <a:srgbClr val="243537"/>
                </a:solidFill>
                <a:latin typeface="Arial"/>
                <a:ea typeface="Arial"/>
                <a:cs typeface="Arial"/>
              </a:defRPr>
            </a:lvl7pPr>
            <a:lvl8pPr algn="l">
              <a:defRPr sz="1275" b="0">
                <a:solidFill>
                  <a:srgbClr val="243537"/>
                </a:solidFill>
                <a:latin typeface="Arial"/>
                <a:ea typeface="Arial"/>
                <a:cs typeface="Arial"/>
              </a:defRPr>
            </a:lvl8pPr>
            <a:lvl9pPr algn="l">
              <a:defRPr sz="1275" b="0">
                <a:solidFill>
                  <a:srgbClr val="243537"/>
                </a:solidFill>
                <a:latin typeface="Arial"/>
                <a:ea typeface="Arial"/>
                <a:cs typeface="Arial"/>
              </a:defRPr>
            </a:lvl9pPr>
          </a:lstStyle>
          <a:p>
            <a:pPr algn="l">
              <a:defRPr sz="1275" b="0">
                <a:solidFill>
                  <a:srgbClr val="243537"/>
                </a:solidFill>
                <a:latin typeface="Arial"/>
                <a:ea typeface="Arial"/>
                <a:cs typeface="Arial"/>
              </a:defRPr>
            </a:pPr>
            <a:r>
              <a:rPr sz="1275" b="0">
                <a:solidFill>
                  <a:srgbClr val="243537"/>
                </a:solidFill>
                <a:latin typeface="Arial"/>
                <a:ea typeface="Arial"/>
                <a:cs typeface="Arial"/>
              </a:rPr>
              <a:t>Optimizer</a:t>
            </a:r>
          </a:p>
        </p:txBody>
      </p:sp>
      <p:sp>
        <p:nvSpPr>
          <p:cNvPr id="19" name="Rectangle 18">
            <a:extLst>
              <a:ext uri="{FF2B5EF4-FFF2-40B4-BE49-F238E27FC236}">
                <a16:creationId xmlns:a16="http://schemas.microsoft.com/office/drawing/2014/main" id="{0351DEF1-2CDD-4820-9429-675F55B158B4}"/>
              </a:ext>
            </a:extLst>
          </p:cNvPr>
          <p:cNvSpPr>
            <a:spLocks noGrp="1"/>
          </p:cNvSpPr>
          <p:nvPr/>
        </p:nvSpPr>
        <p:spPr>
          <a:xfrm>
            <a:off x="8934450" y="3429000"/>
            <a:ext cx="2524125" cy="285750"/>
          </a:xfrm>
          <a:prstGeom prst="rect">
            <a:avLst/>
          </a:prstGeom>
          <a:noFill/>
          <a:ln w="0">
            <a:noFill/>
            <a:prstDash val="solid"/>
          </a:ln>
        </p:spPr>
        <p:txBody>
          <a:bodyPr wrap="square" lIns="0" tIns="0" rIns="0" bIns="0" anchor="ctr">
            <a:normAutofit/>
          </a:bodyPr>
          <a:lstStyle>
            <a:defPPr algn="l">
              <a:defRPr sz="1350" b="1">
                <a:solidFill>
                  <a:srgbClr val="10191A"/>
                </a:solidFill>
                <a:latin typeface="Arial"/>
                <a:ea typeface="Arial"/>
                <a:cs typeface="Arial"/>
              </a:defRPr>
            </a:defPPr>
            <a:lvl1pPr algn="l">
              <a:defRPr sz="1350" b="1">
                <a:solidFill>
                  <a:srgbClr val="10191A"/>
                </a:solidFill>
                <a:latin typeface="Arial"/>
                <a:ea typeface="Arial"/>
                <a:cs typeface="Arial"/>
              </a:defRPr>
            </a:lvl1pPr>
            <a:lvl2pPr algn="l">
              <a:defRPr sz="1350" b="1">
                <a:solidFill>
                  <a:srgbClr val="10191A"/>
                </a:solidFill>
                <a:latin typeface="Arial"/>
                <a:ea typeface="Arial"/>
                <a:cs typeface="Arial"/>
              </a:defRPr>
            </a:lvl2pPr>
            <a:lvl3pPr algn="l">
              <a:defRPr sz="1350" b="1">
                <a:solidFill>
                  <a:srgbClr val="10191A"/>
                </a:solidFill>
                <a:latin typeface="Arial"/>
                <a:ea typeface="Arial"/>
                <a:cs typeface="Arial"/>
              </a:defRPr>
            </a:lvl3pPr>
            <a:lvl4pPr algn="l">
              <a:defRPr sz="1350" b="1">
                <a:solidFill>
                  <a:srgbClr val="10191A"/>
                </a:solidFill>
                <a:latin typeface="Arial"/>
                <a:ea typeface="Arial"/>
                <a:cs typeface="Arial"/>
              </a:defRPr>
            </a:lvl4pPr>
            <a:lvl5pPr algn="l">
              <a:defRPr sz="1350" b="1">
                <a:solidFill>
                  <a:srgbClr val="10191A"/>
                </a:solidFill>
                <a:latin typeface="Arial"/>
                <a:ea typeface="Arial"/>
                <a:cs typeface="Arial"/>
              </a:defRPr>
            </a:lvl5pPr>
            <a:lvl6pPr algn="l">
              <a:defRPr sz="1350" b="1">
                <a:solidFill>
                  <a:srgbClr val="10191A"/>
                </a:solidFill>
                <a:latin typeface="Arial"/>
                <a:ea typeface="Arial"/>
                <a:cs typeface="Arial"/>
              </a:defRPr>
            </a:lvl6pPr>
            <a:lvl7pPr algn="l">
              <a:defRPr sz="1350" b="1">
                <a:solidFill>
                  <a:srgbClr val="10191A"/>
                </a:solidFill>
                <a:latin typeface="Arial"/>
                <a:ea typeface="Arial"/>
                <a:cs typeface="Arial"/>
              </a:defRPr>
            </a:lvl7pPr>
            <a:lvl8pPr algn="l">
              <a:defRPr sz="1350" b="1">
                <a:solidFill>
                  <a:srgbClr val="10191A"/>
                </a:solidFill>
                <a:latin typeface="Arial"/>
                <a:ea typeface="Arial"/>
                <a:cs typeface="Arial"/>
              </a:defRPr>
            </a:lvl8pPr>
            <a:lvl9pPr algn="l">
              <a:defRPr sz="1350" b="1">
                <a:solidFill>
                  <a:srgbClr val="10191A"/>
                </a:solidFill>
                <a:latin typeface="Arial"/>
                <a:ea typeface="Arial"/>
                <a:cs typeface="Arial"/>
              </a:defRPr>
            </a:lvl9pPr>
          </a:lstStyle>
          <a:p>
            <a:pPr algn="l">
              <a:defRPr sz="1350" b="1">
                <a:solidFill>
                  <a:srgbClr val="10191A"/>
                </a:solidFill>
                <a:latin typeface="Arial"/>
                <a:ea typeface="Arial"/>
                <a:cs typeface="Arial"/>
              </a:defRPr>
            </a:pPr>
            <a:r>
              <a:rPr sz="1350" b="1">
                <a:solidFill>
                  <a:srgbClr val="10191A"/>
                </a:solidFill>
                <a:latin typeface="Arial"/>
                <a:ea typeface="Arial"/>
                <a:cs typeface="Arial"/>
              </a:rPr>
              <a:t>SGD</a:t>
            </a:r>
          </a:p>
        </p:txBody>
      </p:sp>
      <p:sp>
        <p:nvSpPr>
          <p:cNvPr id="20" name="Straight Connector 19">
            <a:extLst>
              <a:ext uri="{FF2B5EF4-FFF2-40B4-BE49-F238E27FC236}">
                <a16:creationId xmlns:a16="http://schemas.microsoft.com/office/drawing/2014/main" id="{3465C346-D060-445F-93BE-115C26419183}"/>
              </a:ext>
            </a:extLst>
          </p:cNvPr>
          <p:cNvSpPr>
            <a:spLocks noGrp="1"/>
          </p:cNvSpPr>
          <p:nvPr/>
        </p:nvSpPr>
        <p:spPr>
          <a:xfrm>
            <a:off x="6305550" y="3800475"/>
            <a:ext cx="5124450" cy="9525"/>
          </a:xfrm>
          <a:prstGeom prst="line">
            <a:avLst/>
          </a:prstGeom>
          <a:noFill/>
          <a:ln w="9525">
            <a:solidFill>
              <a:srgbClr val="D4D9D0"/>
            </a:solidFill>
            <a:prstDash val="solid"/>
          </a:ln>
        </p:spPr>
        <p:txBody>
          <a:bodyPr/>
          <a:lstStyle/>
          <a:p>
            <a:endParaRPr lang="en-IN"/>
          </a:p>
        </p:txBody>
      </p:sp>
      <p:sp>
        <p:nvSpPr>
          <p:cNvPr id="21" name="Rectangle 20">
            <a:extLst>
              <a:ext uri="{FF2B5EF4-FFF2-40B4-BE49-F238E27FC236}">
                <a16:creationId xmlns:a16="http://schemas.microsoft.com/office/drawing/2014/main" id="{AAFEC080-84B2-4CA2-BCF8-85817076CAF8}"/>
              </a:ext>
            </a:extLst>
          </p:cNvPr>
          <p:cNvSpPr>
            <a:spLocks noGrp="1"/>
          </p:cNvSpPr>
          <p:nvPr/>
        </p:nvSpPr>
        <p:spPr>
          <a:xfrm>
            <a:off x="6305550" y="3905250"/>
            <a:ext cx="2571750" cy="285750"/>
          </a:xfrm>
          <a:prstGeom prst="rect">
            <a:avLst/>
          </a:prstGeom>
          <a:noFill/>
          <a:ln w="0">
            <a:noFill/>
            <a:prstDash val="solid"/>
          </a:ln>
        </p:spPr>
        <p:txBody>
          <a:bodyPr wrap="square" lIns="0" tIns="0" rIns="0" bIns="0" anchor="ctr">
            <a:normAutofit/>
          </a:bodyPr>
          <a:lstStyle>
            <a:defPPr algn="l">
              <a:defRPr sz="1275" b="0">
                <a:solidFill>
                  <a:srgbClr val="243537"/>
                </a:solidFill>
                <a:latin typeface="Arial"/>
                <a:ea typeface="Arial"/>
                <a:cs typeface="Arial"/>
              </a:defRPr>
            </a:defPPr>
            <a:lvl1pPr algn="l">
              <a:defRPr sz="1275" b="0">
                <a:solidFill>
                  <a:srgbClr val="243537"/>
                </a:solidFill>
                <a:latin typeface="Arial"/>
                <a:ea typeface="Arial"/>
                <a:cs typeface="Arial"/>
              </a:defRPr>
            </a:lvl1pPr>
            <a:lvl2pPr algn="l">
              <a:defRPr sz="1275" b="0">
                <a:solidFill>
                  <a:srgbClr val="243537"/>
                </a:solidFill>
                <a:latin typeface="Arial"/>
                <a:ea typeface="Arial"/>
                <a:cs typeface="Arial"/>
              </a:defRPr>
            </a:lvl2pPr>
            <a:lvl3pPr algn="l">
              <a:defRPr sz="1275" b="0">
                <a:solidFill>
                  <a:srgbClr val="243537"/>
                </a:solidFill>
                <a:latin typeface="Arial"/>
                <a:ea typeface="Arial"/>
                <a:cs typeface="Arial"/>
              </a:defRPr>
            </a:lvl3pPr>
            <a:lvl4pPr algn="l">
              <a:defRPr sz="1275" b="0">
                <a:solidFill>
                  <a:srgbClr val="243537"/>
                </a:solidFill>
                <a:latin typeface="Arial"/>
                <a:ea typeface="Arial"/>
                <a:cs typeface="Arial"/>
              </a:defRPr>
            </a:lvl4pPr>
            <a:lvl5pPr algn="l">
              <a:defRPr sz="1275" b="0">
                <a:solidFill>
                  <a:srgbClr val="243537"/>
                </a:solidFill>
                <a:latin typeface="Arial"/>
                <a:ea typeface="Arial"/>
                <a:cs typeface="Arial"/>
              </a:defRPr>
            </a:lvl5pPr>
            <a:lvl6pPr algn="l">
              <a:defRPr sz="1275" b="0">
                <a:solidFill>
                  <a:srgbClr val="243537"/>
                </a:solidFill>
                <a:latin typeface="Arial"/>
                <a:ea typeface="Arial"/>
                <a:cs typeface="Arial"/>
              </a:defRPr>
            </a:lvl6pPr>
            <a:lvl7pPr algn="l">
              <a:defRPr sz="1275" b="0">
                <a:solidFill>
                  <a:srgbClr val="243537"/>
                </a:solidFill>
                <a:latin typeface="Arial"/>
                <a:ea typeface="Arial"/>
                <a:cs typeface="Arial"/>
              </a:defRPr>
            </a:lvl7pPr>
            <a:lvl8pPr algn="l">
              <a:defRPr sz="1275" b="0">
                <a:solidFill>
                  <a:srgbClr val="243537"/>
                </a:solidFill>
                <a:latin typeface="Arial"/>
                <a:ea typeface="Arial"/>
                <a:cs typeface="Arial"/>
              </a:defRPr>
            </a:lvl8pPr>
            <a:lvl9pPr algn="l">
              <a:defRPr sz="1275" b="0">
                <a:solidFill>
                  <a:srgbClr val="243537"/>
                </a:solidFill>
                <a:latin typeface="Arial"/>
                <a:ea typeface="Arial"/>
                <a:cs typeface="Arial"/>
              </a:defRPr>
            </a:lvl9pPr>
          </a:lstStyle>
          <a:p>
            <a:pPr algn="l">
              <a:defRPr sz="1275" b="0">
                <a:solidFill>
                  <a:srgbClr val="243537"/>
                </a:solidFill>
                <a:latin typeface="Arial"/>
                <a:ea typeface="Arial"/>
                <a:cs typeface="Arial"/>
              </a:defRPr>
            </a:pPr>
            <a:r>
              <a:rPr sz="1275" b="0">
                <a:solidFill>
                  <a:srgbClr val="243537"/>
                </a:solidFill>
                <a:latin typeface="Arial"/>
                <a:ea typeface="Arial"/>
                <a:cs typeface="Arial"/>
              </a:rPr>
              <a:t>Learning rate</a:t>
            </a:r>
          </a:p>
        </p:txBody>
      </p:sp>
      <p:sp>
        <p:nvSpPr>
          <p:cNvPr id="22" name="Rectangle 21">
            <a:extLst>
              <a:ext uri="{FF2B5EF4-FFF2-40B4-BE49-F238E27FC236}">
                <a16:creationId xmlns:a16="http://schemas.microsoft.com/office/drawing/2014/main" id="{F1F6005F-2A77-4C40-BD0B-2F69611E5866}"/>
              </a:ext>
            </a:extLst>
          </p:cNvPr>
          <p:cNvSpPr>
            <a:spLocks noGrp="1"/>
          </p:cNvSpPr>
          <p:nvPr/>
        </p:nvSpPr>
        <p:spPr>
          <a:xfrm>
            <a:off x="8934450" y="3905250"/>
            <a:ext cx="2524125" cy="285750"/>
          </a:xfrm>
          <a:prstGeom prst="rect">
            <a:avLst/>
          </a:prstGeom>
          <a:noFill/>
          <a:ln w="0">
            <a:noFill/>
            <a:prstDash val="solid"/>
          </a:ln>
        </p:spPr>
        <p:txBody>
          <a:bodyPr wrap="square" lIns="0" tIns="0" rIns="0" bIns="0" anchor="ctr">
            <a:normAutofit/>
          </a:bodyPr>
          <a:lstStyle>
            <a:defPPr algn="l">
              <a:defRPr sz="1350" b="1">
                <a:solidFill>
                  <a:srgbClr val="10191A"/>
                </a:solidFill>
                <a:latin typeface="Arial"/>
                <a:ea typeface="Arial"/>
                <a:cs typeface="Arial"/>
              </a:defRPr>
            </a:defPPr>
            <a:lvl1pPr algn="l">
              <a:defRPr sz="1350" b="1">
                <a:solidFill>
                  <a:srgbClr val="10191A"/>
                </a:solidFill>
                <a:latin typeface="Arial"/>
                <a:ea typeface="Arial"/>
                <a:cs typeface="Arial"/>
              </a:defRPr>
            </a:lvl1pPr>
            <a:lvl2pPr algn="l">
              <a:defRPr sz="1350" b="1">
                <a:solidFill>
                  <a:srgbClr val="10191A"/>
                </a:solidFill>
                <a:latin typeface="Arial"/>
                <a:ea typeface="Arial"/>
                <a:cs typeface="Arial"/>
              </a:defRPr>
            </a:lvl2pPr>
            <a:lvl3pPr algn="l">
              <a:defRPr sz="1350" b="1">
                <a:solidFill>
                  <a:srgbClr val="10191A"/>
                </a:solidFill>
                <a:latin typeface="Arial"/>
                <a:ea typeface="Arial"/>
                <a:cs typeface="Arial"/>
              </a:defRPr>
            </a:lvl3pPr>
            <a:lvl4pPr algn="l">
              <a:defRPr sz="1350" b="1">
                <a:solidFill>
                  <a:srgbClr val="10191A"/>
                </a:solidFill>
                <a:latin typeface="Arial"/>
                <a:ea typeface="Arial"/>
                <a:cs typeface="Arial"/>
              </a:defRPr>
            </a:lvl4pPr>
            <a:lvl5pPr algn="l">
              <a:defRPr sz="1350" b="1">
                <a:solidFill>
                  <a:srgbClr val="10191A"/>
                </a:solidFill>
                <a:latin typeface="Arial"/>
                <a:ea typeface="Arial"/>
                <a:cs typeface="Arial"/>
              </a:defRPr>
            </a:lvl5pPr>
            <a:lvl6pPr algn="l">
              <a:defRPr sz="1350" b="1">
                <a:solidFill>
                  <a:srgbClr val="10191A"/>
                </a:solidFill>
                <a:latin typeface="Arial"/>
                <a:ea typeface="Arial"/>
                <a:cs typeface="Arial"/>
              </a:defRPr>
            </a:lvl6pPr>
            <a:lvl7pPr algn="l">
              <a:defRPr sz="1350" b="1">
                <a:solidFill>
                  <a:srgbClr val="10191A"/>
                </a:solidFill>
                <a:latin typeface="Arial"/>
                <a:ea typeface="Arial"/>
                <a:cs typeface="Arial"/>
              </a:defRPr>
            </a:lvl7pPr>
            <a:lvl8pPr algn="l">
              <a:defRPr sz="1350" b="1">
                <a:solidFill>
                  <a:srgbClr val="10191A"/>
                </a:solidFill>
                <a:latin typeface="Arial"/>
                <a:ea typeface="Arial"/>
                <a:cs typeface="Arial"/>
              </a:defRPr>
            </a:lvl8pPr>
            <a:lvl9pPr algn="l">
              <a:defRPr sz="1350" b="1">
                <a:solidFill>
                  <a:srgbClr val="10191A"/>
                </a:solidFill>
                <a:latin typeface="Arial"/>
                <a:ea typeface="Arial"/>
                <a:cs typeface="Arial"/>
              </a:defRPr>
            </a:lvl9pPr>
          </a:lstStyle>
          <a:p>
            <a:pPr algn="l">
              <a:defRPr sz="1350" b="1">
                <a:solidFill>
                  <a:srgbClr val="10191A"/>
                </a:solidFill>
                <a:latin typeface="Arial"/>
                <a:ea typeface="Arial"/>
                <a:cs typeface="Arial"/>
              </a:defRPr>
            </a:pPr>
            <a:r>
              <a:rPr sz="1350" b="1">
                <a:solidFill>
                  <a:srgbClr val="10191A"/>
                </a:solidFill>
                <a:latin typeface="Arial"/>
                <a:ea typeface="Arial"/>
                <a:cs typeface="Arial"/>
              </a:rPr>
              <a:t>0.01 initial; lrf = 0.01</a:t>
            </a:r>
          </a:p>
        </p:txBody>
      </p:sp>
      <p:sp>
        <p:nvSpPr>
          <p:cNvPr id="23" name="Straight Connector 22">
            <a:extLst>
              <a:ext uri="{FF2B5EF4-FFF2-40B4-BE49-F238E27FC236}">
                <a16:creationId xmlns:a16="http://schemas.microsoft.com/office/drawing/2014/main" id="{9F70DF20-0101-4576-A73F-043C325BE6D9}"/>
              </a:ext>
            </a:extLst>
          </p:cNvPr>
          <p:cNvSpPr>
            <a:spLocks noGrp="1"/>
          </p:cNvSpPr>
          <p:nvPr/>
        </p:nvSpPr>
        <p:spPr>
          <a:xfrm>
            <a:off x="6305550" y="4276725"/>
            <a:ext cx="5124450" cy="9525"/>
          </a:xfrm>
          <a:prstGeom prst="line">
            <a:avLst/>
          </a:prstGeom>
          <a:noFill/>
          <a:ln w="9525">
            <a:solidFill>
              <a:srgbClr val="D4D9D0"/>
            </a:solidFill>
            <a:prstDash val="solid"/>
          </a:ln>
        </p:spPr>
        <p:txBody>
          <a:bodyPr/>
          <a:lstStyle/>
          <a:p>
            <a:endParaRPr lang="en-IN"/>
          </a:p>
        </p:txBody>
      </p:sp>
      <p:sp>
        <p:nvSpPr>
          <p:cNvPr id="24" name="Rectangle 23">
            <a:extLst>
              <a:ext uri="{FF2B5EF4-FFF2-40B4-BE49-F238E27FC236}">
                <a16:creationId xmlns:a16="http://schemas.microsoft.com/office/drawing/2014/main" id="{6E1E2EC8-E33D-445E-A76E-1AA91131B7FE}"/>
              </a:ext>
            </a:extLst>
          </p:cNvPr>
          <p:cNvSpPr>
            <a:spLocks noGrp="1"/>
          </p:cNvSpPr>
          <p:nvPr/>
        </p:nvSpPr>
        <p:spPr>
          <a:xfrm>
            <a:off x="6305550" y="4381500"/>
            <a:ext cx="2571750" cy="285750"/>
          </a:xfrm>
          <a:prstGeom prst="rect">
            <a:avLst/>
          </a:prstGeom>
          <a:noFill/>
          <a:ln w="0">
            <a:noFill/>
            <a:prstDash val="solid"/>
          </a:ln>
        </p:spPr>
        <p:txBody>
          <a:bodyPr wrap="square" lIns="0" tIns="0" rIns="0" bIns="0" anchor="ctr">
            <a:normAutofit/>
          </a:bodyPr>
          <a:lstStyle>
            <a:defPPr algn="l">
              <a:defRPr sz="1275" b="0">
                <a:solidFill>
                  <a:srgbClr val="243537"/>
                </a:solidFill>
                <a:latin typeface="Arial"/>
                <a:ea typeface="Arial"/>
                <a:cs typeface="Arial"/>
              </a:defRPr>
            </a:defPPr>
            <a:lvl1pPr algn="l">
              <a:defRPr sz="1275" b="0">
                <a:solidFill>
                  <a:srgbClr val="243537"/>
                </a:solidFill>
                <a:latin typeface="Arial"/>
                <a:ea typeface="Arial"/>
                <a:cs typeface="Arial"/>
              </a:defRPr>
            </a:lvl1pPr>
            <a:lvl2pPr algn="l">
              <a:defRPr sz="1275" b="0">
                <a:solidFill>
                  <a:srgbClr val="243537"/>
                </a:solidFill>
                <a:latin typeface="Arial"/>
                <a:ea typeface="Arial"/>
                <a:cs typeface="Arial"/>
              </a:defRPr>
            </a:lvl2pPr>
            <a:lvl3pPr algn="l">
              <a:defRPr sz="1275" b="0">
                <a:solidFill>
                  <a:srgbClr val="243537"/>
                </a:solidFill>
                <a:latin typeface="Arial"/>
                <a:ea typeface="Arial"/>
                <a:cs typeface="Arial"/>
              </a:defRPr>
            </a:lvl3pPr>
            <a:lvl4pPr algn="l">
              <a:defRPr sz="1275" b="0">
                <a:solidFill>
                  <a:srgbClr val="243537"/>
                </a:solidFill>
                <a:latin typeface="Arial"/>
                <a:ea typeface="Arial"/>
                <a:cs typeface="Arial"/>
              </a:defRPr>
            </a:lvl4pPr>
            <a:lvl5pPr algn="l">
              <a:defRPr sz="1275" b="0">
                <a:solidFill>
                  <a:srgbClr val="243537"/>
                </a:solidFill>
                <a:latin typeface="Arial"/>
                <a:ea typeface="Arial"/>
                <a:cs typeface="Arial"/>
              </a:defRPr>
            </a:lvl5pPr>
            <a:lvl6pPr algn="l">
              <a:defRPr sz="1275" b="0">
                <a:solidFill>
                  <a:srgbClr val="243537"/>
                </a:solidFill>
                <a:latin typeface="Arial"/>
                <a:ea typeface="Arial"/>
                <a:cs typeface="Arial"/>
              </a:defRPr>
            </a:lvl6pPr>
            <a:lvl7pPr algn="l">
              <a:defRPr sz="1275" b="0">
                <a:solidFill>
                  <a:srgbClr val="243537"/>
                </a:solidFill>
                <a:latin typeface="Arial"/>
                <a:ea typeface="Arial"/>
                <a:cs typeface="Arial"/>
              </a:defRPr>
            </a:lvl7pPr>
            <a:lvl8pPr algn="l">
              <a:defRPr sz="1275" b="0">
                <a:solidFill>
                  <a:srgbClr val="243537"/>
                </a:solidFill>
                <a:latin typeface="Arial"/>
                <a:ea typeface="Arial"/>
                <a:cs typeface="Arial"/>
              </a:defRPr>
            </a:lvl8pPr>
            <a:lvl9pPr algn="l">
              <a:defRPr sz="1275" b="0">
                <a:solidFill>
                  <a:srgbClr val="243537"/>
                </a:solidFill>
                <a:latin typeface="Arial"/>
                <a:ea typeface="Arial"/>
                <a:cs typeface="Arial"/>
              </a:defRPr>
            </a:lvl9pPr>
          </a:lstStyle>
          <a:p>
            <a:pPr algn="l">
              <a:defRPr sz="1275" b="0">
                <a:solidFill>
                  <a:srgbClr val="243537"/>
                </a:solidFill>
                <a:latin typeface="Arial"/>
                <a:ea typeface="Arial"/>
                <a:cs typeface="Arial"/>
              </a:defRPr>
            </a:pPr>
            <a:r>
              <a:rPr sz="1275" b="0">
                <a:solidFill>
                  <a:srgbClr val="243537"/>
                </a:solidFill>
                <a:latin typeface="Arial"/>
                <a:ea typeface="Arial"/>
                <a:cs typeface="Arial"/>
              </a:rPr>
              <a:t>Momentum / weight decay</a:t>
            </a:r>
          </a:p>
        </p:txBody>
      </p:sp>
      <p:sp>
        <p:nvSpPr>
          <p:cNvPr id="25" name="Rectangle 24">
            <a:extLst>
              <a:ext uri="{FF2B5EF4-FFF2-40B4-BE49-F238E27FC236}">
                <a16:creationId xmlns:a16="http://schemas.microsoft.com/office/drawing/2014/main" id="{B2DE439F-99D2-4419-A063-46109BBE6CBF}"/>
              </a:ext>
            </a:extLst>
          </p:cNvPr>
          <p:cNvSpPr>
            <a:spLocks noGrp="1"/>
          </p:cNvSpPr>
          <p:nvPr/>
        </p:nvSpPr>
        <p:spPr>
          <a:xfrm>
            <a:off x="8934450" y="4381500"/>
            <a:ext cx="2524125" cy="285750"/>
          </a:xfrm>
          <a:prstGeom prst="rect">
            <a:avLst/>
          </a:prstGeom>
          <a:noFill/>
          <a:ln w="0">
            <a:noFill/>
            <a:prstDash val="solid"/>
          </a:ln>
        </p:spPr>
        <p:txBody>
          <a:bodyPr wrap="square" lIns="0" tIns="0" rIns="0" bIns="0" anchor="ctr">
            <a:normAutofit/>
          </a:bodyPr>
          <a:lstStyle>
            <a:defPPr algn="l">
              <a:defRPr sz="1350" b="1">
                <a:solidFill>
                  <a:srgbClr val="10191A"/>
                </a:solidFill>
                <a:latin typeface="Arial"/>
                <a:ea typeface="Arial"/>
                <a:cs typeface="Arial"/>
              </a:defRPr>
            </a:defPPr>
            <a:lvl1pPr algn="l">
              <a:defRPr sz="1350" b="1">
                <a:solidFill>
                  <a:srgbClr val="10191A"/>
                </a:solidFill>
                <a:latin typeface="Arial"/>
                <a:ea typeface="Arial"/>
                <a:cs typeface="Arial"/>
              </a:defRPr>
            </a:lvl1pPr>
            <a:lvl2pPr algn="l">
              <a:defRPr sz="1350" b="1">
                <a:solidFill>
                  <a:srgbClr val="10191A"/>
                </a:solidFill>
                <a:latin typeface="Arial"/>
                <a:ea typeface="Arial"/>
                <a:cs typeface="Arial"/>
              </a:defRPr>
            </a:lvl2pPr>
            <a:lvl3pPr algn="l">
              <a:defRPr sz="1350" b="1">
                <a:solidFill>
                  <a:srgbClr val="10191A"/>
                </a:solidFill>
                <a:latin typeface="Arial"/>
                <a:ea typeface="Arial"/>
                <a:cs typeface="Arial"/>
              </a:defRPr>
            </a:lvl3pPr>
            <a:lvl4pPr algn="l">
              <a:defRPr sz="1350" b="1">
                <a:solidFill>
                  <a:srgbClr val="10191A"/>
                </a:solidFill>
                <a:latin typeface="Arial"/>
                <a:ea typeface="Arial"/>
                <a:cs typeface="Arial"/>
              </a:defRPr>
            </a:lvl4pPr>
            <a:lvl5pPr algn="l">
              <a:defRPr sz="1350" b="1">
                <a:solidFill>
                  <a:srgbClr val="10191A"/>
                </a:solidFill>
                <a:latin typeface="Arial"/>
                <a:ea typeface="Arial"/>
                <a:cs typeface="Arial"/>
              </a:defRPr>
            </a:lvl5pPr>
            <a:lvl6pPr algn="l">
              <a:defRPr sz="1350" b="1">
                <a:solidFill>
                  <a:srgbClr val="10191A"/>
                </a:solidFill>
                <a:latin typeface="Arial"/>
                <a:ea typeface="Arial"/>
                <a:cs typeface="Arial"/>
              </a:defRPr>
            </a:lvl6pPr>
            <a:lvl7pPr algn="l">
              <a:defRPr sz="1350" b="1">
                <a:solidFill>
                  <a:srgbClr val="10191A"/>
                </a:solidFill>
                <a:latin typeface="Arial"/>
                <a:ea typeface="Arial"/>
                <a:cs typeface="Arial"/>
              </a:defRPr>
            </a:lvl7pPr>
            <a:lvl8pPr algn="l">
              <a:defRPr sz="1350" b="1">
                <a:solidFill>
                  <a:srgbClr val="10191A"/>
                </a:solidFill>
                <a:latin typeface="Arial"/>
                <a:ea typeface="Arial"/>
                <a:cs typeface="Arial"/>
              </a:defRPr>
            </a:lvl8pPr>
            <a:lvl9pPr algn="l">
              <a:defRPr sz="1350" b="1">
                <a:solidFill>
                  <a:srgbClr val="10191A"/>
                </a:solidFill>
                <a:latin typeface="Arial"/>
                <a:ea typeface="Arial"/>
                <a:cs typeface="Arial"/>
              </a:defRPr>
            </a:lvl9pPr>
          </a:lstStyle>
          <a:p>
            <a:pPr algn="l">
              <a:defRPr sz="1350" b="1">
                <a:solidFill>
                  <a:srgbClr val="10191A"/>
                </a:solidFill>
                <a:latin typeface="Arial"/>
                <a:ea typeface="Arial"/>
                <a:cs typeface="Arial"/>
              </a:defRPr>
            </a:pPr>
            <a:r>
              <a:rPr sz="1350" b="1">
                <a:solidFill>
                  <a:srgbClr val="10191A"/>
                </a:solidFill>
                <a:latin typeface="Arial"/>
                <a:ea typeface="Arial"/>
                <a:cs typeface="Arial"/>
              </a:rPr>
              <a:t>0.937 / 0.001</a:t>
            </a:r>
          </a:p>
        </p:txBody>
      </p:sp>
      <p:sp>
        <p:nvSpPr>
          <p:cNvPr id="26" name="Straight Connector 25">
            <a:extLst>
              <a:ext uri="{FF2B5EF4-FFF2-40B4-BE49-F238E27FC236}">
                <a16:creationId xmlns:a16="http://schemas.microsoft.com/office/drawing/2014/main" id="{32DF9600-FC16-4B62-B45C-A9153067FC19}"/>
              </a:ext>
            </a:extLst>
          </p:cNvPr>
          <p:cNvSpPr>
            <a:spLocks noGrp="1"/>
          </p:cNvSpPr>
          <p:nvPr/>
        </p:nvSpPr>
        <p:spPr>
          <a:xfrm>
            <a:off x="6305550" y="4752975"/>
            <a:ext cx="5124450" cy="9525"/>
          </a:xfrm>
          <a:prstGeom prst="line">
            <a:avLst/>
          </a:prstGeom>
          <a:noFill/>
          <a:ln w="9525">
            <a:solidFill>
              <a:srgbClr val="D4D9D0"/>
            </a:solidFill>
            <a:prstDash val="solid"/>
          </a:ln>
        </p:spPr>
        <p:txBody>
          <a:bodyPr/>
          <a:lstStyle/>
          <a:p>
            <a:endParaRPr lang="en-IN"/>
          </a:p>
        </p:txBody>
      </p:sp>
      <p:sp>
        <p:nvSpPr>
          <p:cNvPr id="27" name="Rectangle 26">
            <a:extLst>
              <a:ext uri="{FF2B5EF4-FFF2-40B4-BE49-F238E27FC236}">
                <a16:creationId xmlns:a16="http://schemas.microsoft.com/office/drawing/2014/main" id="{6B934F54-ADAD-42FC-B145-54CD62085B01}"/>
              </a:ext>
            </a:extLst>
          </p:cNvPr>
          <p:cNvSpPr>
            <a:spLocks noGrp="1"/>
          </p:cNvSpPr>
          <p:nvPr/>
        </p:nvSpPr>
        <p:spPr>
          <a:xfrm>
            <a:off x="6305550" y="4857750"/>
            <a:ext cx="2571750" cy="285750"/>
          </a:xfrm>
          <a:prstGeom prst="rect">
            <a:avLst/>
          </a:prstGeom>
          <a:noFill/>
          <a:ln w="0">
            <a:noFill/>
            <a:prstDash val="solid"/>
          </a:ln>
        </p:spPr>
        <p:txBody>
          <a:bodyPr wrap="square" lIns="0" tIns="0" rIns="0" bIns="0" anchor="ctr">
            <a:normAutofit/>
          </a:bodyPr>
          <a:lstStyle>
            <a:defPPr algn="l">
              <a:defRPr sz="1275" b="0">
                <a:solidFill>
                  <a:srgbClr val="243537"/>
                </a:solidFill>
                <a:latin typeface="Arial"/>
                <a:ea typeface="Arial"/>
                <a:cs typeface="Arial"/>
              </a:defRPr>
            </a:defPPr>
            <a:lvl1pPr algn="l">
              <a:defRPr sz="1275" b="0">
                <a:solidFill>
                  <a:srgbClr val="243537"/>
                </a:solidFill>
                <a:latin typeface="Arial"/>
                <a:ea typeface="Arial"/>
                <a:cs typeface="Arial"/>
              </a:defRPr>
            </a:lvl1pPr>
            <a:lvl2pPr algn="l">
              <a:defRPr sz="1275" b="0">
                <a:solidFill>
                  <a:srgbClr val="243537"/>
                </a:solidFill>
                <a:latin typeface="Arial"/>
                <a:ea typeface="Arial"/>
                <a:cs typeface="Arial"/>
              </a:defRPr>
            </a:lvl2pPr>
            <a:lvl3pPr algn="l">
              <a:defRPr sz="1275" b="0">
                <a:solidFill>
                  <a:srgbClr val="243537"/>
                </a:solidFill>
                <a:latin typeface="Arial"/>
                <a:ea typeface="Arial"/>
                <a:cs typeface="Arial"/>
              </a:defRPr>
            </a:lvl3pPr>
            <a:lvl4pPr algn="l">
              <a:defRPr sz="1275" b="0">
                <a:solidFill>
                  <a:srgbClr val="243537"/>
                </a:solidFill>
                <a:latin typeface="Arial"/>
                <a:ea typeface="Arial"/>
                <a:cs typeface="Arial"/>
              </a:defRPr>
            </a:lvl4pPr>
            <a:lvl5pPr algn="l">
              <a:defRPr sz="1275" b="0">
                <a:solidFill>
                  <a:srgbClr val="243537"/>
                </a:solidFill>
                <a:latin typeface="Arial"/>
                <a:ea typeface="Arial"/>
                <a:cs typeface="Arial"/>
              </a:defRPr>
            </a:lvl5pPr>
            <a:lvl6pPr algn="l">
              <a:defRPr sz="1275" b="0">
                <a:solidFill>
                  <a:srgbClr val="243537"/>
                </a:solidFill>
                <a:latin typeface="Arial"/>
                <a:ea typeface="Arial"/>
                <a:cs typeface="Arial"/>
              </a:defRPr>
            </a:lvl6pPr>
            <a:lvl7pPr algn="l">
              <a:defRPr sz="1275" b="0">
                <a:solidFill>
                  <a:srgbClr val="243537"/>
                </a:solidFill>
                <a:latin typeface="Arial"/>
                <a:ea typeface="Arial"/>
                <a:cs typeface="Arial"/>
              </a:defRPr>
            </a:lvl7pPr>
            <a:lvl8pPr algn="l">
              <a:defRPr sz="1275" b="0">
                <a:solidFill>
                  <a:srgbClr val="243537"/>
                </a:solidFill>
                <a:latin typeface="Arial"/>
                <a:ea typeface="Arial"/>
                <a:cs typeface="Arial"/>
              </a:defRPr>
            </a:lvl8pPr>
            <a:lvl9pPr algn="l">
              <a:defRPr sz="1275" b="0">
                <a:solidFill>
                  <a:srgbClr val="243537"/>
                </a:solidFill>
                <a:latin typeface="Arial"/>
                <a:ea typeface="Arial"/>
                <a:cs typeface="Arial"/>
              </a:defRPr>
            </a:lvl9pPr>
          </a:lstStyle>
          <a:p>
            <a:pPr algn="l">
              <a:defRPr sz="1275" b="0">
                <a:solidFill>
                  <a:srgbClr val="243537"/>
                </a:solidFill>
                <a:latin typeface="Arial"/>
                <a:ea typeface="Arial"/>
                <a:cs typeface="Arial"/>
              </a:defRPr>
            </a:pPr>
            <a:r>
              <a:rPr sz="1275" b="0">
                <a:solidFill>
                  <a:srgbClr val="243537"/>
                </a:solidFill>
                <a:latin typeface="Arial"/>
                <a:ea typeface="Arial"/>
                <a:cs typeface="Arial"/>
              </a:rPr>
              <a:t>Seed / workers</a:t>
            </a:r>
          </a:p>
        </p:txBody>
      </p:sp>
      <p:sp>
        <p:nvSpPr>
          <p:cNvPr id="28" name="Rectangle 27">
            <a:extLst>
              <a:ext uri="{FF2B5EF4-FFF2-40B4-BE49-F238E27FC236}">
                <a16:creationId xmlns:a16="http://schemas.microsoft.com/office/drawing/2014/main" id="{A9C3C918-6D71-432F-B438-22EB418EA443}"/>
              </a:ext>
            </a:extLst>
          </p:cNvPr>
          <p:cNvSpPr>
            <a:spLocks noGrp="1"/>
          </p:cNvSpPr>
          <p:nvPr/>
        </p:nvSpPr>
        <p:spPr>
          <a:xfrm>
            <a:off x="8934450" y="4857750"/>
            <a:ext cx="2524125" cy="285750"/>
          </a:xfrm>
          <a:prstGeom prst="rect">
            <a:avLst/>
          </a:prstGeom>
          <a:noFill/>
          <a:ln w="0">
            <a:noFill/>
            <a:prstDash val="solid"/>
          </a:ln>
        </p:spPr>
        <p:txBody>
          <a:bodyPr wrap="square" lIns="0" tIns="0" rIns="0" bIns="0" anchor="ctr">
            <a:normAutofit/>
          </a:bodyPr>
          <a:lstStyle>
            <a:defPPr algn="l">
              <a:defRPr sz="1350" b="1">
                <a:solidFill>
                  <a:srgbClr val="10191A"/>
                </a:solidFill>
                <a:latin typeface="Arial"/>
                <a:ea typeface="Arial"/>
                <a:cs typeface="Arial"/>
              </a:defRPr>
            </a:defPPr>
            <a:lvl1pPr algn="l">
              <a:defRPr sz="1350" b="1">
                <a:solidFill>
                  <a:srgbClr val="10191A"/>
                </a:solidFill>
                <a:latin typeface="Arial"/>
                <a:ea typeface="Arial"/>
                <a:cs typeface="Arial"/>
              </a:defRPr>
            </a:lvl1pPr>
            <a:lvl2pPr algn="l">
              <a:defRPr sz="1350" b="1">
                <a:solidFill>
                  <a:srgbClr val="10191A"/>
                </a:solidFill>
                <a:latin typeface="Arial"/>
                <a:ea typeface="Arial"/>
                <a:cs typeface="Arial"/>
              </a:defRPr>
            </a:lvl2pPr>
            <a:lvl3pPr algn="l">
              <a:defRPr sz="1350" b="1">
                <a:solidFill>
                  <a:srgbClr val="10191A"/>
                </a:solidFill>
                <a:latin typeface="Arial"/>
                <a:ea typeface="Arial"/>
                <a:cs typeface="Arial"/>
              </a:defRPr>
            </a:lvl3pPr>
            <a:lvl4pPr algn="l">
              <a:defRPr sz="1350" b="1">
                <a:solidFill>
                  <a:srgbClr val="10191A"/>
                </a:solidFill>
                <a:latin typeface="Arial"/>
                <a:ea typeface="Arial"/>
                <a:cs typeface="Arial"/>
              </a:defRPr>
            </a:lvl4pPr>
            <a:lvl5pPr algn="l">
              <a:defRPr sz="1350" b="1">
                <a:solidFill>
                  <a:srgbClr val="10191A"/>
                </a:solidFill>
                <a:latin typeface="Arial"/>
                <a:ea typeface="Arial"/>
                <a:cs typeface="Arial"/>
              </a:defRPr>
            </a:lvl5pPr>
            <a:lvl6pPr algn="l">
              <a:defRPr sz="1350" b="1">
                <a:solidFill>
                  <a:srgbClr val="10191A"/>
                </a:solidFill>
                <a:latin typeface="Arial"/>
                <a:ea typeface="Arial"/>
                <a:cs typeface="Arial"/>
              </a:defRPr>
            </a:lvl6pPr>
            <a:lvl7pPr algn="l">
              <a:defRPr sz="1350" b="1">
                <a:solidFill>
                  <a:srgbClr val="10191A"/>
                </a:solidFill>
                <a:latin typeface="Arial"/>
                <a:ea typeface="Arial"/>
                <a:cs typeface="Arial"/>
              </a:defRPr>
            </a:lvl7pPr>
            <a:lvl8pPr algn="l">
              <a:defRPr sz="1350" b="1">
                <a:solidFill>
                  <a:srgbClr val="10191A"/>
                </a:solidFill>
                <a:latin typeface="Arial"/>
                <a:ea typeface="Arial"/>
                <a:cs typeface="Arial"/>
              </a:defRPr>
            </a:lvl8pPr>
            <a:lvl9pPr algn="l">
              <a:defRPr sz="1350" b="1">
                <a:solidFill>
                  <a:srgbClr val="10191A"/>
                </a:solidFill>
                <a:latin typeface="Arial"/>
                <a:ea typeface="Arial"/>
                <a:cs typeface="Arial"/>
              </a:defRPr>
            </a:lvl9pPr>
          </a:lstStyle>
          <a:p>
            <a:pPr algn="l">
              <a:defRPr sz="1350" b="1">
                <a:solidFill>
                  <a:srgbClr val="10191A"/>
                </a:solidFill>
                <a:latin typeface="Arial"/>
                <a:ea typeface="Arial"/>
                <a:cs typeface="Arial"/>
              </a:defRPr>
            </a:pPr>
            <a:r>
              <a:rPr sz="1350" b="1">
                <a:solidFill>
                  <a:srgbClr val="10191A"/>
                </a:solidFill>
                <a:latin typeface="Arial"/>
                <a:ea typeface="Arial"/>
                <a:cs typeface="Arial"/>
              </a:rPr>
              <a:t>0 / 8</a:t>
            </a:r>
          </a:p>
        </p:txBody>
      </p:sp>
      <p:sp>
        <p:nvSpPr>
          <p:cNvPr id="29" name="Rectangle 28">
            <a:extLst>
              <a:ext uri="{FF2B5EF4-FFF2-40B4-BE49-F238E27FC236}">
                <a16:creationId xmlns:a16="http://schemas.microsoft.com/office/drawing/2014/main" id="{3944FB04-6617-4BCC-9218-13DCDF68A10C}"/>
              </a:ext>
            </a:extLst>
          </p:cNvPr>
          <p:cNvSpPr>
            <a:spLocks noGrp="1"/>
          </p:cNvSpPr>
          <p:nvPr/>
        </p:nvSpPr>
        <p:spPr>
          <a:xfrm>
            <a:off x="628650" y="5638800"/>
            <a:ext cx="10477500" cy="342900"/>
          </a:xfrm>
          <a:prstGeom prst="rect">
            <a:avLst/>
          </a:prstGeom>
          <a:noFill/>
          <a:ln w="0">
            <a:noFill/>
            <a:prstDash val="solid"/>
          </a:ln>
        </p:spPr>
        <p:txBody>
          <a:bodyPr wrap="square" lIns="0" tIns="0" rIns="0" bIns="0" anchor="ctr">
            <a:normAutofit/>
          </a:bodyPr>
          <a:lstStyle>
            <a:defPPr algn="l">
              <a:defRPr sz="1425" b="1">
                <a:solidFill>
                  <a:srgbClr val="10191A"/>
                </a:solidFill>
                <a:latin typeface="Arial"/>
                <a:ea typeface="Arial"/>
                <a:cs typeface="Arial"/>
              </a:defRPr>
            </a:defPPr>
            <a:lvl1pPr algn="l">
              <a:defRPr sz="1425" b="1">
                <a:solidFill>
                  <a:srgbClr val="10191A"/>
                </a:solidFill>
                <a:latin typeface="Arial"/>
                <a:ea typeface="Arial"/>
                <a:cs typeface="Arial"/>
              </a:defRPr>
            </a:lvl1pPr>
            <a:lvl2pPr algn="l">
              <a:defRPr sz="1425" b="1">
                <a:solidFill>
                  <a:srgbClr val="10191A"/>
                </a:solidFill>
                <a:latin typeface="Arial"/>
                <a:ea typeface="Arial"/>
                <a:cs typeface="Arial"/>
              </a:defRPr>
            </a:lvl2pPr>
            <a:lvl3pPr algn="l">
              <a:defRPr sz="1425" b="1">
                <a:solidFill>
                  <a:srgbClr val="10191A"/>
                </a:solidFill>
                <a:latin typeface="Arial"/>
                <a:ea typeface="Arial"/>
                <a:cs typeface="Arial"/>
              </a:defRPr>
            </a:lvl3pPr>
            <a:lvl4pPr algn="l">
              <a:defRPr sz="1425" b="1">
                <a:solidFill>
                  <a:srgbClr val="10191A"/>
                </a:solidFill>
                <a:latin typeface="Arial"/>
                <a:ea typeface="Arial"/>
                <a:cs typeface="Arial"/>
              </a:defRPr>
            </a:lvl4pPr>
            <a:lvl5pPr algn="l">
              <a:defRPr sz="1425" b="1">
                <a:solidFill>
                  <a:srgbClr val="10191A"/>
                </a:solidFill>
                <a:latin typeface="Arial"/>
                <a:ea typeface="Arial"/>
                <a:cs typeface="Arial"/>
              </a:defRPr>
            </a:lvl5pPr>
            <a:lvl6pPr algn="l">
              <a:defRPr sz="1425" b="1">
                <a:solidFill>
                  <a:srgbClr val="10191A"/>
                </a:solidFill>
                <a:latin typeface="Arial"/>
                <a:ea typeface="Arial"/>
                <a:cs typeface="Arial"/>
              </a:defRPr>
            </a:lvl6pPr>
            <a:lvl7pPr algn="l">
              <a:defRPr sz="1425" b="1">
                <a:solidFill>
                  <a:srgbClr val="10191A"/>
                </a:solidFill>
                <a:latin typeface="Arial"/>
                <a:ea typeface="Arial"/>
                <a:cs typeface="Arial"/>
              </a:defRPr>
            </a:lvl7pPr>
            <a:lvl8pPr algn="l">
              <a:defRPr sz="1425" b="1">
                <a:solidFill>
                  <a:srgbClr val="10191A"/>
                </a:solidFill>
                <a:latin typeface="Arial"/>
                <a:ea typeface="Arial"/>
                <a:cs typeface="Arial"/>
              </a:defRPr>
            </a:lvl8pPr>
            <a:lvl9pPr algn="l">
              <a:defRPr sz="1425" b="1">
                <a:solidFill>
                  <a:srgbClr val="10191A"/>
                </a:solidFill>
                <a:latin typeface="Arial"/>
                <a:ea typeface="Arial"/>
                <a:cs typeface="Arial"/>
              </a:defRPr>
            </a:lvl9pPr>
          </a:lstStyle>
          <a:p>
            <a:pPr algn="l">
              <a:defRPr sz="1425" b="1">
                <a:solidFill>
                  <a:srgbClr val="10191A"/>
                </a:solidFill>
                <a:latin typeface="Arial"/>
                <a:ea typeface="Arial"/>
                <a:cs typeface="Arial"/>
              </a:defRPr>
            </a:pPr>
            <a:r>
              <a:rPr sz="1425" b="1">
                <a:solidFill>
                  <a:srgbClr val="10191A"/>
                </a:solidFill>
                <a:latin typeface="Arial"/>
                <a:ea typeface="Arial"/>
                <a:cs typeface="Arial"/>
              </a:rPr>
              <a:t>The trained best checkpoint was copied into the local project as YOLO-Weights/ppe.pt.</a:t>
            </a:r>
          </a:p>
        </p:txBody>
      </p:sp>
    </p:spTree>
    <p:extLst>
      <p:ext uri="{BB962C8B-B14F-4D97-AF65-F5344CB8AC3E}">
        <p14:creationId xmlns:p14="http://schemas.microsoft.com/office/powerpoint/2010/main" val="212387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1E8"/>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79DE418-C498-4CE0-9ABF-8F410C55C1EF}"/>
              </a:ext>
            </a:extLst>
          </p:cNvPr>
          <p:cNvSpPr>
            <a:spLocks noGrp="1"/>
          </p:cNvSpPr>
          <p:nvPr/>
        </p:nvSpPr>
        <p:spPr>
          <a:xfrm>
            <a:off x="0" y="0"/>
            <a:ext cx="133350" cy="6858000"/>
          </a:xfrm>
          <a:prstGeom prst="rect">
            <a:avLst/>
          </a:prstGeom>
          <a:solidFill>
            <a:srgbClr val="C6F36B"/>
          </a:solidFill>
          <a:ln w="0">
            <a:noFill/>
            <a:prstDash val="solid"/>
          </a:ln>
        </p:spPr>
        <p:txBody>
          <a:bodyPr/>
          <a:lstStyle/>
          <a:p>
            <a:endParaRPr lang="en-IN"/>
          </a:p>
        </p:txBody>
      </p:sp>
      <p:sp>
        <p:nvSpPr>
          <p:cNvPr id="2" name="Rectangle 1">
            <a:extLst>
              <a:ext uri="{FF2B5EF4-FFF2-40B4-BE49-F238E27FC236}">
                <a16:creationId xmlns:a16="http://schemas.microsoft.com/office/drawing/2014/main" id="{FE9D1A4B-B203-4BAB-8CA2-879B4EA781AE}"/>
              </a:ext>
            </a:extLst>
          </p:cNvPr>
          <p:cNvSpPr>
            <a:spLocks noGrp="1"/>
          </p:cNvSpPr>
          <p:nvPr/>
        </p:nvSpPr>
        <p:spPr>
          <a:xfrm>
            <a:off x="590550" y="285750"/>
            <a:ext cx="8572500" cy="219075"/>
          </a:xfrm>
          <a:prstGeom prst="rect">
            <a:avLst/>
          </a:prstGeom>
          <a:noFill/>
          <a:ln w="0">
            <a:noFill/>
            <a:prstDash val="solid"/>
          </a:ln>
        </p:spPr>
        <p:txBody>
          <a:bodyPr wrap="square" lIns="0" tIns="0" rIns="0" bIns="0" anchor="ctr">
            <a:normAutofit/>
          </a:bodyPr>
          <a:lstStyle>
            <a:defPPr algn="l">
              <a:defRPr sz="1050" b="1">
                <a:solidFill>
                  <a:srgbClr val="243537"/>
                </a:solidFill>
                <a:latin typeface="Arial"/>
                <a:ea typeface="Arial"/>
                <a:cs typeface="Arial"/>
              </a:defRPr>
            </a:defPPr>
            <a:lvl1pPr algn="l">
              <a:defRPr sz="1050" b="1">
                <a:solidFill>
                  <a:srgbClr val="243537"/>
                </a:solidFill>
                <a:latin typeface="Arial"/>
                <a:ea typeface="Arial"/>
                <a:cs typeface="Arial"/>
              </a:defRPr>
            </a:lvl1pPr>
            <a:lvl2pPr algn="l">
              <a:defRPr sz="1050" b="1">
                <a:solidFill>
                  <a:srgbClr val="243537"/>
                </a:solidFill>
                <a:latin typeface="Arial"/>
                <a:ea typeface="Arial"/>
                <a:cs typeface="Arial"/>
              </a:defRPr>
            </a:lvl2pPr>
            <a:lvl3pPr algn="l">
              <a:defRPr sz="1050" b="1">
                <a:solidFill>
                  <a:srgbClr val="243537"/>
                </a:solidFill>
                <a:latin typeface="Arial"/>
                <a:ea typeface="Arial"/>
                <a:cs typeface="Arial"/>
              </a:defRPr>
            </a:lvl3pPr>
            <a:lvl4pPr algn="l">
              <a:defRPr sz="1050" b="1">
                <a:solidFill>
                  <a:srgbClr val="243537"/>
                </a:solidFill>
                <a:latin typeface="Arial"/>
                <a:ea typeface="Arial"/>
                <a:cs typeface="Arial"/>
              </a:defRPr>
            </a:lvl4pPr>
            <a:lvl5pPr algn="l">
              <a:defRPr sz="1050" b="1">
                <a:solidFill>
                  <a:srgbClr val="243537"/>
                </a:solidFill>
                <a:latin typeface="Arial"/>
                <a:ea typeface="Arial"/>
                <a:cs typeface="Arial"/>
              </a:defRPr>
            </a:lvl5pPr>
            <a:lvl6pPr algn="l">
              <a:defRPr sz="1050" b="1">
                <a:solidFill>
                  <a:srgbClr val="243537"/>
                </a:solidFill>
                <a:latin typeface="Arial"/>
                <a:ea typeface="Arial"/>
                <a:cs typeface="Arial"/>
              </a:defRPr>
            </a:lvl6pPr>
            <a:lvl7pPr algn="l">
              <a:defRPr sz="1050" b="1">
                <a:solidFill>
                  <a:srgbClr val="243537"/>
                </a:solidFill>
                <a:latin typeface="Arial"/>
                <a:ea typeface="Arial"/>
                <a:cs typeface="Arial"/>
              </a:defRPr>
            </a:lvl7pPr>
            <a:lvl8pPr algn="l">
              <a:defRPr sz="1050" b="1">
                <a:solidFill>
                  <a:srgbClr val="243537"/>
                </a:solidFill>
                <a:latin typeface="Arial"/>
                <a:ea typeface="Arial"/>
                <a:cs typeface="Arial"/>
              </a:defRPr>
            </a:lvl8pPr>
            <a:lvl9pPr algn="l">
              <a:defRPr sz="1050" b="1">
                <a:solidFill>
                  <a:srgbClr val="243537"/>
                </a:solidFill>
                <a:latin typeface="Arial"/>
                <a:ea typeface="Arial"/>
                <a:cs typeface="Arial"/>
              </a:defRPr>
            </a:lvl9pPr>
          </a:lstStyle>
          <a:p>
            <a:pPr algn="l">
              <a:defRPr sz="1050" b="1">
                <a:solidFill>
                  <a:srgbClr val="243537"/>
                </a:solidFill>
                <a:latin typeface="Arial"/>
                <a:ea typeface="Arial"/>
                <a:cs typeface="Arial"/>
              </a:defRPr>
            </a:pPr>
            <a:r>
              <a:rPr sz="1050" b="1">
                <a:solidFill>
                  <a:srgbClr val="243537"/>
                </a:solidFill>
                <a:latin typeface="Arial"/>
                <a:ea typeface="Arial"/>
                <a:cs typeface="Arial"/>
              </a:rPr>
              <a:t>05  /  MODEL CHOICE</a:t>
            </a:r>
          </a:p>
        </p:txBody>
      </p:sp>
      <p:sp>
        <p:nvSpPr>
          <p:cNvPr id="3" name="Rectangle 2">
            <a:extLst>
              <a:ext uri="{FF2B5EF4-FFF2-40B4-BE49-F238E27FC236}">
                <a16:creationId xmlns:a16="http://schemas.microsoft.com/office/drawing/2014/main" id="{2F727F43-8D9D-4540-8D83-E29E5D21FCF1}"/>
              </a:ext>
            </a:extLst>
          </p:cNvPr>
          <p:cNvSpPr>
            <a:spLocks noGrp="1"/>
          </p:cNvSpPr>
          <p:nvPr/>
        </p:nvSpPr>
        <p:spPr>
          <a:xfrm>
            <a:off x="590550" y="647700"/>
            <a:ext cx="10858500" cy="514350"/>
          </a:xfrm>
          <a:prstGeom prst="rect">
            <a:avLst/>
          </a:prstGeom>
          <a:noFill/>
          <a:ln w="0">
            <a:noFill/>
            <a:prstDash val="solid"/>
          </a:ln>
        </p:spPr>
        <p:txBody>
          <a:bodyPr wrap="square" lIns="0" tIns="0" rIns="0" bIns="0" anchor="ctr">
            <a:normAutofit/>
          </a:bodyPr>
          <a:lstStyle>
            <a:defPPr algn="l">
              <a:defRPr sz="2700" b="1">
                <a:solidFill>
                  <a:srgbClr val="10191A"/>
                </a:solidFill>
                <a:latin typeface="Arial"/>
                <a:ea typeface="Arial"/>
                <a:cs typeface="Arial"/>
              </a:defRPr>
            </a:defPPr>
            <a:lvl1pPr algn="l">
              <a:defRPr sz="2700" b="1">
                <a:solidFill>
                  <a:srgbClr val="10191A"/>
                </a:solidFill>
                <a:latin typeface="Arial"/>
                <a:ea typeface="Arial"/>
                <a:cs typeface="Arial"/>
              </a:defRPr>
            </a:lvl1pPr>
            <a:lvl2pPr algn="l">
              <a:defRPr sz="2700" b="1">
                <a:solidFill>
                  <a:srgbClr val="10191A"/>
                </a:solidFill>
                <a:latin typeface="Arial"/>
                <a:ea typeface="Arial"/>
                <a:cs typeface="Arial"/>
              </a:defRPr>
            </a:lvl2pPr>
            <a:lvl3pPr algn="l">
              <a:defRPr sz="2700" b="1">
                <a:solidFill>
                  <a:srgbClr val="10191A"/>
                </a:solidFill>
                <a:latin typeface="Arial"/>
                <a:ea typeface="Arial"/>
                <a:cs typeface="Arial"/>
              </a:defRPr>
            </a:lvl3pPr>
            <a:lvl4pPr algn="l">
              <a:defRPr sz="2700" b="1">
                <a:solidFill>
                  <a:srgbClr val="10191A"/>
                </a:solidFill>
                <a:latin typeface="Arial"/>
                <a:ea typeface="Arial"/>
                <a:cs typeface="Arial"/>
              </a:defRPr>
            </a:lvl4pPr>
            <a:lvl5pPr algn="l">
              <a:defRPr sz="2700" b="1">
                <a:solidFill>
                  <a:srgbClr val="10191A"/>
                </a:solidFill>
                <a:latin typeface="Arial"/>
                <a:ea typeface="Arial"/>
                <a:cs typeface="Arial"/>
              </a:defRPr>
            </a:lvl5pPr>
            <a:lvl6pPr algn="l">
              <a:defRPr sz="2700" b="1">
                <a:solidFill>
                  <a:srgbClr val="10191A"/>
                </a:solidFill>
                <a:latin typeface="Arial"/>
                <a:ea typeface="Arial"/>
                <a:cs typeface="Arial"/>
              </a:defRPr>
            </a:lvl6pPr>
            <a:lvl7pPr algn="l">
              <a:defRPr sz="2700" b="1">
                <a:solidFill>
                  <a:srgbClr val="10191A"/>
                </a:solidFill>
                <a:latin typeface="Arial"/>
                <a:ea typeface="Arial"/>
                <a:cs typeface="Arial"/>
              </a:defRPr>
            </a:lvl7pPr>
            <a:lvl8pPr algn="l">
              <a:defRPr sz="2700" b="1">
                <a:solidFill>
                  <a:srgbClr val="10191A"/>
                </a:solidFill>
                <a:latin typeface="Arial"/>
                <a:ea typeface="Arial"/>
                <a:cs typeface="Arial"/>
              </a:defRPr>
            </a:lvl8pPr>
            <a:lvl9pPr algn="l">
              <a:defRPr sz="2700" b="1">
                <a:solidFill>
                  <a:srgbClr val="10191A"/>
                </a:solidFill>
                <a:latin typeface="Arial"/>
                <a:ea typeface="Arial"/>
                <a:cs typeface="Arial"/>
              </a:defRPr>
            </a:lvl9pPr>
          </a:lstStyle>
          <a:p>
            <a:pPr algn="l">
              <a:defRPr sz="2700" b="1">
                <a:solidFill>
                  <a:srgbClr val="10191A"/>
                </a:solidFill>
                <a:latin typeface="Arial"/>
                <a:ea typeface="Arial"/>
                <a:cs typeface="Arial"/>
              </a:defRPr>
            </a:pPr>
            <a:r>
              <a:rPr sz="2700" b="1">
                <a:solidFill>
                  <a:srgbClr val="10191A"/>
                </a:solidFill>
                <a:latin typeface="Arial"/>
                <a:ea typeface="Arial"/>
                <a:cs typeface="Arial"/>
              </a:rPr>
              <a:t>Why YOLO11s for this prototype</a:t>
            </a:r>
          </a:p>
        </p:txBody>
      </p:sp>
      <p:sp>
        <p:nvSpPr>
          <p:cNvPr id="4" name="Straight Connector 3">
            <a:extLst>
              <a:ext uri="{FF2B5EF4-FFF2-40B4-BE49-F238E27FC236}">
                <a16:creationId xmlns:a16="http://schemas.microsoft.com/office/drawing/2014/main" id="{5B80B244-8A74-476F-B49B-D8B73A64FE16}"/>
              </a:ext>
            </a:extLst>
          </p:cNvPr>
          <p:cNvSpPr>
            <a:spLocks noGrp="1"/>
          </p:cNvSpPr>
          <p:nvPr/>
        </p:nvSpPr>
        <p:spPr>
          <a:xfrm>
            <a:off x="590550" y="1304925"/>
            <a:ext cx="11010900" cy="9525"/>
          </a:xfrm>
          <a:prstGeom prst="line">
            <a:avLst/>
          </a:prstGeom>
          <a:noFill/>
          <a:ln w="9525">
            <a:solidFill>
              <a:srgbClr val="D1D6CC"/>
            </a:solidFill>
            <a:prstDash val="solid"/>
          </a:ln>
        </p:spPr>
        <p:txBody>
          <a:bodyPr/>
          <a:lstStyle/>
          <a:p>
            <a:endParaRPr lang="en-IN"/>
          </a:p>
        </p:txBody>
      </p:sp>
      <p:sp>
        <p:nvSpPr>
          <p:cNvPr id="5" name="Rectangle 4">
            <a:extLst>
              <a:ext uri="{FF2B5EF4-FFF2-40B4-BE49-F238E27FC236}">
                <a16:creationId xmlns:a16="http://schemas.microsoft.com/office/drawing/2014/main" id="{C1695A5C-8FAC-4EA5-A77A-4717A488BE14}"/>
              </a:ext>
            </a:extLst>
          </p:cNvPr>
          <p:cNvSpPr>
            <a:spLocks noGrp="1"/>
          </p:cNvSpPr>
          <p:nvPr/>
        </p:nvSpPr>
        <p:spPr>
          <a:xfrm>
            <a:off x="11144250" y="6410325"/>
            <a:ext cx="457200" cy="190500"/>
          </a:xfrm>
          <a:prstGeom prst="rect">
            <a:avLst/>
          </a:prstGeom>
          <a:noFill/>
          <a:ln w="0">
            <a:noFill/>
            <a:prstDash val="solid"/>
          </a:ln>
        </p:spPr>
        <p:txBody>
          <a:bodyPr wrap="square" lIns="0" tIns="0" rIns="0" bIns="0" anchor="ctr">
            <a:normAutofit/>
          </a:bodyPr>
          <a:lstStyle>
            <a:defPPr algn="r">
              <a:defRPr sz="975" b="1">
                <a:solidFill>
                  <a:srgbClr val="243537"/>
                </a:solidFill>
                <a:latin typeface="Arial"/>
                <a:ea typeface="Arial"/>
                <a:cs typeface="Arial"/>
              </a:defRPr>
            </a:defPPr>
            <a:lvl1pPr algn="r">
              <a:defRPr sz="975" b="1">
                <a:solidFill>
                  <a:srgbClr val="243537"/>
                </a:solidFill>
                <a:latin typeface="Arial"/>
                <a:ea typeface="Arial"/>
                <a:cs typeface="Arial"/>
              </a:defRPr>
            </a:lvl1pPr>
            <a:lvl2pPr algn="r">
              <a:defRPr sz="975" b="1">
                <a:solidFill>
                  <a:srgbClr val="243537"/>
                </a:solidFill>
                <a:latin typeface="Arial"/>
                <a:ea typeface="Arial"/>
                <a:cs typeface="Arial"/>
              </a:defRPr>
            </a:lvl2pPr>
            <a:lvl3pPr algn="r">
              <a:defRPr sz="975" b="1">
                <a:solidFill>
                  <a:srgbClr val="243537"/>
                </a:solidFill>
                <a:latin typeface="Arial"/>
                <a:ea typeface="Arial"/>
                <a:cs typeface="Arial"/>
              </a:defRPr>
            </a:lvl3pPr>
            <a:lvl4pPr algn="r">
              <a:defRPr sz="975" b="1">
                <a:solidFill>
                  <a:srgbClr val="243537"/>
                </a:solidFill>
                <a:latin typeface="Arial"/>
                <a:ea typeface="Arial"/>
                <a:cs typeface="Arial"/>
              </a:defRPr>
            </a:lvl4pPr>
            <a:lvl5pPr algn="r">
              <a:defRPr sz="975" b="1">
                <a:solidFill>
                  <a:srgbClr val="243537"/>
                </a:solidFill>
                <a:latin typeface="Arial"/>
                <a:ea typeface="Arial"/>
                <a:cs typeface="Arial"/>
              </a:defRPr>
            </a:lvl5pPr>
            <a:lvl6pPr algn="r">
              <a:defRPr sz="975" b="1">
                <a:solidFill>
                  <a:srgbClr val="243537"/>
                </a:solidFill>
                <a:latin typeface="Arial"/>
                <a:ea typeface="Arial"/>
                <a:cs typeface="Arial"/>
              </a:defRPr>
            </a:lvl6pPr>
            <a:lvl7pPr algn="r">
              <a:defRPr sz="975" b="1">
                <a:solidFill>
                  <a:srgbClr val="243537"/>
                </a:solidFill>
                <a:latin typeface="Arial"/>
                <a:ea typeface="Arial"/>
                <a:cs typeface="Arial"/>
              </a:defRPr>
            </a:lvl7pPr>
            <a:lvl8pPr algn="r">
              <a:defRPr sz="975" b="1">
                <a:solidFill>
                  <a:srgbClr val="243537"/>
                </a:solidFill>
                <a:latin typeface="Arial"/>
                <a:ea typeface="Arial"/>
                <a:cs typeface="Arial"/>
              </a:defRPr>
            </a:lvl8pPr>
            <a:lvl9pPr algn="r">
              <a:defRPr sz="975" b="1">
                <a:solidFill>
                  <a:srgbClr val="243537"/>
                </a:solidFill>
                <a:latin typeface="Arial"/>
                <a:ea typeface="Arial"/>
                <a:cs typeface="Arial"/>
              </a:defRPr>
            </a:lvl9pPr>
          </a:lstStyle>
          <a:p>
            <a:pPr algn="r">
              <a:defRPr sz="975" b="1">
                <a:solidFill>
                  <a:srgbClr val="243537"/>
                </a:solidFill>
                <a:latin typeface="Arial"/>
                <a:ea typeface="Arial"/>
                <a:cs typeface="Arial"/>
              </a:defRPr>
            </a:pPr>
            <a:r>
              <a:rPr sz="975" b="1">
                <a:solidFill>
                  <a:srgbClr val="243537"/>
                </a:solidFill>
                <a:latin typeface="Arial"/>
                <a:ea typeface="Arial"/>
                <a:cs typeface="Arial"/>
              </a:rPr>
              <a:t>07</a:t>
            </a:r>
          </a:p>
        </p:txBody>
      </p:sp>
      <p:pic>
        <p:nvPicPr>
          <p:cNvPr id="6" name="Picture 5">
            <a:extLst>
              <a:ext uri="{FF2B5EF4-FFF2-40B4-BE49-F238E27FC236}">
                <a16:creationId xmlns:a16="http://schemas.microsoft.com/office/drawing/2014/main" id="{FD0DF116-732F-40B7-8C33-3809279DB12F}"/>
              </a:ext>
            </a:extLst>
          </p:cNvPr>
          <p:cNvPicPr>
            <a:picLocks noChangeAspect="1"/>
          </p:cNvPicPr>
          <p:nvPr/>
        </p:nvPicPr>
        <p:blipFill>
          <a:blip r:embed="rId3"/>
          <a:srcRect t="14035" b="14035"/>
          <a:stretch>
            <a:fillRect/>
          </a:stretch>
        </p:blipFill>
        <p:spPr>
          <a:xfrm>
            <a:off x="628650" y="1581150"/>
            <a:ext cx="5429250" cy="3905250"/>
          </a:xfrm>
          <a:prstGeom prst="rect">
            <a:avLst/>
          </a:prstGeom>
        </p:spPr>
      </p:pic>
      <p:sp>
        <p:nvSpPr>
          <p:cNvPr id="7" name="Rectangle 6">
            <a:extLst>
              <a:ext uri="{FF2B5EF4-FFF2-40B4-BE49-F238E27FC236}">
                <a16:creationId xmlns:a16="http://schemas.microsoft.com/office/drawing/2014/main" id="{90EEAAF6-E595-43A0-8B35-DADD8FB7E65D}"/>
              </a:ext>
            </a:extLst>
          </p:cNvPr>
          <p:cNvSpPr>
            <a:spLocks noGrp="1"/>
          </p:cNvSpPr>
          <p:nvPr/>
        </p:nvSpPr>
        <p:spPr>
          <a:xfrm>
            <a:off x="6705600" y="1657350"/>
            <a:ext cx="4667250" cy="304800"/>
          </a:xfrm>
          <a:prstGeom prst="rect">
            <a:avLst/>
          </a:prstGeom>
          <a:noFill/>
          <a:ln w="0">
            <a:noFill/>
            <a:prstDash val="solid"/>
          </a:ln>
        </p:spPr>
        <p:txBody>
          <a:bodyPr wrap="square" lIns="0" tIns="0" rIns="0" bIns="0" anchor="ctr">
            <a:normAutofit/>
          </a:bodyPr>
          <a:lstStyle>
            <a:defPPr algn="l">
              <a:defRPr sz="1650" b="1">
                <a:solidFill>
                  <a:srgbClr val="32CDBA"/>
                </a:solidFill>
                <a:latin typeface="Arial"/>
                <a:ea typeface="Arial"/>
                <a:cs typeface="Arial"/>
              </a:defRPr>
            </a:defPPr>
            <a:lvl1pPr algn="l">
              <a:defRPr sz="1650" b="1">
                <a:solidFill>
                  <a:srgbClr val="32CDBA"/>
                </a:solidFill>
                <a:latin typeface="Arial"/>
                <a:ea typeface="Arial"/>
                <a:cs typeface="Arial"/>
              </a:defRPr>
            </a:lvl1pPr>
            <a:lvl2pPr algn="l">
              <a:defRPr sz="1650" b="1">
                <a:solidFill>
                  <a:srgbClr val="32CDBA"/>
                </a:solidFill>
                <a:latin typeface="Arial"/>
                <a:ea typeface="Arial"/>
                <a:cs typeface="Arial"/>
              </a:defRPr>
            </a:lvl2pPr>
            <a:lvl3pPr algn="l">
              <a:defRPr sz="1650" b="1">
                <a:solidFill>
                  <a:srgbClr val="32CDBA"/>
                </a:solidFill>
                <a:latin typeface="Arial"/>
                <a:ea typeface="Arial"/>
                <a:cs typeface="Arial"/>
              </a:defRPr>
            </a:lvl3pPr>
            <a:lvl4pPr algn="l">
              <a:defRPr sz="1650" b="1">
                <a:solidFill>
                  <a:srgbClr val="32CDBA"/>
                </a:solidFill>
                <a:latin typeface="Arial"/>
                <a:ea typeface="Arial"/>
                <a:cs typeface="Arial"/>
              </a:defRPr>
            </a:lvl4pPr>
            <a:lvl5pPr algn="l">
              <a:defRPr sz="1650" b="1">
                <a:solidFill>
                  <a:srgbClr val="32CDBA"/>
                </a:solidFill>
                <a:latin typeface="Arial"/>
                <a:ea typeface="Arial"/>
                <a:cs typeface="Arial"/>
              </a:defRPr>
            </a:lvl5pPr>
            <a:lvl6pPr algn="l">
              <a:defRPr sz="1650" b="1">
                <a:solidFill>
                  <a:srgbClr val="32CDBA"/>
                </a:solidFill>
                <a:latin typeface="Arial"/>
                <a:ea typeface="Arial"/>
                <a:cs typeface="Arial"/>
              </a:defRPr>
            </a:lvl6pPr>
            <a:lvl7pPr algn="l">
              <a:defRPr sz="1650" b="1">
                <a:solidFill>
                  <a:srgbClr val="32CDBA"/>
                </a:solidFill>
                <a:latin typeface="Arial"/>
                <a:ea typeface="Arial"/>
                <a:cs typeface="Arial"/>
              </a:defRPr>
            </a:lvl7pPr>
            <a:lvl8pPr algn="l">
              <a:defRPr sz="1650" b="1">
                <a:solidFill>
                  <a:srgbClr val="32CDBA"/>
                </a:solidFill>
                <a:latin typeface="Arial"/>
                <a:ea typeface="Arial"/>
                <a:cs typeface="Arial"/>
              </a:defRPr>
            </a:lvl8pPr>
            <a:lvl9pPr algn="l">
              <a:defRPr sz="1650" b="1">
                <a:solidFill>
                  <a:srgbClr val="32CDBA"/>
                </a:solidFill>
                <a:latin typeface="Arial"/>
                <a:ea typeface="Arial"/>
                <a:cs typeface="Arial"/>
              </a:defRPr>
            </a:lvl9pPr>
          </a:lstStyle>
          <a:p>
            <a:pPr algn="l">
              <a:defRPr sz="1650" b="1">
                <a:solidFill>
                  <a:srgbClr val="32CDBA"/>
                </a:solidFill>
                <a:latin typeface="Arial"/>
                <a:ea typeface="Arial"/>
                <a:cs typeface="Arial"/>
              </a:defRPr>
            </a:pPr>
            <a:r>
              <a:rPr sz="1650" b="1">
                <a:solidFill>
                  <a:srgbClr val="32CDBA"/>
                </a:solidFill>
                <a:latin typeface="Arial"/>
                <a:ea typeface="Arial"/>
                <a:cs typeface="Arial"/>
              </a:rPr>
              <a:t>A single-stage detector</a:t>
            </a:r>
          </a:p>
        </p:txBody>
      </p:sp>
      <p:sp>
        <p:nvSpPr>
          <p:cNvPr id="8" name="Rectangle 7">
            <a:extLst>
              <a:ext uri="{FF2B5EF4-FFF2-40B4-BE49-F238E27FC236}">
                <a16:creationId xmlns:a16="http://schemas.microsoft.com/office/drawing/2014/main" id="{2337EF96-B35E-48ED-95F0-F0F15B34F70F}"/>
              </a:ext>
            </a:extLst>
          </p:cNvPr>
          <p:cNvSpPr>
            <a:spLocks noGrp="1"/>
          </p:cNvSpPr>
          <p:nvPr/>
        </p:nvSpPr>
        <p:spPr>
          <a:xfrm>
            <a:off x="6705600" y="2066925"/>
            <a:ext cx="4667250" cy="685800"/>
          </a:xfrm>
          <a:prstGeom prst="rect">
            <a:avLst/>
          </a:prstGeom>
          <a:noFill/>
          <a:ln w="0">
            <a:noFill/>
            <a:prstDash val="solid"/>
          </a:ln>
        </p:spPr>
        <p:txBody>
          <a:bodyPr wrap="square" lIns="0" tIns="0" rIns="0" bIns="0" anchor="ctr">
            <a:normAutofit/>
          </a:bodyPr>
          <a:lstStyle>
            <a:defPPr algn="l">
              <a:defRPr sz="1575" b="0">
                <a:solidFill>
                  <a:srgbClr val="10191A"/>
                </a:solidFill>
                <a:latin typeface="Arial"/>
                <a:ea typeface="Arial"/>
                <a:cs typeface="Arial"/>
              </a:defRPr>
            </a:defPPr>
            <a:lvl1pPr algn="l">
              <a:defRPr sz="1575" b="0">
                <a:solidFill>
                  <a:srgbClr val="10191A"/>
                </a:solidFill>
                <a:latin typeface="Arial"/>
                <a:ea typeface="Arial"/>
                <a:cs typeface="Arial"/>
              </a:defRPr>
            </a:lvl1pPr>
            <a:lvl2pPr algn="l">
              <a:defRPr sz="1575" b="0">
                <a:solidFill>
                  <a:srgbClr val="10191A"/>
                </a:solidFill>
                <a:latin typeface="Arial"/>
                <a:ea typeface="Arial"/>
                <a:cs typeface="Arial"/>
              </a:defRPr>
            </a:lvl2pPr>
            <a:lvl3pPr algn="l">
              <a:defRPr sz="1575" b="0">
                <a:solidFill>
                  <a:srgbClr val="10191A"/>
                </a:solidFill>
                <a:latin typeface="Arial"/>
                <a:ea typeface="Arial"/>
                <a:cs typeface="Arial"/>
              </a:defRPr>
            </a:lvl3pPr>
            <a:lvl4pPr algn="l">
              <a:defRPr sz="1575" b="0">
                <a:solidFill>
                  <a:srgbClr val="10191A"/>
                </a:solidFill>
                <a:latin typeface="Arial"/>
                <a:ea typeface="Arial"/>
                <a:cs typeface="Arial"/>
              </a:defRPr>
            </a:lvl4pPr>
            <a:lvl5pPr algn="l">
              <a:defRPr sz="1575" b="0">
                <a:solidFill>
                  <a:srgbClr val="10191A"/>
                </a:solidFill>
                <a:latin typeface="Arial"/>
                <a:ea typeface="Arial"/>
                <a:cs typeface="Arial"/>
              </a:defRPr>
            </a:lvl5pPr>
            <a:lvl6pPr algn="l">
              <a:defRPr sz="1575" b="0">
                <a:solidFill>
                  <a:srgbClr val="10191A"/>
                </a:solidFill>
                <a:latin typeface="Arial"/>
                <a:ea typeface="Arial"/>
                <a:cs typeface="Arial"/>
              </a:defRPr>
            </a:lvl6pPr>
            <a:lvl7pPr algn="l">
              <a:defRPr sz="1575" b="0">
                <a:solidFill>
                  <a:srgbClr val="10191A"/>
                </a:solidFill>
                <a:latin typeface="Arial"/>
                <a:ea typeface="Arial"/>
                <a:cs typeface="Arial"/>
              </a:defRPr>
            </a:lvl7pPr>
            <a:lvl8pPr algn="l">
              <a:defRPr sz="1575" b="0">
                <a:solidFill>
                  <a:srgbClr val="10191A"/>
                </a:solidFill>
                <a:latin typeface="Arial"/>
                <a:ea typeface="Arial"/>
                <a:cs typeface="Arial"/>
              </a:defRPr>
            </a:lvl8pPr>
            <a:lvl9pPr algn="l">
              <a:defRPr sz="1575" b="0">
                <a:solidFill>
                  <a:srgbClr val="10191A"/>
                </a:solidFill>
                <a:latin typeface="Arial"/>
                <a:ea typeface="Arial"/>
                <a:cs typeface="Arial"/>
              </a:defRPr>
            </a:lvl9pPr>
          </a:lstStyle>
          <a:p>
            <a:pPr algn="l">
              <a:defRPr sz="1575" b="0">
                <a:solidFill>
                  <a:srgbClr val="10191A"/>
                </a:solidFill>
                <a:latin typeface="Arial"/>
                <a:ea typeface="Arial"/>
                <a:cs typeface="Arial"/>
              </a:defRPr>
            </a:pPr>
            <a:r>
              <a:rPr sz="1575" b="0">
                <a:solidFill>
                  <a:srgbClr val="10191A"/>
                </a:solidFill>
                <a:latin typeface="Arial"/>
                <a:ea typeface="Arial"/>
                <a:cs typeface="Arial"/>
              </a:rPr>
              <a:t>Predicts object locations and classes in one inference pass, which fits a live-monitoring workflow.</a:t>
            </a:r>
          </a:p>
        </p:txBody>
      </p:sp>
      <p:sp>
        <p:nvSpPr>
          <p:cNvPr id="9" name="Rectangle 8">
            <a:extLst>
              <a:ext uri="{FF2B5EF4-FFF2-40B4-BE49-F238E27FC236}">
                <a16:creationId xmlns:a16="http://schemas.microsoft.com/office/drawing/2014/main" id="{64C4485B-CBBD-49E7-A4D6-F57CD983D555}"/>
              </a:ext>
            </a:extLst>
          </p:cNvPr>
          <p:cNvSpPr>
            <a:spLocks noGrp="1"/>
          </p:cNvSpPr>
          <p:nvPr/>
        </p:nvSpPr>
        <p:spPr>
          <a:xfrm>
            <a:off x="6705600" y="3067050"/>
            <a:ext cx="4667250" cy="304800"/>
          </a:xfrm>
          <a:prstGeom prst="rect">
            <a:avLst/>
          </a:prstGeom>
          <a:noFill/>
          <a:ln w="0">
            <a:noFill/>
            <a:prstDash val="solid"/>
          </a:ln>
        </p:spPr>
        <p:txBody>
          <a:bodyPr wrap="square" lIns="0" tIns="0" rIns="0" bIns="0" anchor="ctr">
            <a:normAutofit/>
          </a:bodyPr>
          <a:lstStyle>
            <a:defPPr algn="l">
              <a:defRPr sz="1650" b="1">
                <a:solidFill>
                  <a:srgbClr val="32CDBA"/>
                </a:solidFill>
                <a:latin typeface="Arial"/>
                <a:ea typeface="Arial"/>
                <a:cs typeface="Arial"/>
              </a:defRPr>
            </a:defPPr>
            <a:lvl1pPr algn="l">
              <a:defRPr sz="1650" b="1">
                <a:solidFill>
                  <a:srgbClr val="32CDBA"/>
                </a:solidFill>
                <a:latin typeface="Arial"/>
                <a:ea typeface="Arial"/>
                <a:cs typeface="Arial"/>
              </a:defRPr>
            </a:lvl1pPr>
            <a:lvl2pPr algn="l">
              <a:defRPr sz="1650" b="1">
                <a:solidFill>
                  <a:srgbClr val="32CDBA"/>
                </a:solidFill>
                <a:latin typeface="Arial"/>
                <a:ea typeface="Arial"/>
                <a:cs typeface="Arial"/>
              </a:defRPr>
            </a:lvl2pPr>
            <a:lvl3pPr algn="l">
              <a:defRPr sz="1650" b="1">
                <a:solidFill>
                  <a:srgbClr val="32CDBA"/>
                </a:solidFill>
                <a:latin typeface="Arial"/>
                <a:ea typeface="Arial"/>
                <a:cs typeface="Arial"/>
              </a:defRPr>
            </a:lvl3pPr>
            <a:lvl4pPr algn="l">
              <a:defRPr sz="1650" b="1">
                <a:solidFill>
                  <a:srgbClr val="32CDBA"/>
                </a:solidFill>
                <a:latin typeface="Arial"/>
                <a:ea typeface="Arial"/>
                <a:cs typeface="Arial"/>
              </a:defRPr>
            </a:lvl4pPr>
            <a:lvl5pPr algn="l">
              <a:defRPr sz="1650" b="1">
                <a:solidFill>
                  <a:srgbClr val="32CDBA"/>
                </a:solidFill>
                <a:latin typeface="Arial"/>
                <a:ea typeface="Arial"/>
                <a:cs typeface="Arial"/>
              </a:defRPr>
            </a:lvl5pPr>
            <a:lvl6pPr algn="l">
              <a:defRPr sz="1650" b="1">
                <a:solidFill>
                  <a:srgbClr val="32CDBA"/>
                </a:solidFill>
                <a:latin typeface="Arial"/>
                <a:ea typeface="Arial"/>
                <a:cs typeface="Arial"/>
              </a:defRPr>
            </a:lvl6pPr>
            <a:lvl7pPr algn="l">
              <a:defRPr sz="1650" b="1">
                <a:solidFill>
                  <a:srgbClr val="32CDBA"/>
                </a:solidFill>
                <a:latin typeface="Arial"/>
                <a:ea typeface="Arial"/>
                <a:cs typeface="Arial"/>
              </a:defRPr>
            </a:lvl7pPr>
            <a:lvl8pPr algn="l">
              <a:defRPr sz="1650" b="1">
                <a:solidFill>
                  <a:srgbClr val="32CDBA"/>
                </a:solidFill>
                <a:latin typeface="Arial"/>
                <a:ea typeface="Arial"/>
                <a:cs typeface="Arial"/>
              </a:defRPr>
            </a:lvl8pPr>
            <a:lvl9pPr algn="l">
              <a:defRPr sz="1650" b="1">
                <a:solidFill>
                  <a:srgbClr val="32CDBA"/>
                </a:solidFill>
                <a:latin typeface="Arial"/>
                <a:ea typeface="Arial"/>
                <a:cs typeface="Arial"/>
              </a:defRPr>
            </a:lvl9pPr>
          </a:lstStyle>
          <a:p>
            <a:pPr algn="l">
              <a:defRPr sz="1650" b="1">
                <a:solidFill>
                  <a:srgbClr val="32CDBA"/>
                </a:solidFill>
                <a:latin typeface="Arial"/>
                <a:ea typeface="Arial"/>
                <a:cs typeface="Arial"/>
              </a:defRPr>
            </a:pPr>
            <a:r>
              <a:rPr sz="1650" b="1">
                <a:solidFill>
                  <a:srgbClr val="32CDBA"/>
                </a:solidFill>
                <a:latin typeface="Arial"/>
                <a:ea typeface="Arial"/>
                <a:cs typeface="Arial"/>
              </a:rPr>
              <a:t>Small model variant</a:t>
            </a:r>
          </a:p>
        </p:txBody>
      </p:sp>
      <p:sp>
        <p:nvSpPr>
          <p:cNvPr id="10" name="Rectangle 9">
            <a:extLst>
              <a:ext uri="{FF2B5EF4-FFF2-40B4-BE49-F238E27FC236}">
                <a16:creationId xmlns:a16="http://schemas.microsoft.com/office/drawing/2014/main" id="{82478562-2D99-4B6E-9CC6-789C2717F658}"/>
              </a:ext>
            </a:extLst>
          </p:cNvPr>
          <p:cNvSpPr>
            <a:spLocks noGrp="1"/>
          </p:cNvSpPr>
          <p:nvPr/>
        </p:nvSpPr>
        <p:spPr>
          <a:xfrm>
            <a:off x="6705600" y="3476625"/>
            <a:ext cx="4667250" cy="923925"/>
          </a:xfrm>
          <a:prstGeom prst="rect">
            <a:avLst/>
          </a:prstGeom>
          <a:noFill/>
          <a:ln w="0">
            <a:noFill/>
            <a:prstDash val="solid"/>
          </a:ln>
        </p:spPr>
        <p:txBody>
          <a:bodyPr wrap="square" lIns="0" tIns="0" rIns="0" bIns="0" anchor="ctr">
            <a:normAutofit/>
          </a:bodyPr>
          <a:lstStyle>
            <a:defPPr algn="l">
              <a:defRPr sz="1425" b="0">
                <a:solidFill>
                  <a:srgbClr val="10191A"/>
                </a:solidFill>
                <a:latin typeface="Arial"/>
                <a:ea typeface="Arial"/>
                <a:cs typeface="Arial"/>
              </a:defRPr>
            </a:defPPr>
            <a:lvl1pPr algn="l">
              <a:defRPr sz="1425" b="0">
                <a:solidFill>
                  <a:srgbClr val="10191A"/>
                </a:solidFill>
                <a:latin typeface="Arial"/>
                <a:ea typeface="Arial"/>
                <a:cs typeface="Arial"/>
              </a:defRPr>
            </a:lvl1pPr>
            <a:lvl2pPr algn="l">
              <a:defRPr sz="1425" b="0">
                <a:solidFill>
                  <a:srgbClr val="10191A"/>
                </a:solidFill>
                <a:latin typeface="Arial"/>
                <a:ea typeface="Arial"/>
                <a:cs typeface="Arial"/>
              </a:defRPr>
            </a:lvl2pPr>
            <a:lvl3pPr algn="l">
              <a:defRPr sz="1425" b="0">
                <a:solidFill>
                  <a:srgbClr val="10191A"/>
                </a:solidFill>
                <a:latin typeface="Arial"/>
                <a:ea typeface="Arial"/>
                <a:cs typeface="Arial"/>
              </a:defRPr>
            </a:lvl3pPr>
            <a:lvl4pPr algn="l">
              <a:defRPr sz="1425" b="0">
                <a:solidFill>
                  <a:srgbClr val="10191A"/>
                </a:solidFill>
                <a:latin typeface="Arial"/>
                <a:ea typeface="Arial"/>
                <a:cs typeface="Arial"/>
              </a:defRPr>
            </a:lvl4pPr>
            <a:lvl5pPr algn="l">
              <a:defRPr sz="1425" b="0">
                <a:solidFill>
                  <a:srgbClr val="10191A"/>
                </a:solidFill>
                <a:latin typeface="Arial"/>
                <a:ea typeface="Arial"/>
                <a:cs typeface="Arial"/>
              </a:defRPr>
            </a:lvl5pPr>
            <a:lvl6pPr algn="l">
              <a:defRPr sz="1425" b="0">
                <a:solidFill>
                  <a:srgbClr val="10191A"/>
                </a:solidFill>
                <a:latin typeface="Arial"/>
                <a:ea typeface="Arial"/>
                <a:cs typeface="Arial"/>
              </a:defRPr>
            </a:lvl6pPr>
            <a:lvl7pPr algn="l">
              <a:defRPr sz="1425" b="0">
                <a:solidFill>
                  <a:srgbClr val="10191A"/>
                </a:solidFill>
                <a:latin typeface="Arial"/>
                <a:ea typeface="Arial"/>
                <a:cs typeface="Arial"/>
              </a:defRPr>
            </a:lvl7pPr>
            <a:lvl8pPr algn="l">
              <a:defRPr sz="1425" b="0">
                <a:solidFill>
                  <a:srgbClr val="10191A"/>
                </a:solidFill>
                <a:latin typeface="Arial"/>
                <a:ea typeface="Arial"/>
                <a:cs typeface="Arial"/>
              </a:defRPr>
            </a:lvl8pPr>
            <a:lvl9pPr algn="l">
              <a:defRPr sz="1425" b="0">
                <a:solidFill>
                  <a:srgbClr val="10191A"/>
                </a:solidFill>
                <a:latin typeface="Arial"/>
                <a:ea typeface="Arial"/>
                <a:cs typeface="Arial"/>
              </a:defRPr>
            </a:lvl9pPr>
          </a:lstStyle>
          <a:p>
            <a:pPr algn="l">
              <a:defRPr sz="1425" b="0">
                <a:solidFill>
                  <a:srgbClr val="10191A"/>
                </a:solidFill>
                <a:latin typeface="Arial"/>
                <a:ea typeface="Arial"/>
                <a:cs typeface="Arial"/>
              </a:defRPr>
            </a:pPr>
            <a:r>
              <a:rPr sz="1425" b="0">
                <a:solidFill>
                  <a:srgbClr val="10191A"/>
                </a:solidFill>
                <a:latin typeface="Arial"/>
                <a:ea typeface="Arial"/>
                <a:cs typeface="Arial"/>
              </a:rPr>
              <a:t>YOLO11s offers a practical size for local experimentation. The project did not run a controlled benchmark against every model family.</a:t>
            </a:r>
          </a:p>
        </p:txBody>
      </p:sp>
      <p:sp>
        <p:nvSpPr>
          <p:cNvPr id="11" name="Rectangle 10">
            <a:extLst>
              <a:ext uri="{FF2B5EF4-FFF2-40B4-BE49-F238E27FC236}">
                <a16:creationId xmlns:a16="http://schemas.microsoft.com/office/drawing/2014/main" id="{3C0CB569-8718-443C-B2BF-B7F35B8A8683}"/>
              </a:ext>
            </a:extLst>
          </p:cNvPr>
          <p:cNvSpPr>
            <a:spLocks noGrp="1"/>
          </p:cNvSpPr>
          <p:nvPr/>
        </p:nvSpPr>
        <p:spPr>
          <a:xfrm>
            <a:off x="6705600" y="4714875"/>
            <a:ext cx="4667250" cy="304800"/>
          </a:xfrm>
          <a:prstGeom prst="rect">
            <a:avLst/>
          </a:prstGeom>
          <a:noFill/>
          <a:ln w="0">
            <a:noFill/>
            <a:prstDash val="solid"/>
          </a:ln>
        </p:spPr>
        <p:txBody>
          <a:bodyPr wrap="square" lIns="0" tIns="0" rIns="0" bIns="0" anchor="ctr">
            <a:normAutofit/>
          </a:bodyPr>
          <a:lstStyle>
            <a:defPPr algn="l">
              <a:defRPr sz="1650" b="1">
                <a:solidFill>
                  <a:srgbClr val="32CDBA"/>
                </a:solidFill>
                <a:latin typeface="Arial"/>
                <a:ea typeface="Arial"/>
                <a:cs typeface="Arial"/>
              </a:defRPr>
            </a:defPPr>
            <a:lvl1pPr algn="l">
              <a:defRPr sz="1650" b="1">
                <a:solidFill>
                  <a:srgbClr val="32CDBA"/>
                </a:solidFill>
                <a:latin typeface="Arial"/>
                <a:ea typeface="Arial"/>
                <a:cs typeface="Arial"/>
              </a:defRPr>
            </a:lvl1pPr>
            <a:lvl2pPr algn="l">
              <a:defRPr sz="1650" b="1">
                <a:solidFill>
                  <a:srgbClr val="32CDBA"/>
                </a:solidFill>
                <a:latin typeface="Arial"/>
                <a:ea typeface="Arial"/>
                <a:cs typeface="Arial"/>
              </a:defRPr>
            </a:lvl2pPr>
            <a:lvl3pPr algn="l">
              <a:defRPr sz="1650" b="1">
                <a:solidFill>
                  <a:srgbClr val="32CDBA"/>
                </a:solidFill>
                <a:latin typeface="Arial"/>
                <a:ea typeface="Arial"/>
                <a:cs typeface="Arial"/>
              </a:defRPr>
            </a:lvl3pPr>
            <a:lvl4pPr algn="l">
              <a:defRPr sz="1650" b="1">
                <a:solidFill>
                  <a:srgbClr val="32CDBA"/>
                </a:solidFill>
                <a:latin typeface="Arial"/>
                <a:ea typeface="Arial"/>
                <a:cs typeface="Arial"/>
              </a:defRPr>
            </a:lvl4pPr>
            <a:lvl5pPr algn="l">
              <a:defRPr sz="1650" b="1">
                <a:solidFill>
                  <a:srgbClr val="32CDBA"/>
                </a:solidFill>
                <a:latin typeface="Arial"/>
                <a:ea typeface="Arial"/>
                <a:cs typeface="Arial"/>
              </a:defRPr>
            </a:lvl5pPr>
            <a:lvl6pPr algn="l">
              <a:defRPr sz="1650" b="1">
                <a:solidFill>
                  <a:srgbClr val="32CDBA"/>
                </a:solidFill>
                <a:latin typeface="Arial"/>
                <a:ea typeface="Arial"/>
                <a:cs typeface="Arial"/>
              </a:defRPr>
            </a:lvl6pPr>
            <a:lvl7pPr algn="l">
              <a:defRPr sz="1650" b="1">
                <a:solidFill>
                  <a:srgbClr val="32CDBA"/>
                </a:solidFill>
                <a:latin typeface="Arial"/>
                <a:ea typeface="Arial"/>
                <a:cs typeface="Arial"/>
              </a:defRPr>
            </a:lvl7pPr>
            <a:lvl8pPr algn="l">
              <a:defRPr sz="1650" b="1">
                <a:solidFill>
                  <a:srgbClr val="32CDBA"/>
                </a:solidFill>
                <a:latin typeface="Arial"/>
                <a:ea typeface="Arial"/>
                <a:cs typeface="Arial"/>
              </a:defRPr>
            </a:lvl8pPr>
            <a:lvl9pPr algn="l">
              <a:defRPr sz="1650" b="1">
                <a:solidFill>
                  <a:srgbClr val="32CDBA"/>
                </a:solidFill>
                <a:latin typeface="Arial"/>
                <a:ea typeface="Arial"/>
                <a:cs typeface="Arial"/>
              </a:defRPr>
            </a:lvl9pPr>
          </a:lstStyle>
          <a:p>
            <a:pPr algn="l">
              <a:defRPr sz="1650" b="1">
                <a:solidFill>
                  <a:srgbClr val="32CDBA"/>
                </a:solidFill>
                <a:latin typeface="Arial"/>
                <a:ea typeface="Arial"/>
                <a:cs typeface="Arial"/>
              </a:defRPr>
            </a:pPr>
            <a:r>
              <a:rPr sz="1650" b="1">
                <a:solidFill>
                  <a:srgbClr val="32CDBA"/>
                </a:solidFill>
                <a:latin typeface="Arial"/>
                <a:ea typeface="Arial"/>
                <a:cs typeface="Arial"/>
              </a:rPr>
              <a:t>Transfer learning</a:t>
            </a:r>
          </a:p>
        </p:txBody>
      </p:sp>
      <p:sp>
        <p:nvSpPr>
          <p:cNvPr id="12" name="Rectangle 11">
            <a:extLst>
              <a:ext uri="{FF2B5EF4-FFF2-40B4-BE49-F238E27FC236}">
                <a16:creationId xmlns:a16="http://schemas.microsoft.com/office/drawing/2014/main" id="{041955D1-A025-4DB4-BF11-274BA8EF114B}"/>
              </a:ext>
            </a:extLst>
          </p:cNvPr>
          <p:cNvSpPr>
            <a:spLocks noGrp="1"/>
          </p:cNvSpPr>
          <p:nvPr/>
        </p:nvSpPr>
        <p:spPr>
          <a:xfrm>
            <a:off x="6705600" y="5124450"/>
            <a:ext cx="4667250" cy="714375"/>
          </a:xfrm>
          <a:prstGeom prst="rect">
            <a:avLst/>
          </a:prstGeom>
          <a:noFill/>
          <a:ln w="0">
            <a:noFill/>
            <a:prstDash val="solid"/>
          </a:ln>
        </p:spPr>
        <p:txBody>
          <a:bodyPr wrap="square" lIns="0" tIns="0" rIns="0" bIns="0" anchor="ctr">
            <a:normAutofit/>
          </a:bodyPr>
          <a:lstStyle>
            <a:defPPr algn="l">
              <a:defRPr sz="1425" b="0">
                <a:solidFill>
                  <a:srgbClr val="10191A"/>
                </a:solidFill>
                <a:latin typeface="Arial"/>
                <a:ea typeface="Arial"/>
                <a:cs typeface="Arial"/>
              </a:defRPr>
            </a:defPPr>
            <a:lvl1pPr algn="l">
              <a:defRPr sz="1425" b="0">
                <a:solidFill>
                  <a:srgbClr val="10191A"/>
                </a:solidFill>
                <a:latin typeface="Arial"/>
                <a:ea typeface="Arial"/>
                <a:cs typeface="Arial"/>
              </a:defRPr>
            </a:lvl1pPr>
            <a:lvl2pPr algn="l">
              <a:defRPr sz="1425" b="0">
                <a:solidFill>
                  <a:srgbClr val="10191A"/>
                </a:solidFill>
                <a:latin typeface="Arial"/>
                <a:ea typeface="Arial"/>
                <a:cs typeface="Arial"/>
              </a:defRPr>
            </a:lvl2pPr>
            <a:lvl3pPr algn="l">
              <a:defRPr sz="1425" b="0">
                <a:solidFill>
                  <a:srgbClr val="10191A"/>
                </a:solidFill>
                <a:latin typeface="Arial"/>
                <a:ea typeface="Arial"/>
                <a:cs typeface="Arial"/>
              </a:defRPr>
            </a:lvl3pPr>
            <a:lvl4pPr algn="l">
              <a:defRPr sz="1425" b="0">
                <a:solidFill>
                  <a:srgbClr val="10191A"/>
                </a:solidFill>
                <a:latin typeface="Arial"/>
                <a:ea typeface="Arial"/>
                <a:cs typeface="Arial"/>
              </a:defRPr>
            </a:lvl4pPr>
            <a:lvl5pPr algn="l">
              <a:defRPr sz="1425" b="0">
                <a:solidFill>
                  <a:srgbClr val="10191A"/>
                </a:solidFill>
                <a:latin typeface="Arial"/>
                <a:ea typeface="Arial"/>
                <a:cs typeface="Arial"/>
              </a:defRPr>
            </a:lvl5pPr>
            <a:lvl6pPr algn="l">
              <a:defRPr sz="1425" b="0">
                <a:solidFill>
                  <a:srgbClr val="10191A"/>
                </a:solidFill>
                <a:latin typeface="Arial"/>
                <a:ea typeface="Arial"/>
                <a:cs typeface="Arial"/>
              </a:defRPr>
            </a:lvl6pPr>
            <a:lvl7pPr algn="l">
              <a:defRPr sz="1425" b="0">
                <a:solidFill>
                  <a:srgbClr val="10191A"/>
                </a:solidFill>
                <a:latin typeface="Arial"/>
                <a:ea typeface="Arial"/>
                <a:cs typeface="Arial"/>
              </a:defRPr>
            </a:lvl7pPr>
            <a:lvl8pPr algn="l">
              <a:defRPr sz="1425" b="0">
                <a:solidFill>
                  <a:srgbClr val="10191A"/>
                </a:solidFill>
                <a:latin typeface="Arial"/>
                <a:ea typeface="Arial"/>
                <a:cs typeface="Arial"/>
              </a:defRPr>
            </a:lvl8pPr>
            <a:lvl9pPr algn="l">
              <a:defRPr sz="1425" b="0">
                <a:solidFill>
                  <a:srgbClr val="10191A"/>
                </a:solidFill>
                <a:latin typeface="Arial"/>
                <a:ea typeface="Arial"/>
                <a:cs typeface="Arial"/>
              </a:defRPr>
            </a:lvl9pPr>
          </a:lstStyle>
          <a:p>
            <a:pPr algn="l">
              <a:defRPr sz="1425" b="0">
                <a:solidFill>
                  <a:srgbClr val="10191A"/>
                </a:solidFill>
                <a:latin typeface="Arial"/>
                <a:ea typeface="Arial"/>
                <a:cs typeface="Arial"/>
              </a:defRPr>
            </a:pPr>
            <a:r>
              <a:rPr sz="1425" b="0">
                <a:solidFill>
                  <a:srgbClr val="10191A"/>
                </a:solidFill>
                <a:latin typeface="Arial"/>
                <a:ea typeface="Arial"/>
                <a:cs typeface="Arial"/>
              </a:rPr>
              <a:t>Pretrained weights provide a starting point, then training adapts the detector to the construction-safety labels.</a:t>
            </a:r>
          </a:p>
        </p:txBody>
      </p:sp>
    </p:spTree>
    <p:extLst>
      <p:ext uri="{BB962C8B-B14F-4D97-AF65-F5344CB8AC3E}">
        <p14:creationId xmlns:p14="http://schemas.microsoft.com/office/powerpoint/2010/main" val="19013437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1E8"/>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FEEFB5A4-F515-44FD-B45B-CB3AF3BA848C}"/>
              </a:ext>
            </a:extLst>
          </p:cNvPr>
          <p:cNvSpPr>
            <a:spLocks noGrp="1"/>
          </p:cNvSpPr>
          <p:nvPr/>
        </p:nvSpPr>
        <p:spPr>
          <a:xfrm>
            <a:off x="0" y="0"/>
            <a:ext cx="133350" cy="6858000"/>
          </a:xfrm>
          <a:prstGeom prst="rect">
            <a:avLst/>
          </a:prstGeom>
          <a:solidFill>
            <a:srgbClr val="C6F36B"/>
          </a:solidFill>
          <a:ln w="0">
            <a:noFill/>
            <a:prstDash val="solid"/>
          </a:ln>
        </p:spPr>
        <p:txBody>
          <a:bodyPr/>
          <a:lstStyle/>
          <a:p>
            <a:endParaRPr lang="en-IN"/>
          </a:p>
        </p:txBody>
      </p:sp>
      <p:sp>
        <p:nvSpPr>
          <p:cNvPr id="2" name="Rectangle 1">
            <a:extLst>
              <a:ext uri="{FF2B5EF4-FFF2-40B4-BE49-F238E27FC236}">
                <a16:creationId xmlns:a16="http://schemas.microsoft.com/office/drawing/2014/main" id="{C040437B-0E90-41FA-A8BB-9B48C0DC092D}"/>
              </a:ext>
            </a:extLst>
          </p:cNvPr>
          <p:cNvSpPr>
            <a:spLocks noGrp="1"/>
          </p:cNvSpPr>
          <p:nvPr/>
        </p:nvSpPr>
        <p:spPr>
          <a:xfrm>
            <a:off x="590550" y="285750"/>
            <a:ext cx="8572500" cy="219075"/>
          </a:xfrm>
          <a:prstGeom prst="rect">
            <a:avLst/>
          </a:prstGeom>
          <a:noFill/>
          <a:ln w="0">
            <a:noFill/>
            <a:prstDash val="solid"/>
          </a:ln>
        </p:spPr>
        <p:txBody>
          <a:bodyPr wrap="square" lIns="0" tIns="0" rIns="0" bIns="0" anchor="ctr">
            <a:normAutofit/>
          </a:bodyPr>
          <a:lstStyle>
            <a:defPPr algn="l">
              <a:defRPr sz="1050" b="1">
                <a:solidFill>
                  <a:srgbClr val="243537"/>
                </a:solidFill>
                <a:latin typeface="Arial"/>
                <a:ea typeface="Arial"/>
                <a:cs typeface="Arial"/>
              </a:defRPr>
            </a:defPPr>
            <a:lvl1pPr algn="l">
              <a:defRPr sz="1050" b="1">
                <a:solidFill>
                  <a:srgbClr val="243537"/>
                </a:solidFill>
                <a:latin typeface="Arial"/>
                <a:ea typeface="Arial"/>
                <a:cs typeface="Arial"/>
              </a:defRPr>
            </a:lvl1pPr>
            <a:lvl2pPr algn="l">
              <a:defRPr sz="1050" b="1">
                <a:solidFill>
                  <a:srgbClr val="243537"/>
                </a:solidFill>
                <a:latin typeface="Arial"/>
                <a:ea typeface="Arial"/>
                <a:cs typeface="Arial"/>
              </a:defRPr>
            </a:lvl2pPr>
            <a:lvl3pPr algn="l">
              <a:defRPr sz="1050" b="1">
                <a:solidFill>
                  <a:srgbClr val="243537"/>
                </a:solidFill>
                <a:latin typeface="Arial"/>
                <a:ea typeface="Arial"/>
                <a:cs typeface="Arial"/>
              </a:defRPr>
            </a:lvl3pPr>
            <a:lvl4pPr algn="l">
              <a:defRPr sz="1050" b="1">
                <a:solidFill>
                  <a:srgbClr val="243537"/>
                </a:solidFill>
                <a:latin typeface="Arial"/>
                <a:ea typeface="Arial"/>
                <a:cs typeface="Arial"/>
              </a:defRPr>
            </a:lvl4pPr>
            <a:lvl5pPr algn="l">
              <a:defRPr sz="1050" b="1">
                <a:solidFill>
                  <a:srgbClr val="243537"/>
                </a:solidFill>
                <a:latin typeface="Arial"/>
                <a:ea typeface="Arial"/>
                <a:cs typeface="Arial"/>
              </a:defRPr>
            </a:lvl5pPr>
            <a:lvl6pPr algn="l">
              <a:defRPr sz="1050" b="1">
                <a:solidFill>
                  <a:srgbClr val="243537"/>
                </a:solidFill>
                <a:latin typeface="Arial"/>
                <a:ea typeface="Arial"/>
                <a:cs typeface="Arial"/>
              </a:defRPr>
            </a:lvl6pPr>
            <a:lvl7pPr algn="l">
              <a:defRPr sz="1050" b="1">
                <a:solidFill>
                  <a:srgbClr val="243537"/>
                </a:solidFill>
                <a:latin typeface="Arial"/>
                <a:ea typeface="Arial"/>
                <a:cs typeface="Arial"/>
              </a:defRPr>
            </a:lvl7pPr>
            <a:lvl8pPr algn="l">
              <a:defRPr sz="1050" b="1">
                <a:solidFill>
                  <a:srgbClr val="243537"/>
                </a:solidFill>
                <a:latin typeface="Arial"/>
                <a:ea typeface="Arial"/>
                <a:cs typeface="Arial"/>
              </a:defRPr>
            </a:lvl8pPr>
            <a:lvl9pPr algn="l">
              <a:defRPr sz="1050" b="1">
                <a:solidFill>
                  <a:srgbClr val="243537"/>
                </a:solidFill>
                <a:latin typeface="Arial"/>
                <a:ea typeface="Arial"/>
                <a:cs typeface="Arial"/>
              </a:defRPr>
            </a:lvl9pPr>
          </a:lstStyle>
          <a:p>
            <a:pPr algn="l">
              <a:defRPr sz="1050" b="1">
                <a:solidFill>
                  <a:srgbClr val="243537"/>
                </a:solidFill>
                <a:latin typeface="Arial"/>
                <a:ea typeface="Arial"/>
                <a:cs typeface="Arial"/>
              </a:defRPr>
            </a:pPr>
            <a:r>
              <a:rPr sz="1050" b="1">
                <a:solidFill>
                  <a:srgbClr val="243537"/>
                </a:solidFill>
                <a:latin typeface="Arial"/>
                <a:ea typeface="Arial"/>
                <a:cs typeface="Arial"/>
              </a:rPr>
              <a:t>06  /  EVALUATION</a:t>
            </a:r>
          </a:p>
        </p:txBody>
      </p:sp>
      <p:sp>
        <p:nvSpPr>
          <p:cNvPr id="3" name="Rectangle 2">
            <a:extLst>
              <a:ext uri="{FF2B5EF4-FFF2-40B4-BE49-F238E27FC236}">
                <a16:creationId xmlns:a16="http://schemas.microsoft.com/office/drawing/2014/main" id="{EC74D5A9-03CE-4A14-8206-4EBDABD8CBAF}"/>
              </a:ext>
            </a:extLst>
          </p:cNvPr>
          <p:cNvSpPr>
            <a:spLocks noGrp="1"/>
          </p:cNvSpPr>
          <p:nvPr/>
        </p:nvSpPr>
        <p:spPr>
          <a:xfrm>
            <a:off x="590550" y="647700"/>
            <a:ext cx="10858500" cy="514350"/>
          </a:xfrm>
          <a:prstGeom prst="rect">
            <a:avLst/>
          </a:prstGeom>
          <a:noFill/>
          <a:ln w="0">
            <a:noFill/>
            <a:prstDash val="solid"/>
          </a:ln>
        </p:spPr>
        <p:txBody>
          <a:bodyPr wrap="square" lIns="0" tIns="0" rIns="0" bIns="0" anchor="ctr">
            <a:normAutofit/>
          </a:bodyPr>
          <a:lstStyle>
            <a:defPPr algn="l">
              <a:defRPr sz="2700" b="1">
                <a:solidFill>
                  <a:srgbClr val="10191A"/>
                </a:solidFill>
                <a:latin typeface="Arial"/>
                <a:ea typeface="Arial"/>
                <a:cs typeface="Arial"/>
              </a:defRPr>
            </a:defPPr>
            <a:lvl1pPr algn="l">
              <a:defRPr sz="2700" b="1">
                <a:solidFill>
                  <a:srgbClr val="10191A"/>
                </a:solidFill>
                <a:latin typeface="Arial"/>
                <a:ea typeface="Arial"/>
                <a:cs typeface="Arial"/>
              </a:defRPr>
            </a:lvl1pPr>
            <a:lvl2pPr algn="l">
              <a:defRPr sz="2700" b="1">
                <a:solidFill>
                  <a:srgbClr val="10191A"/>
                </a:solidFill>
                <a:latin typeface="Arial"/>
                <a:ea typeface="Arial"/>
                <a:cs typeface="Arial"/>
              </a:defRPr>
            </a:lvl2pPr>
            <a:lvl3pPr algn="l">
              <a:defRPr sz="2700" b="1">
                <a:solidFill>
                  <a:srgbClr val="10191A"/>
                </a:solidFill>
                <a:latin typeface="Arial"/>
                <a:ea typeface="Arial"/>
                <a:cs typeface="Arial"/>
              </a:defRPr>
            </a:lvl3pPr>
            <a:lvl4pPr algn="l">
              <a:defRPr sz="2700" b="1">
                <a:solidFill>
                  <a:srgbClr val="10191A"/>
                </a:solidFill>
                <a:latin typeface="Arial"/>
                <a:ea typeface="Arial"/>
                <a:cs typeface="Arial"/>
              </a:defRPr>
            </a:lvl4pPr>
            <a:lvl5pPr algn="l">
              <a:defRPr sz="2700" b="1">
                <a:solidFill>
                  <a:srgbClr val="10191A"/>
                </a:solidFill>
                <a:latin typeface="Arial"/>
                <a:ea typeface="Arial"/>
                <a:cs typeface="Arial"/>
              </a:defRPr>
            </a:lvl5pPr>
            <a:lvl6pPr algn="l">
              <a:defRPr sz="2700" b="1">
                <a:solidFill>
                  <a:srgbClr val="10191A"/>
                </a:solidFill>
                <a:latin typeface="Arial"/>
                <a:ea typeface="Arial"/>
                <a:cs typeface="Arial"/>
              </a:defRPr>
            </a:lvl6pPr>
            <a:lvl7pPr algn="l">
              <a:defRPr sz="2700" b="1">
                <a:solidFill>
                  <a:srgbClr val="10191A"/>
                </a:solidFill>
                <a:latin typeface="Arial"/>
                <a:ea typeface="Arial"/>
                <a:cs typeface="Arial"/>
              </a:defRPr>
            </a:lvl7pPr>
            <a:lvl8pPr algn="l">
              <a:defRPr sz="2700" b="1">
                <a:solidFill>
                  <a:srgbClr val="10191A"/>
                </a:solidFill>
                <a:latin typeface="Arial"/>
                <a:ea typeface="Arial"/>
                <a:cs typeface="Arial"/>
              </a:defRPr>
            </a:lvl8pPr>
            <a:lvl9pPr algn="l">
              <a:defRPr sz="2700" b="1">
                <a:solidFill>
                  <a:srgbClr val="10191A"/>
                </a:solidFill>
                <a:latin typeface="Arial"/>
                <a:ea typeface="Arial"/>
                <a:cs typeface="Arial"/>
              </a:defRPr>
            </a:lvl9pPr>
          </a:lstStyle>
          <a:p>
            <a:pPr algn="l">
              <a:defRPr sz="2700" b="1">
                <a:solidFill>
                  <a:srgbClr val="10191A"/>
                </a:solidFill>
                <a:latin typeface="Arial"/>
                <a:ea typeface="Arial"/>
                <a:cs typeface="Arial"/>
              </a:defRPr>
            </a:pPr>
            <a:r>
              <a:rPr sz="2700" b="1">
                <a:solidFill>
                  <a:srgbClr val="10191A"/>
                </a:solidFill>
                <a:latin typeface="Arial"/>
                <a:ea typeface="Arial"/>
                <a:cs typeface="Arial"/>
              </a:rPr>
              <a:t>Detection results</a:t>
            </a:r>
          </a:p>
        </p:txBody>
      </p:sp>
      <p:sp>
        <p:nvSpPr>
          <p:cNvPr id="4" name="Straight Connector 3">
            <a:extLst>
              <a:ext uri="{FF2B5EF4-FFF2-40B4-BE49-F238E27FC236}">
                <a16:creationId xmlns:a16="http://schemas.microsoft.com/office/drawing/2014/main" id="{7490A8C1-45DD-4707-A11D-A497B67EA768}"/>
              </a:ext>
            </a:extLst>
          </p:cNvPr>
          <p:cNvSpPr>
            <a:spLocks noGrp="1"/>
          </p:cNvSpPr>
          <p:nvPr/>
        </p:nvSpPr>
        <p:spPr>
          <a:xfrm>
            <a:off x="590550" y="1304925"/>
            <a:ext cx="11010900" cy="9525"/>
          </a:xfrm>
          <a:prstGeom prst="line">
            <a:avLst/>
          </a:prstGeom>
          <a:noFill/>
          <a:ln w="9525">
            <a:solidFill>
              <a:srgbClr val="D1D6CC"/>
            </a:solidFill>
            <a:prstDash val="solid"/>
          </a:ln>
        </p:spPr>
        <p:txBody>
          <a:bodyPr/>
          <a:lstStyle/>
          <a:p>
            <a:endParaRPr lang="en-IN"/>
          </a:p>
        </p:txBody>
      </p:sp>
      <p:sp>
        <p:nvSpPr>
          <p:cNvPr id="5" name="Rectangle 4">
            <a:extLst>
              <a:ext uri="{FF2B5EF4-FFF2-40B4-BE49-F238E27FC236}">
                <a16:creationId xmlns:a16="http://schemas.microsoft.com/office/drawing/2014/main" id="{6DF76E0D-3FA1-42E6-84A3-232F8D7E8D81}"/>
              </a:ext>
            </a:extLst>
          </p:cNvPr>
          <p:cNvSpPr>
            <a:spLocks noGrp="1"/>
          </p:cNvSpPr>
          <p:nvPr/>
        </p:nvSpPr>
        <p:spPr>
          <a:xfrm>
            <a:off x="11144250" y="6410325"/>
            <a:ext cx="457200" cy="190500"/>
          </a:xfrm>
          <a:prstGeom prst="rect">
            <a:avLst/>
          </a:prstGeom>
          <a:noFill/>
          <a:ln w="0">
            <a:noFill/>
            <a:prstDash val="solid"/>
          </a:ln>
        </p:spPr>
        <p:txBody>
          <a:bodyPr wrap="square" lIns="0" tIns="0" rIns="0" bIns="0" anchor="ctr">
            <a:normAutofit/>
          </a:bodyPr>
          <a:lstStyle>
            <a:defPPr algn="r">
              <a:defRPr sz="975" b="1">
                <a:solidFill>
                  <a:srgbClr val="243537"/>
                </a:solidFill>
                <a:latin typeface="Arial"/>
                <a:ea typeface="Arial"/>
                <a:cs typeface="Arial"/>
              </a:defRPr>
            </a:defPPr>
            <a:lvl1pPr algn="r">
              <a:defRPr sz="975" b="1">
                <a:solidFill>
                  <a:srgbClr val="243537"/>
                </a:solidFill>
                <a:latin typeface="Arial"/>
                <a:ea typeface="Arial"/>
                <a:cs typeface="Arial"/>
              </a:defRPr>
            </a:lvl1pPr>
            <a:lvl2pPr algn="r">
              <a:defRPr sz="975" b="1">
                <a:solidFill>
                  <a:srgbClr val="243537"/>
                </a:solidFill>
                <a:latin typeface="Arial"/>
                <a:ea typeface="Arial"/>
                <a:cs typeface="Arial"/>
              </a:defRPr>
            </a:lvl2pPr>
            <a:lvl3pPr algn="r">
              <a:defRPr sz="975" b="1">
                <a:solidFill>
                  <a:srgbClr val="243537"/>
                </a:solidFill>
                <a:latin typeface="Arial"/>
                <a:ea typeface="Arial"/>
                <a:cs typeface="Arial"/>
              </a:defRPr>
            </a:lvl3pPr>
            <a:lvl4pPr algn="r">
              <a:defRPr sz="975" b="1">
                <a:solidFill>
                  <a:srgbClr val="243537"/>
                </a:solidFill>
                <a:latin typeface="Arial"/>
                <a:ea typeface="Arial"/>
                <a:cs typeface="Arial"/>
              </a:defRPr>
            </a:lvl4pPr>
            <a:lvl5pPr algn="r">
              <a:defRPr sz="975" b="1">
                <a:solidFill>
                  <a:srgbClr val="243537"/>
                </a:solidFill>
                <a:latin typeface="Arial"/>
                <a:ea typeface="Arial"/>
                <a:cs typeface="Arial"/>
              </a:defRPr>
            </a:lvl5pPr>
            <a:lvl6pPr algn="r">
              <a:defRPr sz="975" b="1">
                <a:solidFill>
                  <a:srgbClr val="243537"/>
                </a:solidFill>
                <a:latin typeface="Arial"/>
                <a:ea typeface="Arial"/>
                <a:cs typeface="Arial"/>
              </a:defRPr>
            </a:lvl6pPr>
            <a:lvl7pPr algn="r">
              <a:defRPr sz="975" b="1">
                <a:solidFill>
                  <a:srgbClr val="243537"/>
                </a:solidFill>
                <a:latin typeface="Arial"/>
                <a:ea typeface="Arial"/>
                <a:cs typeface="Arial"/>
              </a:defRPr>
            </a:lvl7pPr>
            <a:lvl8pPr algn="r">
              <a:defRPr sz="975" b="1">
                <a:solidFill>
                  <a:srgbClr val="243537"/>
                </a:solidFill>
                <a:latin typeface="Arial"/>
                <a:ea typeface="Arial"/>
                <a:cs typeface="Arial"/>
              </a:defRPr>
            </a:lvl8pPr>
            <a:lvl9pPr algn="r">
              <a:defRPr sz="975" b="1">
                <a:solidFill>
                  <a:srgbClr val="243537"/>
                </a:solidFill>
                <a:latin typeface="Arial"/>
                <a:ea typeface="Arial"/>
                <a:cs typeface="Arial"/>
              </a:defRPr>
            </a:lvl9pPr>
          </a:lstStyle>
          <a:p>
            <a:pPr algn="r">
              <a:defRPr sz="975" b="1">
                <a:solidFill>
                  <a:srgbClr val="243537"/>
                </a:solidFill>
                <a:latin typeface="Arial"/>
                <a:ea typeface="Arial"/>
                <a:cs typeface="Arial"/>
              </a:defRPr>
            </a:pPr>
            <a:r>
              <a:rPr sz="975" b="1">
                <a:solidFill>
                  <a:srgbClr val="243537"/>
                </a:solidFill>
                <a:latin typeface="Arial"/>
                <a:ea typeface="Arial"/>
                <a:cs typeface="Arial"/>
              </a:rPr>
              <a:t>08</a:t>
            </a:r>
          </a:p>
        </p:txBody>
      </p:sp>
      <p:pic>
        <p:nvPicPr>
          <p:cNvPr id="6" name="Picture 5">
            <a:extLst>
              <a:ext uri="{FF2B5EF4-FFF2-40B4-BE49-F238E27FC236}">
                <a16:creationId xmlns:a16="http://schemas.microsoft.com/office/drawing/2014/main" id="{96B0308F-726E-4BA7-ACA9-6A0C3251252E}"/>
              </a:ext>
            </a:extLst>
          </p:cNvPr>
          <p:cNvPicPr>
            <a:picLocks noChangeAspect="1"/>
          </p:cNvPicPr>
          <p:nvPr/>
        </p:nvPicPr>
        <p:blipFill>
          <a:blip r:embed="rId3"/>
          <a:stretch/>
        </p:blipFill>
        <p:spPr>
          <a:xfrm>
            <a:off x="842963" y="1495425"/>
            <a:ext cx="6715125" cy="4476750"/>
          </a:xfrm>
          <a:prstGeom prst="rect">
            <a:avLst/>
          </a:prstGeom>
        </p:spPr>
      </p:pic>
      <p:sp>
        <p:nvSpPr>
          <p:cNvPr id="7" name="Rectangle 6">
            <a:extLst>
              <a:ext uri="{FF2B5EF4-FFF2-40B4-BE49-F238E27FC236}">
                <a16:creationId xmlns:a16="http://schemas.microsoft.com/office/drawing/2014/main" id="{E8DE193D-7B65-42F0-B929-79ADFFDD4762}"/>
              </a:ext>
            </a:extLst>
          </p:cNvPr>
          <p:cNvSpPr>
            <a:spLocks noGrp="1"/>
          </p:cNvSpPr>
          <p:nvPr/>
        </p:nvSpPr>
        <p:spPr>
          <a:xfrm>
            <a:off x="8286750" y="1657350"/>
            <a:ext cx="2952750" cy="304800"/>
          </a:xfrm>
          <a:prstGeom prst="rect">
            <a:avLst/>
          </a:prstGeom>
          <a:noFill/>
          <a:ln w="0">
            <a:noFill/>
            <a:prstDash val="solid"/>
          </a:ln>
        </p:spPr>
        <p:txBody>
          <a:bodyPr wrap="square" lIns="0" tIns="0" rIns="0" bIns="0" anchor="ctr">
            <a:normAutofit/>
          </a:bodyPr>
          <a:lstStyle>
            <a:defPPr algn="l">
              <a:defRPr sz="1575" b="1">
                <a:solidFill>
                  <a:srgbClr val="32CDBA"/>
                </a:solidFill>
                <a:latin typeface="Arial"/>
                <a:ea typeface="Arial"/>
                <a:cs typeface="Arial"/>
              </a:defRPr>
            </a:defPPr>
            <a:lvl1pPr algn="l">
              <a:defRPr sz="1575" b="1">
                <a:solidFill>
                  <a:srgbClr val="32CDBA"/>
                </a:solidFill>
                <a:latin typeface="Arial"/>
                <a:ea typeface="Arial"/>
                <a:cs typeface="Arial"/>
              </a:defRPr>
            </a:lvl1pPr>
            <a:lvl2pPr algn="l">
              <a:defRPr sz="1575" b="1">
                <a:solidFill>
                  <a:srgbClr val="32CDBA"/>
                </a:solidFill>
                <a:latin typeface="Arial"/>
                <a:ea typeface="Arial"/>
                <a:cs typeface="Arial"/>
              </a:defRPr>
            </a:lvl2pPr>
            <a:lvl3pPr algn="l">
              <a:defRPr sz="1575" b="1">
                <a:solidFill>
                  <a:srgbClr val="32CDBA"/>
                </a:solidFill>
                <a:latin typeface="Arial"/>
                <a:ea typeface="Arial"/>
                <a:cs typeface="Arial"/>
              </a:defRPr>
            </a:lvl3pPr>
            <a:lvl4pPr algn="l">
              <a:defRPr sz="1575" b="1">
                <a:solidFill>
                  <a:srgbClr val="32CDBA"/>
                </a:solidFill>
                <a:latin typeface="Arial"/>
                <a:ea typeface="Arial"/>
                <a:cs typeface="Arial"/>
              </a:defRPr>
            </a:lvl4pPr>
            <a:lvl5pPr algn="l">
              <a:defRPr sz="1575" b="1">
                <a:solidFill>
                  <a:srgbClr val="32CDBA"/>
                </a:solidFill>
                <a:latin typeface="Arial"/>
                <a:ea typeface="Arial"/>
                <a:cs typeface="Arial"/>
              </a:defRPr>
            </a:lvl5pPr>
            <a:lvl6pPr algn="l">
              <a:defRPr sz="1575" b="1">
                <a:solidFill>
                  <a:srgbClr val="32CDBA"/>
                </a:solidFill>
                <a:latin typeface="Arial"/>
                <a:ea typeface="Arial"/>
                <a:cs typeface="Arial"/>
              </a:defRPr>
            </a:lvl6pPr>
            <a:lvl7pPr algn="l">
              <a:defRPr sz="1575" b="1">
                <a:solidFill>
                  <a:srgbClr val="32CDBA"/>
                </a:solidFill>
                <a:latin typeface="Arial"/>
                <a:ea typeface="Arial"/>
                <a:cs typeface="Arial"/>
              </a:defRPr>
            </a:lvl7pPr>
            <a:lvl8pPr algn="l">
              <a:defRPr sz="1575" b="1">
                <a:solidFill>
                  <a:srgbClr val="32CDBA"/>
                </a:solidFill>
                <a:latin typeface="Arial"/>
                <a:ea typeface="Arial"/>
                <a:cs typeface="Arial"/>
              </a:defRPr>
            </a:lvl8pPr>
            <a:lvl9pPr algn="l">
              <a:defRPr sz="1575" b="1">
                <a:solidFill>
                  <a:srgbClr val="32CDBA"/>
                </a:solidFill>
                <a:latin typeface="Arial"/>
                <a:ea typeface="Arial"/>
                <a:cs typeface="Arial"/>
              </a:defRPr>
            </a:lvl9pPr>
          </a:lstStyle>
          <a:p>
            <a:pPr algn="l">
              <a:defRPr sz="1575" b="1">
                <a:solidFill>
                  <a:srgbClr val="32CDBA"/>
                </a:solidFill>
                <a:latin typeface="Arial"/>
                <a:ea typeface="Arial"/>
                <a:cs typeface="Arial"/>
              </a:defRPr>
            </a:pPr>
            <a:r>
              <a:rPr sz="1575" b="1">
                <a:solidFill>
                  <a:srgbClr val="32CDBA"/>
                </a:solidFill>
                <a:latin typeface="Arial"/>
                <a:ea typeface="Arial"/>
                <a:cs typeface="Arial"/>
              </a:rPr>
              <a:t>Validation metrics</a:t>
            </a:r>
          </a:p>
        </p:txBody>
      </p:sp>
      <p:sp>
        <p:nvSpPr>
          <p:cNvPr id="8" name="Rectangle 7">
            <a:extLst>
              <a:ext uri="{FF2B5EF4-FFF2-40B4-BE49-F238E27FC236}">
                <a16:creationId xmlns:a16="http://schemas.microsoft.com/office/drawing/2014/main" id="{87C3F4E9-6F98-4D4B-9922-A5BD174F2327}"/>
              </a:ext>
            </a:extLst>
          </p:cNvPr>
          <p:cNvSpPr>
            <a:spLocks noGrp="1"/>
          </p:cNvSpPr>
          <p:nvPr/>
        </p:nvSpPr>
        <p:spPr>
          <a:xfrm>
            <a:off x="8286750" y="2171700"/>
            <a:ext cx="2857500" cy="247650"/>
          </a:xfrm>
          <a:prstGeom prst="rect">
            <a:avLst/>
          </a:prstGeom>
          <a:noFill/>
          <a:ln w="0">
            <a:noFill/>
            <a:prstDash val="solid"/>
          </a:ln>
        </p:spPr>
        <p:txBody>
          <a:bodyPr wrap="square" lIns="0" tIns="0" rIns="0" bIns="0" anchor="ctr">
            <a:normAutofit/>
          </a:bodyPr>
          <a:lstStyle>
            <a:defPPr algn="l">
              <a:defRPr sz="1275" b="0">
                <a:solidFill>
                  <a:srgbClr val="243537"/>
                </a:solidFill>
                <a:latin typeface="Arial"/>
                <a:ea typeface="Arial"/>
                <a:cs typeface="Arial"/>
              </a:defRPr>
            </a:defPPr>
            <a:lvl1pPr algn="l">
              <a:defRPr sz="1275" b="0">
                <a:solidFill>
                  <a:srgbClr val="243537"/>
                </a:solidFill>
                <a:latin typeface="Arial"/>
                <a:ea typeface="Arial"/>
                <a:cs typeface="Arial"/>
              </a:defRPr>
            </a:lvl1pPr>
            <a:lvl2pPr algn="l">
              <a:defRPr sz="1275" b="0">
                <a:solidFill>
                  <a:srgbClr val="243537"/>
                </a:solidFill>
                <a:latin typeface="Arial"/>
                <a:ea typeface="Arial"/>
                <a:cs typeface="Arial"/>
              </a:defRPr>
            </a:lvl2pPr>
            <a:lvl3pPr algn="l">
              <a:defRPr sz="1275" b="0">
                <a:solidFill>
                  <a:srgbClr val="243537"/>
                </a:solidFill>
                <a:latin typeface="Arial"/>
                <a:ea typeface="Arial"/>
                <a:cs typeface="Arial"/>
              </a:defRPr>
            </a:lvl3pPr>
            <a:lvl4pPr algn="l">
              <a:defRPr sz="1275" b="0">
                <a:solidFill>
                  <a:srgbClr val="243537"/>
                </a:solidFill>
                <a:latin typeface="Arial"/>
                <a:ea typeface="Arial"/>
                <a:cs typeface="Arial"/>
              </a:defRPr>
            </a:lvl4pPr>
            <a:lvl5pPr algn="l">
              <a:defRPr sz="1275" b="0">
                <a:solidFill>
                  <a:srgbClr val="243537"/>
                </a:solidFill>
                <a:latin typeface="Arial"/>
                <a:ea typeface="Arial"/>
                <a:cs typeface="Arial"/>
              </a:defRPr>
            </a:lvl5pPr>
            <a:lvl6pPr algn="l">
              <a:defRPr sz="1275" b="0">
                <a:solidFill>
                  <a:srgbClr val="243537"/>
                </a:solidFill>
                <a:latin typeface="Arial"/>
                <a:ea typeface="Arial"/>
                <a:cs typeface="Arial"/>
              </a:defRPr>
            </a:lvl6pPr>
            <a:lvl7pPr algn="l">
              <a:defRPr sz="1275" b="0">
                <a:solidFill>
                  <a:srgbClr val="243537"/>
                </a:solidFill>
                <a:latin typeface="Arial"/>
                <a:ea typeface="Arial"/>
                <a:cs typeface="Arial"/>
              </a:defRPr>
            </a:lvl7pPr>
            <a:lvl8pPr algn="l">
              <a:defRPr sz="1275" b="0">
                <a:solidFill>
                  <a:srgbClr val="243537"/>
                </a:solidFill>
                <a:latin typeface="Arial"/>
                <a:ea typeface="Arial"/>
                <a:cs typeface="Arial"/>
              </a:defRPr>
            </a:lvl8pPr>
            <a:lvl9pPr algn="l">
              <a:defRPr sz="1275" b="0">
                <a:solidFill>
                  <a:srgbClr val="243537"/>
                </a:solidFill>
                <a:latin typeface="Arial"/>
                <a:ea typeface="Arial"/>
                <a:cs typeface="Arial"/>
              </a:defRPr>
            </a:lvl9pPr>
          </a:lstStyle>
          <a:p>
            <a:pPr algn="l">
              <a:defRPr sz="1275" b="0">
                <a:solidFill>
                  <a:srgbClr val="243537"/>
                </a:solidFill>
                <a:latin typeface="Arial"/>
                <a:ea typeface="Arial"/>
                <a:cs typeface="Arial"/>
              </a:defRPr>
            </a:pPr>
            <a:r>
              <a:rPr sz="1275" b="0">
                <a:solidFill>
                  <a:srgbClr val="243537"/>
                </a:solidFill>
                <a:latin typeface="Arial"/>
                <a:ea typeface="Arial"/>
                <a:cs typeface="Arial"/>
              </a:rPr>
              <a:t>Precision</a:t>
            </a:r>
          </a:p>
        </p:txBody>
      </p:sp>
      <p:sp>
        <p:nvSpPr>
          <p:cNvPr id="9" name="Rectangle 8">
            <a:extLst>
              <a:ext uri="{FF2B5EF4-FFF2-40B4-BE49-F238E27FC236}">
                <a16:creationId xmlns:a16="http://schemas.microsoft.com/office/drawing/2014/main" id="{0BF0F677-5DEA-4F36-9673-283359380710}"/>
              </a:ext>
            </a:extLst>
          </p:cNvPr>
          <p:cNvSpPr>
            <a:spLocks noGrp="1"/>
          </p:cNvSpPr>
          <p:nvPr/>
        </p:nvSpPr>
        <p:spPr>
          <a:xfrm>
            <a:off x="8286750" y="2438400"/>
            <a:ext cx="2857500" cy="400050"/>
          </a:xfrm>
          <a:prstGeom prst="rect">
            <a:avLst/>
          </a:prstGeom>
          <a:noFill/>
          <a:ln w="0">
            <a:noFill/>
            <a:prstDash val="solid"/>
          </a:ln>
        </p:spPr>
        <p:txBody>
          <a:bodyPr wrap="square" lIns="0" tIns="0" rIns="0" bIns="0" anchor="ctr">
            <a:normAutofit/>
          </a:bodyPr>
          <a:lstStyle>
            <a:defPPr algn="l">
              <a:defRPr sz="2325" b="1">
                <a:solidFill>
                  <a:srgbClr val="10191A"/>
                </a:solidFill>
                <a:latin typeface="Arial"/>
                <a:ea typeface="Arial"/>
                <a:cs typeface="Arial"/>
              </a:defRPr>
            </a:defPPr>
            <a:lvl1pPr algn="l">
              <a:defRPr sz="2325" b="1">
                <a:solidFill>
                  <a:srgbClr val="10191A"/>
                </a:solidFill>
                <a:latin typeface="Arial"/>
                <a:ea typeface="Arial"/>
                <a:cs typeface="Arial"/>
              </a:defRPr>
            </a:lvl1pPr>
            <a:lvl2pPr algn="l">
              <a:defRPr sz="2325" b="1">
                <a:solidFill>
                  <a:srgbClr val="10191A"/>
                </a:solidFill>
                <a:latin typeface="Arial"/>
                <a:ea typeface="Arial"/>
                <a:cs typeface="Arial"/>
              </a:defRPr>
            </a:lvl2pPr>
            <a:lvl3pPr algn="l">
              <a:defRPr sz="2325" b="1">
                <a:solidFill>
                  <a:srgbClr val="10191A"/>
                </a:solidFill>
                <a:latin typeface="Arial"/>
                <a:ea typeface="Arial"/>
                <a:cs typeface="Arial"/>
              </a:defRPr>
            </a:lvl3pPr>
            <a:lvl4pPr algn="l">
              <a:defRPr sz="2325" b="1">
                <a:solidFill>
                  <a:srgbClr val="10191A"/>
                </a:solidFill>
                <a:latin typeface="Arial"/>
                <a:ea typeface="Arial"/>
                <a:cs typeface="Arial"/>
              </a:defRPr>
            </a:lvl4pPr>
            <a:lvl5pPr algn="l">
              <a:defRPr sz="2325" b="1">
                <a:solidFill>
                  <a:srgbClr val="10191A"/>
                </a:solidFill>
                <a:latin typeface="Arial"/>
                <a:ea typeface="Arial"/>
                <a:cs typeface="Arial"/>
              </a:defRPr>
            </a:lvl5pPr>
            <a:lvl6pPr algn="l">
              <a:defRPr sz="2325" b="1">
                <a:solidFill>
                  <a:srgbClr val="10191A"/>
                </a:solidFill>
                <a:latin typeface="Arial"/>
                <a:ea typeface="Arial"/>
                <a:cs typeface="Arial"/>
              </a:defRPr>
            </a:lvl6pPr>
            <a:lvl7pPr algn="l">
              <a:defRPr sz="2325" b="1">
                <a:solidFill>
                  <a:srgbClr val="10191A"/>
                </a:solidFill>
                <a:latin typeface="Arial"/>
                <a:ea typeface="Arial"/>
                <a:cs typeface="Arial"/>
              </a:defRPr>
            </a:lvl7pPr>
            <a:lvl8pPr algn="l">
              <a:defRPr sz="2325" b="1">
                <a:solidFill>
                  <a:srgbClr val="10191A"/>
                </a:solidFill>
                <a:latin typeface="Arial"/>
                <a:ea typeface="Arial"/>
                <a:cs typeface="Arial"/>
              </a:defRPr>
            </a:lvl8pPr>
            <a:lvl9pPr algn="l">
              <a:defRPr sz="2325" b="1">
                <a:solidFill>
                  <a:srgbClr val="10191A"/>
                </a:solidFill>
                <a:latin typeface="Arial"/>
                <a:ea typeface="Arial"/>
                <a:cs typeface="Arial"/>
              </a:defRPr>
            </a:lvl9pPr>
          </a:lstStyle>
          <a:p>
            <a:pPr algn="l">
              <a:defRPr sz="2325" b="1">
                <a:solidFill>
                  <a:srgbClr val="10191A"/>
                </a:solidFill>
                <a:latin typeface="Arial"/>
                <a:ea typeface="Arial"/>
                <a:cs typeface="Arial"/>
              </a:defRPr>
            </a:pPr>
            <a:r>
              <a:rPr sz="2325" b="1">
                <a:solidFill>
                  <a:srgbClr val="10191A"/>
                </a:solidFill>
                <a:latin typeface="Arial"/>
                <a:ea typeface="Arial"/>
                <a:cs typeface="Arial"/>
              </a:rPr>
              <a:t>0.891</a:t>
            </a:r>
          </a:p>
        </p:txBody>
      </p:sp>
      <p:sp>
        <p:nvSpPr>
          <p:cNvPr id="10" name="Rectangle 9">
            <a:extLst>
              <a:ext uri="{FF2B5EF4-FFF2-40B4-BE49-F238E27FC236}">
                <a16:creationId xmlns:a16="http://schemas.microsoft.com/office/drawing/2014/main" id="{D85DF1FC-BE0F-491A-956A-3724DF49D851}"/>
              </a:ext>
            </a:extLst>
          </p:cNvPr>
          <p:cNvSpPr>
            <a:spLocks noGrp="1"/>
          </p:cNvSpPr>
          <p:nvPr/>
        </p:nvSpPr>
        <p:spPr>
          <a:xfrm>
            <a:off x="8286750" y="2905125"/>
            <a:ext cx="2857500" cy="247650"/>
          </a:xfrm>
          <a:prstGeom prst="rect">
            <a:avLst/>
          </a:prstGeom>
          <a:noFill/>
          <a:ln w="0">
            <a:noFill/>
            <a:prstDash val="solid"/>
          </a:ln>
        </p:spPr>
        <p:txBody>
          <a:bodyPr wrap="square" lIns="0" tIns="0" rIns="0" bIns="0" anchor="ctr">
            <a:normAutofit/>
          </a:bodyPr>
          <a:lstStyle>
            <a:defPPr algn="l">
              <a:defRPr sz="1275" b="0">
                <a:solidFill>
                  <a:srgbClr val="243537"/>
                </a:solidFill>
                <a:latin typeface="Arial"/>
                <a:ea typeface="Arial"/>
                <a:cs typeface="Arial"/>
              </a:defRPr>
            </a:defPPr>
            <a:lvl1pPr algn="l">
              <a:defRPr sz="1275" b="0">
                <a:solidFill>
                  <a:srgbClr val="243537"/>
                </a:solidFill>
                <a:latin typeface="Arial"/>
                <a:ea typeface="Arial"/>
                <a:cs typeface="Arial"/>
              </a:defRPr>
            </a:lvl1pPr>
            <a:lvl2pPr algn="l">
              <a:defRPr sz="1275" b="0">
                <a:solidFill>
                  <a:srgbClr val="243537"/>
                </a:solidFill>
                <a:latin typeface="Arial"/>
                <a:ea typeface="Arial"/>
                <a:cs typeface="Arial"/>
              </a:defRPr>
            </a:lvl2pPr>
            <a:lvl3pPr algn="l">
              <a:defRPr sz="1275" b="0">
                <a:solidFill>
                  <a:srgbClr val="243537"/>
                </a:solidFill>
                <a:latin typeface="Arial"/>
                <a:ea typeface="Arial"/>
                <a:cs typeface="Arial"/>
              </a:defRPr>
            </a:lvl3pPr>
            <a:lvl4pPr algn="l">
              <a:defRPr sz="1275" b="0">
                <a:solidFill>
                  <a:srgbClr val="243537"/>
                </a:solidFill>
                <a:latin typeface="Arial"/>
                <a:ea typeface="Arial"/>
                <a:cs typeface="Arial"/>
              </a:defRPr>
            </a:lvl4pPr>
            <a:lvl5pPr algn="l">
              <a:defRPr sz="1275" b="0">
                <a:solidFill>
                  <a:srgbClr val="243537"/>
                </a:solidFill>
                <a:latin typeface="Arial"/>
                <a:ea typeface="Arial"/>
                <a:cs typeface="Arial"/>
              </a:defRPr>
            </a:lvl5pPr>
            <a:lvl6pPr algn="l">
              <a:defRPr sz="1275" b="0">
                <a:solidFill>
                  <a:srgbClr val="243537"/>
                </a:solidFill>
                <a:latin typeface="Arial"/>
                <a:ea typeface="Arial"/>
                <a:cs typeface="Arial"/>
              </a:defRPr>
            </a:lvl6pPr>
            <a:lvl7pPr algn="l">
              <a:defRPr sz="1275" b="0">
                <a:solidFill>
                  <a:srgbClr val="243537"/>
                </a:solidFill>
                <a:latin typeface="Arial"/>
                <a:ea typeface="Arial"/>
                <a:cs typeface="Arial"/>
              </a:defRPr>
            </a:lvl7pPr>
            <a:lvl8pPr algn="l">
              <a:defRPr sz="1275" b="0">
                <a:solidFill>
                  <a:srgbClr val="243537"/>
                </a:solidFill>
                <a:latin typeface="Arial"/>
                <a:ea typeface="Arial"/>
                <a:cs typeface="Arial"/>
              </a:defRPr>
            </a:lvl8pPr>
            <a:lvl9pPr algn="l">
              <a:defRPr sz="1275" b="0">
                <a:solidFill>
                  <a:srgbClr val="243537"/>
                </a:solidFill>
                <a:latin typeface="Arial"/>
                <a:ea typeface="Arial"/>
                <a:cs typeface="Arial"/>
              </a:defRPr>
            </a:lvl9pPr>
          </a:lstStyle>
          <a:p>
            <a:pPr algn="l">
              <a:defRPr sz="1275" b="0">
                <a:solidFill>
                  <a:srgbClr val="243537"/>
                </a:solidFill>
                <a:latin typeface="Arial"/>
                <a:ea typeface="Arial"/>
                <a:cs typeface="Arial"/>
              </a:defRPr>
            </a:pPr>
            <a:r>
              <a:rPr sz="1275" b="0">
                <a:solidFill>
                  <a:srgbClr val="243537"/>
                </a:solidFill>
                <a:latin typeface="Arial"/>
                <a:ea typeface="Arial"/>
                <a:cs typeface="Arial"/>
              </a:rPr>
              <a:t>Recall</a:t>
            </a:r>
          </a:p>
        </p:txBody>
      </p:sp>
      <p:sp>
        <p:nvSpPr>
          <p:cNvPr id="11" name="Rectangle 10">
            <a:extLst>
              <a:ext uri="{FF2B5EF4-FFF2-40B4-BE49-F238E27FC236}">
                <a16:creationId xmlns:a16="http://schemas.microsoft.com/office/drawing/2014/main" id="{B006869A-C467-4350-A03F-A3856850C65A}"/>
              </a:ext>
            </a:extLst>
          </p:cNvPr>
          <p:cNvSpPr>
            <a:spLocks noGrp="1"/>
          </p:cNvSpPr>
          <p:nvPr/>
        </p:nvSpPr>
        <p:spPr>
          <a:xfrm>
            <a:off x="8286750" y="3171825"/>
            <a:ext cx="2857500" cy="400050"/>
          </a:xfrm>
          <a:prstGeom prst="rect">
            <a:avLst/>
          </a:prstGeom>
          <a:noFill/>
          <a:ln w="0">
            <a:noFill/>
            <a:prstDash val="solid"/>
          </a:ln>
        </p:spPr>
        <p:txBody>
          <a:bodyPr wrap="square" lIns="0" tIns="0" rIns="0" bIns="0" anchor="ctr">
            <a:normAutofit/>
          </a:bodyPr>
          <a:lstStyle>
            <a:defPPr algn="l">
              <a:defRPr sz="2325" b="1">
                <a:solidFill>
                  <a:srgbClr val="10191A"/>
                </a:solidFill>
                <a:latin typeface="Arial"/>
                <a:ea typeface="Arial"/>
                <a:cs typeface="Arial"/>
              </a:defRPr>
            </a:defPPr>
            <a:lvl1pPr algn="l">
              <a:defRPr sz="2325" b="1">
                <a:solidFill>
                  <a:srgbClr val="10191A"/>
                </a:solidFill>
                <a:latin typeface="Arial"/>
                <a:ea typeface="Arial"/>
                <a:cs typeface="Arial"/>
              </a:defRPr>
            </a:lvl1pPr>
            <a:lvl2pPr algn="l">
              <a:defRPr sz="2325" b="1">
                <a:solidFill>
                  <a:srgbClr val="10191A"/>
                </a:solidFill>
                <a:latin typeface="Arial"/>
                <a:ea typeface="Arial"/>
                <a:cs typeface="Arial"/>
              </a:defRPr>
            </a:lvl2pPr>
            <a:lvl3pPr algn="l">
              <a:defRPr sz="2325" b="1">
                <a:solidFill>
                  <a:srgbClr val="10191A"/>
                </a:solidFill>
                <a:latin typeface="Arial"/>
                <a:ea typeface="Arial"/>
                <a:cs typeface="Arial"/>
              </a:defRPr>
            </a:lvl3pPr>
            <a:lvl4pPr algn="l">
              <a:defRPr sz="2325" b="1">
                <a:solidFill>
                  <a:srgbClr val="10191A"/>
                </a:solidFill>
                <a:latin typeface="Arial"/>
                <a:ea typeface="Arial"/>
                <a:cs typeface="Arial"/>
              </a:defRPr>
            </a:lvl4pPr>
            <a:lvl5pPr algn="l">
              <a:defRPr sz="2325" b="1">
                <a:solidFill>
                  <a:srgbClr val="10191A"/>
                </a:solidFill>
                <a:latin typeface="Arial"/>
                <a:ea typeface="Arial"/>
                <a:cs typeface="Arial"/>
              </a:defRPr>
            </a:lvl5pPr>
            <a:lvl6pPr algn="l">
              <a:defRPr sz="2325" b="1">
                <a:solidFill>
                  <a:srgbClr val="10191A"/>
                </a:solidFill>
                <a:latin typeface="Arial"/>
                <a:ea typeface="Arial"/>
                <a:cs typeface="Arial"/>
              </a:defRPr>
            </a:lvl6pPr>
            <a:lvl7pPr algn="l">
              <a:defRPr sz="2325" b="1">
                <a:solidFill>
                  <a:srgbClr val="10191A"/>
                </a:solidFill>
                <a:latin typeface="Arial"/>
                <a:ea typeface="Arial"/>
                <a:cs typeface="Arial"/>
              </a:defRPr>
            </a:lvl7pPr>
            <a:lvl8pPr algn="l">
              <a:defRPr sz="2325" b="1">
                <a:solidFill>
                  <a:srgbClr val="10191A"/>
                </a:solidFill>
                <a:latin typeface="Arial"/>
                <a:ea typeface="Arial"/>
                <a:cs typeface="Arial"/>
              </a:defRPr>
            </a:lvl8pPr>
            <a:lvl9pPr algn="l">
              <a:defRPr sz="2325" b="1">
                <a:solidFill>
                  <a:srgbClr val="10191A"/>
                </a:solidFill>
                <a:latin typeface="Arial"/>
                <a:ea typeface="Arial"/>
                <a:cs typeface="Arial"/>
              </a:defRPr>
            </a:lvl9pPr>
          </a:lstStyle>
          <a:p>
            <a:pPr algn="l">
              <a:defRPr sz="2325" b="1">
                <a:solidFill>
                  <a:srgbClr val="10191A"/>
                </a:solidFill>
                <a:latin typeface="Arial"/>
                <a:ea typeface="Arial"/>
                <a:cs typeface="Arial"/>
              </a:defRPr>
            </a:pPr>
            <a:r>
              <a:rPr sz="2325" b="1">
                <a:solidFill>
                  <a:srgbClr val="10191A"/>
                </a:solidFill>
                <a:latin typeface="Arial"/>
                <a:ea typeface="Arial"/>
                <a:cs typeface="Arial"/>
              </a:rPr>
              <a:t>0.728</a:t>
            </a:r>
          </a:p>
        </p:txBody>
      </p:sp>
      <p:sp>
        <p:nvSpPr>
          <p:cNvPr id="12" name="Rectangle 11">
            <a:extLst>
              <a:ext uri="{FF2B5EF4-FFF2-40B4-BE49-F238E27FC236}">
                <a16:creationId xmlns:a16="http://schemas.microsoft.com/office/drawing/2014/main" id="{46303920-92F4-4F68-9B09-AF9A88CAA3DE}"/>
              </a:ext>
            </a:extLst>
          </p:cNvPr>
          <p:cNvSpPr>
            <a:spLocks noGrp="1"/>
          </p:cNvSpPr>
          <p:nvPr/>
        </p:nvSpPr>
        <p:spPr>
          <a:xfrm>
            <a:off x="8286750" y="3638550"/>
            <a:ext cx="2857500" cy="247650"/>
          </a:xfrm>
          <a:prstGeom prst="rect">
            <a:avLst/>
          </a:prstGeom>
          <a:noFill/>
          <a:ln w="0">
            <a:noFill/>
            <a:prstDash val="solid"/>
          </a:ln>
        </p:spPr>
        <p:txBody>
          <a:bodyPr wrap="square" lIns="0" tIns="0" rIns="0" bIns="0" anchor="ctr">
            <a:normAutofit/>
          </a:bodyPr>
          <a:lstStyle>
            <a:defPPr algn="l">
              <a:defRPr sz="1275" b="0">
                <a:solidFill>
                  <a:srgbClr val="243537"/>
                </a:solidFill>
                <a:latin typeface="Arial"/>
                <a:ea typeface="Arial"/>
                <a:cs typeface="Arial"/>
              </a:defRPr>
            </a:defPPr>
            <a:lvl1pPr algn="l">
              <a:defRPr sz="1275" b="0">
                <a:solidFill>
                  <a:srgbClr val="243537"/>
                </a:solidFill>
                <a:latin typeface="Arial"/>
                <a:ea typeface="Arial"/>
                <a:cs typeface="Arial"/>
              </a:defRPr>
            </a:lvl1pPr>
            <a:lvl2pPr algn="l">
              <a:defRPr sz="1275" b="0">
                <a:solidFill>
                  <a:srgbClr val="243537"/>
                </a:solidFill>
                <a:latin typeface="Arial"/>
                <a:ea typeface="Arial"/>
                <a:cs typeface="Arial"/>
              </a:defRPr>
            </a:lvl2pPr>
            <a:lvl3pPr algn="l">
              <a:defRPr sz="1275" b="0">
                <a:solidFill>
                  <a:srgbClr val="243537"/>
                </a:solidFill>
                <a:latin typeface="Arial"/>
                <a:ea typeface="Arial"/>
                <a:cs typeface="Arial"/>
              </a:defRPr>
            </a:lvl3pPr>
            <a:lvl4pPr algn="l">
              <a:defRPr sz="1275" b="0">
                <a:solidFill>
                  <a:srgbClr val="243537"/>
                </a:solidFill>
                <a:latin typeface="Arial"/>
                <a:ea typeface="Arial"/>
                <a:cs typeface="Arial"/>
              </a:defRPr>
            </a:lvl4pPr>
            <a:lvl5pPr algn="l">
              <a:defRPr sz="1275" b="0">
                <a:solidFill>
                  <a:srgbClr val="243537"/>
                </a:solidFill>
                <a:latin typeface="Arial"/>
                <a:ea typeface="Arial"/>
                <a:cs typeface="Arial"/>
              </a:defRPr>
            </a:lvl5pPr>
            <a:lvl6pPr algn="l">
              <a:defRPr sz="1275" b="0">
                <a:solidFill>
                  <a:srgbClr val="243537"/>
                </a:solidFill>
                <a:latin typeface="Arial"/>
                <a:ea typeface="Arial"/>
                <a:cs typeface="Arial"/>
              </a:defRPr>
            </a:lvl6pPr>
            <a:lvl7pPr algn="l">
              <a:defRPr sz="1275" b="0">
                <a:solidFill>
                  <a:srgbClr val="243537"/>
                </a:solidFill>
                <a:latin typeface="Arial"/>
                <a:ea typeface="Arial"/>
                <a:cs typeface="Arial"/>
              </a:defRPr>
            </a:lvl7pPr>
            <a:lvl8pPr algn="l">
              <a:defRPr sz="1275" b="0">
                <a:solidFill>
                  <a:srgbClr val="243537"/>
                </a:solidFill>
                <a:latin typeface="Arial"/>
                <a:ea typeface="Arial"/>
                <a:cs typeface="Arial"/>
              </a:defRPr>
            </a:lvl8pPr>
            <a:lvl9pPr algn="l">
              <a:defRPr sz="1275" b="0">
                <a:solidFill>
                  <a:srgbClr val="243537"/>
                </a:solidFill>
                <a:latin typeface="Arial"/>
                <a:ea typeface="Arial"/>
                <a:cs typeface="Arial"/>
              </a:defRPr>
            </a:lvl9pPr>
          </a:lstStyle>
          <a:p>
            <a:pPr algn="l">
              <a:defRPr sz="1275" b="0">
                <a:solidFill>
                  <a:srgbClr val="243537"/>
                </a:solidFill>
                <a:latin typeface="Arial"/>
                <a:ea typeface="Arial"/>
                <a:cs typeface="Arial"/>
              </a:defRPr>
            </a:pPr>
            <a:r>
              <a:rPr sz="1275" b="0">
                <a:solidFill>
                  <a:srgbClr val="243537"/>
                </a:solidFill>
                <a:latin typeface="Arial"/>
                <a:ea typeface="Arial"/>
                <a:cs typeface="Arial"/>
              </a:rPr>
              <a:t>mAP@0.5</a:t>
            </a:r>
          </a:p>
        </p:txBody>
      </p:sp>
      <p:sp>
        <p:nvSpPr>
          <p:cNvPr id="13" name="Rectangle 12">
            <a:extLst>
              <a:ext uri="{FF2B5EF4-FFF2-40B4-BE49-F238E27FC236}">
                <a16:creationId xmlns:a16="http://schemas.microsoft.com/office/drawing/2014/main" id="{8E75774C-2619-4C62-80D8-490AF79B0FC7}"/>
              </a:ext>
            </a:extLst>
          </p:cNvPr>
          <p:cNvSpPr>
            <a:spLocks noGrp="1"/>
          </p:cNvSpPr>
          <p:nvPr/>
        </p:nvSpPr>
        <p:spPr>
          <a:xfrm>
            <a:off x="8286750" y="3905250"/>
            <a:ext cx="2857500" cy="400050"/>
          </a:xfrm>
          <a:prstGeom prst="rect">
            <a:avLst/>
          </a:prstGeom>
          <a:noFill/>
          <a:ln w="0">
            <a:noFill/>
            <a:prstDash val="solid"/>
          </a:ln>
        </p:spPr>
        <p:txBody>
          <a:bodyPr wrap="square" lIns="0" tIns="0" rIns="0" bIns="0" anchor="ctr">
            <a:normAutofit/>
          </a:bodyPr>
          <a:lstStyle>
            <a:defPPr algn="l">
              <a:defRPr sz="2325" b="1">
                <a:solidFill>
                  <a:srgbClr val="10191A"/>
                </a:solidFill>
                <a:latin typeface="Arial"/>
                <a:ea typeface="Arial"/>
                <a:cs typeface="Arial"/>
              </a:defRPr>
            </a:defPPr>
            <a:lvl1pPr algn="l">
              <a:defRPr sz="2325" b="1">
                <a:solidFill>
                  <a:srgbClr val="10191A"/>
                </a:solidFill>
                <a:latin typeface="Arial"/>
                <a:ea typeface="Arial"/>
                <a:cs typeface="Arial"/>
              </a:defRPr>
            </a:lvl1pPr>
            <a:lvl2pPr algn="l">
              <a:defRPr sz="2325" b="1">
                <a:solidFill>
                  <a:srgbClr val="10191A"/>
                </a:solidFill>
                <a:latin typeface="Arial"/>
                <a:ea typeface="Arial"/>
                <a:cs typeface="Arial"/>
              </a:defRPr>
            </a:lvl2pPr>
            <a:lvl3pPr algn="l">
              <a:defRPr sz="2325" b="1">
                <a:solidFill>
                  <a:srgbClr val="10191A"/>
                </a:solidFill>
                <a:latin typeface="Arial"/>
                <a:ea typeface="Arial"/>
                <a:cs typeface="Arial"/>
              </a:defRPr>
            </a:lvl3pPr>
            <a:lvl4pPr algn="l">
              <a:defRPr sz="2325" b="1">
                <a:solidFill>
                  <a:srgbClr val="10191A"/>
                </a:solidFill>
                <a:latin typeface="Arial"/>
                <a:ea typeface="Arial"/>
                <a:cs typeface="Arial"/>
              </a:defRPr>
            </a:lvl4pPr>
            <a:lvl5pPr algn="l">
              <a:defRPr sz="2325" b="1">
                <a:solidFill>
                  <a:srgbClr val="10191A"/>
                </a:solidFill>
                <a:latin typeface="Arial"/>
                <a:ea typeface="Arial"/>
                <a:cs typeface="Arial"/>
              </a:defRPr>
            </a:lvl5pPr>
            <a:lvl6pPr algn="l">
              <a:defRPr sz="2325" b="1">
                <a:solidFill>
                  <a:srgbClr val="10191A"/>
                </a:solidFill>
                <a:latin typeface="Arial"/>
                <a:ea typeface="Arial"/>
                <a:cs typeface="Arial"/>
              </a:defRPr>
            </a:lvl6pPr>
            <a:lvl7pPr algn="l">
              <a:defRPr sz="2325" b="1">
                <a:solidFill>
                  <a:srgbClr val="10191A"/>
                </a:solidFill>
                <a:latin typeface="Arial"/>
                <a:ea typeface="Arial"/>
                <a:cs typeface="Arial"/>
              </a:defRPr>
            </a:lvl7pPr>
            <a:lvl8pPr algn="l">
              <a:defRPr sz="2325" b="1">
                <a:solidFill>
                  <a:srgbClr val="10191A"/>
                </a:solidFill>
                <a:latin typeface="Arial"/>
                <a:ea typeface="Arial"/>
                <a:cs typeface="Arial"/>
              </a:defRPr>
            </a:lvl8pPr>
            <a:lvl9pPr algn="l">
              <a:defRPr sz="2325" b="1">
                <a:solidFill>
                  <a:srgbClr val="10191A"/>
                </a:solidFill>
                <a:latin typeface="Arial"/>
                <a:ea typeface="Arial"/>
                <a:cs typeface="Arial"/>
              </a:defRPr>
            </a:lvl9pPr>
          </a:lstStyle>
          <a:p>
            <a:pPr algn="l">
              <a:defRPr sz="2325" b="1">
                <a:solidFill>
                  <a:srgbClr val="10191A"/>
                </a:solidFill>
                <a:latin typeface="Arial"/>
                <a:ea typeface="Arial"/>
                <a:cs typeface="Arial"/>
              </a:defRPr>
            </a:pPr>
            <a:r>
              <a:rPr sz="2325" b="1">
                <a:solidFill>
                  <a:srgbClr val="10191A"/>
                </a:solidFill>
                <a:latin typeface="Arial"/>
                <a:ea typeface="Arial"/>
                <a:cs typeface="Arial"/>
              </a:rPr>
              <a:t>0.799</a:t>
            </a:r>
          </a:p>
        </p:txBody>
      </p:sp>
      <p:sp>
        <p:nvSpPr>
          <p:cNvPr id="14" name="Rectangle 13">
            <a:extLst>
              <a:ext uri="{FF2B5EF4-FFF2-40B4-BE49-F238E27FC236}">
                <a16:creationId xmlns:a16="http://schemas.microsoft.com/office/drawing/2014/main" id="{47DD45E0-9FC5-489B-AC4D-1CDB59E70A6F}"/>
              </a:ext>
            </a:extLst>
          </p:cNvPr>
          <p:cNvSpPr>
            <a:spLocks noGrp="1"/>
          </p:cNvSpPr>
          <p:nvPr/>
        </p:nvSpPr>
        <p:spPr>
          <a:xfrm>
            <a:off x="8286750" y="4371975"/>
            <a:ext cx="2857500" cy="247650"/>
          </a:xfrm>
          <a:prstGeom prst="rect">
            <a:avLst/>
          </a:prstGeom>
          <a:noFill/>
          <a:ln w="0">
            <a:noFill/>
            <a:prstDash val="solid"/>
          </a:ln>
        </p:spPr>
        <p:txBody>
          <a:bodyPr wrap="square" lIns="0" tIns="0" rIns="0" bIns="0" anchor="ctr">
            <a:normAutofit/>
          </a:bodyPr>
          <a:lstStyle>
            <a:defPPr algn="l">
              <a:defRPr sz="1275" b="0">
                <a:solidFill>
                  <a:srgbClr val="243537"/>
                </a:solidFill>
                <a:latin typeface="Arial"/>
                <a:ea typeface="Arial"/>
                <a:cs typeface="Arial"/>
              </a:defRPr>
            </a:defPPr>
            <a:lvl1pPr algn="l">
              <a:defRPr sz="1275" b="0">
                <a:solidFill>
                  <a:srgbClr val="243537"/>
                </a:solidFill>
                <a:latin typeface="Arial"/>
                <a:ea typeface="Arial"/>
                <a:cs typeface="Arial"/>
              </a:defRPr>
            </a:lvl1pPr>
            <a:lvl2pPr algn="l">
              <a:defRPr sz="1275" b="0">
                <a:solidFill>
                  <a:srgbClr val="243537"/>
                </a:solidFill>
                <a:latin typeface="Arial"/>
                <a:ea typeface="Arial"/>
                <a:cs typeface="Arial"/>
              </a:defRPr>
            </a:lvl2pPr>
            <a:lvl3pPr algn="l">
              <a:defRPr sz="1275" b="0">
                <a:solidFill>
                  <a:srgbClr val="243537"/>
                </a:solidFill>
                <a:latin typeface="Arial"/>
                <a:ea typeface="Arial"/>
                <a:cs typeface="Arial"/>
              </a:defRPr>
            </a:lvl3pPr>
            <a:lvl4pPr algn="l">
              <a:defRPr sz="1275" b="0">
                <a:solidFill>
                  <a:srgbClr val="243537"/>
                </a:solidFill>
                <a:latin typeface="Arial"/>
                <a:ea typeface="Arial"/>
                <a:cs typeface="Arial"/>
              </a:defRPr>
            </a:lvl4pPr>
            <a:lvl5pPr algn="l">
              <a:defRPr sz="1275" b="0">
                <a:solidFill>
                  <a:srgbClr val="243537"/>
                </a:solidFill>
                <a:latin typeface="Arial"/>
                <a:ea typeface="Arial"/>
                <a:cs typeface="Arial"/>
              </a:defRPr>
            </a:lvl5pPr>
            <a:lvl6pPr algn="l">
              <a:defRPr sz="1275" b="0">
                <a:solidFill>
                  <a:srgbClr val="243537"/>
                </a:solidFill>
                <a:latin typeface="Arial"/>
                <a:ea typeface="Arial"/>
                <a:cs typeface="Arial"/>
              </a:defRPr>
            </a:lvl6pPr>
            <a:lvl7pPr algn="l">
              <a:defRPr sz="1275" b="0">
                <a:solidFill>
                  <a:srgbClr val="243537"/>
                </a:solidFill>
                <a:latin typeface="Arial"/>
                <a:ea typeface="Arial"/>
                <a:cs typeface="Arial"/>
              </a:defRPr>
            </a:lvl7pPr>
            <a:lvl8pPr algn="l">
              <a:defRPr sz="1275" b="0">
                <a:solidFill>
                  <a:srgbClr val="243537"/>
                </a:solidFill>
                <a:latin typeface="Arial"/>
                <a:ea typeface="Arial"/>
                <a:cs typeface="Arial"/>
              </a:defRPr>
            </a:lvl8pPr>
            <a:lvl9pPr algn="l">
              <a:defRPr sz="1275" b="0">
                <a:solidFill>
                  <a:srgbClr val="243537"/>
                </a:solidFill>
                <a:latin typeface="Arial"/>
                <a:ea typeface="Arial"/>
                <a:cs typeface="Arial"/>
              </a:defRPr>
            </a:lvl9pPr>
          </a:lstStyle>
          <a:p>
            <a:pPr algn="l">
              <a:defRPr sz="1275" b="0">
                <a:solidFill>
                  <a:srgbClr val="243537"/>
                </a:solidFill>
                <a:latin typeface="Arial"/>
                <a:ea typeface="Arial"/>
                <a:cs typeface="Arial"/>
              </a:defRPr>
            </a:pPr>
            <a:r>
              <a:rPr sz="1275" b="0">
                <a:solidFill>
                  <a:srgbClr val="243537"/>
                </a:solidFill>
                <a:latin typeface="Arial"/>
                <a:ea typeface="Arial"/>
                <a:cs typeface="Arial"/>
              </a:rPr>
              <a:t>mAP@0.5:0.95</a:t>
            </a:r>
          </a:p>
        </p:txBody>
      </p:sp>
      <p:sp>
        <p:nvSpPr>
          <p:cNvPr id="15" name="Rectangle 14">
            <a:extLst>
              <a:ext uri="{FF2B5EF4-FFF2-40B4-BE49-F238E27FC236}">
                <a16:creationId xmlns:a16="http://schemas.microsoft.com/office/drawing/2014/main" id="{53A94CBD-64C2-4640-A854-F2BB46132AC0}"/>
              </a:ext>
            </a:extLst>
          </p:cNvPr>
          <p:cNvSpPr>
            <a:spLocks noGrp="1"/>
          </p:cNvSpPr>
          <p:nvPr/>
        </p:nvSpPr>
        <p:spPr>
          <a:xfrm>
            <a:off x="8286750" y="4638675"/>
            <a:ext cx="2857500" cy="400050"/>
          </a:xfrm>
          <a:prstGeom prst="rect">
            <a:avLst/>
          </a:prstGeom>
          <a:noFill/>
          <a:ln w="0">
            <a:noFill/>
            <a:prstDash val="solid"/>
          </a:ln>
        </p:spPr>
        <p:txBody>
          <a:bodyPr wrap="square" lIns="0" tIns="0" rIns="0" bIns="0" anchor="ctr">
            <a:normAutofit/>
          </a:bodyPr>
          <a:lstStyle>
            <a:defPPr algn="l">
              <a:defRPr sz="2325" b="1">
                <a:solidFill>
                  <a:srgbClr val="10191A"/>
                </a:solidFill>
                <a:latin typeface="Arial"/>
                <a:ea typeface="Arial"/>
                <a:cs typeface="Arial"/>
              </a:defRPr>
            </a:defPPr>
            <a:lvl1pPr algn="l">
              <a:defRPr sz="2325" b="1">
                <a:solidFill>
                  <a:srgbClr val="10191A"/>
                </a:solidFill>
                <a:latin typeface="Arial"/>
                <a:ea typeface="Arial"/>
                <a:cs typeface="Arial"/>
              </a:defRPr>
            </a:lvl1pPr>
            <a:lvl2pPr algn="l">
              <a:defRPr sz="2325" b="1">
                <a:solidFill>
                  <a:srgbClr val="10191A"/>
                </a:solidFill>
                <a:latin typeface="Arial"/>
                <a:ea typeface="Arial"/>
                <a:cs typeface="Arial"/>
              </a:defRPr>
            </a:lvl2pPr>
            <a:lvl3pPr algn="l">
              <a:defRPr sz="2325" b="1">
                <a:solidFill>
                  <a:srgbClr val="10191A"/>
                </a:solidFill>
                <a:latin typeface="Arial"/>
                <a:ea typeface="Arial"/>
                <a:cs typeface="Arial"/>
              </a:defRPr>
            </a:lvl3pPr>
            <a:lvl4pPr algn="l">
              <a:defRPr sz="2325" b="1">
                <a:solidFill>
                  <a:srgbClr val="10191A"/>
                </a:solidFill>
                <a:latin typeface="Arial"/>
                <a:ea typeface="Arial"/>
                <a:cs typeface="Arial"/>
              </a:defRPr>
            </a:lvl4pPr>
            <a:lvl5pPr algn="l">
              <a:defRPr sz="2325" b="1">
                <a:solidFill>
                  <a:srgbClr val="10191A"/>
                </a:solidFill>
                <a:latin typeface="Arial"/>
                <a:ea typeface="Arial"/>
                <a:cs typeface="Arial"/>
              </a:defRPr>
            </a:lvl5pPr>
            <a:lvl6pPr algn="l">
              <a:defRPr sz="2325" b="1">
                <a:solidFill>
                  <a:srgbClr val="10191A"/>
                </a:solidFill>
                <a:latin typeface="Arial"/>
                <a:ea typeface="Arial"/>
                <a:cs typeface="Arial"/>
              </a:defRPr>
            </a:lvl6pPr>
            <a:lvl7pPr algn="l">
              <a:defRPr sz="2325" b="1">
                <a:solidFill>
                  <a:srgbClr val="10191A"/>
                </a:solidFill>
                <a:latin typeface="Arial"/>
                <a:ea typeface="Arial"/>
                <a:cs typeface="Arial"/>
              </a:defRPr>
            </a:lvl7pPr>
            <a:lvl8pPr algn="l">
              <a:defRPr sz="2325" b="1">
                <a:solidFill>
                  <a:srgbClr val="10191A"/>
                </a:solidFill>
                <a:latin typeface="Arial"/>
                <a:ea typeface="Arial"/>
                <a:cs typeface="Arial"/>
              </a:defRPr>
            </a:lvl8pPr>
            <a:lvl9pPr algn="l">
              <a:defRPr sz="2325" b="1">
                <a:solidFill>
                  <a:srgbClr val="10191A"/>
                </a:solidFill>
                <a:latin typeface="Arial"/>
                <a:ea typeface="Arial"/>
                <a:cs typeface="Arial"/>
              </a:defRPr>
            </a:lvl9pPr>
          </a:lstStyle>
          <a:p>
            <a:pPr algn="l">
              <a:defRPr sz="2325" b="1">
                <a:solidFill>
                  <a:srgbClr val="10191A"/>
                </a:solidFill>
                <a:latin typeface="Arial"/>
                <a:ea typeface="Arial"/>
                <a:cs typeface="Arial"/>
              </a:defRPr>
            </a:pPr>
            <a:r>
              <a:rPr sz="2325" b="1">
                <a:solidFill>
                  <a:srgbClr val="10191A"/>
                </a:solidFill>
                <a:latin typeface="Arial"/>
                <a:ea typeface="Arial"/>
                <a:cs typeface="Arial"/>
              </a:rPr>
              <a:t>0.561</a:t>
            </a:r>
          </a:p>
        </p:txBody>
      </p:sp>
      <p:sp>
        <p:nvSpPr>
          <p:cNvPr id="16" name="Rectangle 15">
            <a:extLst>
              <a:ext uri="{FF2B5EF4-FFF2-40B4-BE49-F238E27FC236}">
                <a16:creationId xmlns:a16="http://schemas.microsoft.com/office/drawing/2014/main" id="{0D8B5003-B2C7-468F-AF39-73372F75B2C5}"/>
              </a:ext>
            </a:extLst>
          </p:cNvPr>
          <p:cNvSpPr>
            <a:spLocks noGrp="1"/>
          </p:cNvSpPr>
          <p:nvPr/>
        </p:nvSpPr>
        <p:spPr>
          <a:xfrm>
            <a:off x="8286750" y="5276850"/>
            <a:ext cx="2952750" cy="666750"/>
          </a:xfrm>
          <a:prstGeom prst="rect">
            <a:avLst/>
          </a:prstGeom>
          <a:noFill/>
          <a:ln w="0">
            <a:noFill/>
            <a:prstDash val="solid"/>
          </a:ln>
        </p:spPr>
        <p:txBody>
          <a:bodyPr wrap="square" lIns="0" tIns="0" rIns="0" bIns="0" anchor="ctr">
            <a:normAutofit/>
          </a:bodyPr>
          <a:lstStyle>
            <a:defPPr algn="l">
              <a:defRPr sz="1200" b="0">
                <a:solidFill>
                  <a:srgbClr val="243537"/>
                </a:solidFill>
                <a:latin typeface="Arial"/>
                <a:ea typeface="Arial"/>
                <a:cs typeface="Arial"/>
              </a:defRPr>
            </a:defPPr>
            <a:lvl1pPr algn="l">
              <a:defRPr sz="1200" b="0">
                <a:solidFill>
                  <a:srgbClr val="243537"/>
                </a:solidFill>
                <a:latin typeface="Arial"/>
                <a:ea typeface="Arial"/>
                <a:cs typeface="Arial"/>
              </a:defRPr>
            </a:lvl1pPr>
            <a:lvl2pPr algn="l">
              <a:defRPr sz="1200" b="0">
                <a:solidFill>
                  <a:srgbClr val="243537"/>
                </a:solidFill>
                <a:latin typeface="Arial"/>
                <a:ea typeface="Arial"/>
                <a:cs typeface="Arial"/>
              </a:defRPr>
            </a:lvl2pPr>
            <a:lvl3pPr algn="l">
              <a:defRPr sz="1200" b="0">
                <a:solidFill>
                  <a:srgbClr val="243537"/>
                </a:solidFill>
                <a:latin typeface="Arial"/>
                <a:ea typeface="Arial"/>
                <a:cs typeface="Arial"/>
              </a:defRPr>
            </a:lvl3pPr>
            <a:lvl4pPr algn="l">
              <a:defRPr sz="1200" b="0">
                <a:solidFill>
                  <a:srgbClr val="243537"/>
                </a:solidFill>
                <a:latin typeface="Arial"/>
                <a:ea typeface="Arial"/>
                <a:cs typeface="Arial"/>
              </a:defRPr>
            </a:lvl4pPr>
            <a:lvl5pPr algn="l">
              <a:defRPr sz="1200" b="0">
                <a:solidFill>
                  <a:srgbClr val="243537"/>
                </a:solidFill>
                <a:latin typeface="Arial"/>
                <a:ea typeface="Arial"/>
                <a:cs typeface="Arial"/>
              </a:defRPr>
            </a:lvl5pPr>
            <a:lvl6pPr algn="l">
              <a:defRPr sz="1200" b="0">
                <a:solidFill>
                  <a:srgbClr val="243537"/>
                </a:solidFill>
                <a:latin typeface="Arial"/>
                <a:ea typeface="Arial"/>
                <a:cs typeface="Arial"/>
              </a:defRPr>
            </a:lvl6pPr>
            <a:lvl7pPr algn="l">
              <a:defRPr sz="1200" b="0">
                <a:solidFill>
                  <a:srgbClr val="243537"/>
                </a:solidFill>
                <a:latin typeface="Arial"/>
                <a:ea typeface="Arial"/>
                <a:cs typeface="Arial"/>
              </a:defRPr>
            </a:lvl7pPr>
            <a:lvl8pPr algn="l">
              <a:defRPr sz="1200" b="0">
                <a:solidFill>
                  <a:srgbClr val="243537"/>
                </a:solidFill>
                <a:latin typeface="Arial"/>
                <a:ea typeface="Arial"/>
                <a:cs typeface="Arial"/>
              </a:defRPr>
            </a:lvl8pPr>
            <a:lvl9pPr algn="l">
              <a:defRPr sz="1200" b="0">
                <a:solidFill>
                  <a:srgbClr val="243537"/>
                </a:solidFill>
                <a:latin typeface="Arial"/>
                <a:ea typeface="Arial"/>
                <a:cs typeface="Arial"/>
              </a:defRPr>
            </a:lvl9pPr>
          </a:lstStyle>
          <a:p>
            <a:pPr algn="l">
              <a:defRPr sz="1200" b="0">
                <a:solidFill>
                  <a:srgbClr val="243537"/>
                </a:solidFill>
                <a:latin typeface="Arial"/>
                <a:ea typeface="Arial"/>
                <a:cs typeface="Arial"/>
              </a:defRPr>
            </a:pPr>
            <a:r>
              <a:rPr sz="1200" b="0">
                <a:solidFill>
                  <a:srgbClr val="243537"/>
                </a:solidFill>
                <a:latin typeface="Arial"/>
                <a:ea typeface="Arial"/>
                <a:cs typeface="Arial"/>
              </a:rPr>
              <a:t>PR curve summarizes the precision–recall trade-off across confidence thresholds.</a:t>
            </a:r>
          </a:p>
        </p:txBody>
      </p:sp>
      <p:sp>
        <p:nvSpPr>
          <p:cNvPr id="17" name="Rectangle 16">
            <a:extLst>
              <a:ext uri="{FF2B5EF4-FFF2-40B4-BE49-F238E27FC236}">
                <a16:creationId xmlns:a16="http://schemas.microsoft.com/office/drawing/2014/main" id="{06F64ECA-FEE3-493D-A99D-144D3A264C5E}"/>
              </a:ext>
            </a:extLst>
          </p:cNvPr>
          <p:cNvSpPr>
            <a:spLocks noGrp="1"/>
          </p:cNvSpPr>
          <p:nvPr/>
        </p:nvSpPr>
        <p:spPr>
          <a:xfrm>
            <a:off x="628650" y="6096000"/>
            <a:ext cx="10191750" cy="209550"/>
          </a:xfrm>
          <a:prstGeom prst="rect">
            <a:avLst/>
          </a:prstGeom>
          <a:noFill/>
          <a:ln w="0">
            <a:noFill/>
            <a:prstDash val="solid"/>
          </a:ln>
        </p:spPr>
        <p:txBody>
          <a:bodyPr wrap="square" lIns="0" tIns="0" rIns="0" bIns="0" anchor="ctr">
            <a:normAutofit/>
          </a:bodyPr>
          <a:lstStyle>
            <a:defPPr algn="l">
              <a:defRPr sz="1125" b="0">
                <a:solidFill>
                  <a:srgbClr val="243537"/>
                </a:solidFill>
                <a:latin typeface="Arial"/>
                <a:ea typeface="Arial"/>
                <a:cs typeface="Arial"/>
              </a:defRPr>
            </a:defPPr>
            <a:lvl1pPr algn="l">
              <a:defRPr sz="1125" b="0">
                <a:solidFill>
                  <a:srgbClr val="243537"/>
                </a:solidFill>
                <a:latin typeface="Arial"/>
                <a:ea typeface="Arial"/>
                <a:cs typeface="Arial"/>
              </a:defRPr>
            </a:lvl1pPr>
            <a:lvl2pPr algn="l">
              <a:defRPr sz="1125" b="0">
                <a:solidFill>
                  <a:srgbClr val="243537"/>
                </a:solidFill>
                <a:latin typeface="Arial"/>
                <a:ea typeface="Arial"/>
                <a:cs typeface="Arial"/>
              </a:defRPr>
            </a:lvl2pPr>
            <a:lvl3pPr algn="l">
              <a:defRPr sz="1125" b="0">
                <a:solidFill>
                  <a:srgbClr val="243537"/>
                </a:solidFill>
                <a:latin typeface="Arial"/>
                <a:ea typeface="Arial"/>
                <a:cs typeface="Arial"/>
              </a:defRPr>
            </a:lvl3pPr>
            <a:lvl4pPr algn="l">
              <a:defRPr sz="1125" b="0">
                <a:solidFill>
                  <a:srgbClr val="243537"/>
                </a:solidFill>
                <a:latin typeface="Arial"/>
                <a:ea typeface="Arial"/>
                <a:cs typeface="Arial"/>
              </a:defRPr>
            </a:lvl4pPr>
            <a:lvl5pPr algn="l">
              <a:defRPr sz="1125" b="0">
                <a:solidFill>
                  <a:srgbClr val="243537"/>
                </a:solidFill>
                <a:latin typeface="Arial"/>
                <a:ea typeface="Arial"/>
                <a:cs typeface="Arial"/>
              </a:defRPr>
            </a:lvl5pPr>
            <a:lvl6pPr algn="l">
              <a:defRPr sz="1125" b="0">
                <a:solidFill>
                  <a:srgbClr val="243537"/>
                </a:solidFill>
                <a:latin typeface="Arial"/>
                <a:ea typeface="Arial"/>
                <a:cs typeface="Arial"/>
              </a:defRPr>
            </a:lvl6pPr>
            <a:lvl7pPr algn="l">
              <a:defRPr sz="1125" b="0">
                <a:solidFill>
                  <a:srgbClr val="243537"/>
                </a:solidFill>
                <a:latin typeface="Arial"/>
                <a:ea typeface="Arial"/>
                <a:cs typeface="Arial"/>
              </a:defRPr>
            </a:lvl7pPr>
            <a:lvl8pPr algn="l">
              <a:defRPr sz="1125" b="0">
                <a:solidFill>
                  <a:srgbClr val="243537"/>
                </a:solidFill>
                <a:latin typeface="Arial"/>
                <a:ea typeface="Arial"/>
                <a:cs typeface="Arial"/>
              </a:defRPr>
            </a:lvl8pPr>
            <a:lvl9pPr algn="l">
              <a:defRPr sz="1125" b="0">
                <a:solidFill>
                  <a:srgbClr val="243537"/>
                </a:solidFill>
                <a:latin typeface="Arial"/>
                <a:ea typeface="Arial"/>
                <a:cs typeface="Arial"/>
              </a:defRPr>
            </a:lvl9pPr>
          </a:lstStyle>
          <a:p>
            <a:pPr algn="l">
              <a:defRPr sz="1125" b="0">
                <a:solidFill>
                  <a:srgbClr val="243537"/>
                </a:solidFill>
                <a:latin typeface="Arial"/>
                <a:ea typeface="Arial"/>
                <a:cs typeface="Arial"/>
              </a:defRPr>
            </a:pPr>
            <a:r>
              <a:rPr sz="1125" b="0">
                <a:solidFill>
                  <a:srgbClr val="243537"/>
                </a:solidFill>
                <a:latin typeface="Arial"/>
                <a:ea typeface="Arial"/>
                <a:cs typeface="Arial"/>
              </a:rPr>
              <a:t>Metrics are from the recorded training run results, not a separately reported test-set evaluation.</a:t>
            </a:r>
          </a:p>
        </p:txBody>
      </p:sp>
    </p:spTree>
    <p:extLst>
      <p:ext uri="{BB962C8B-B14F-4D97-AF65-F5344CB8AC3E}">
        <p14:creationId xmlns:p14="http://schemas.microsoft.com/office/powerpoint/2010/main" val="20435847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1E8"/>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58D71595-4C6C-4AC3-9B97-D9E6B1329FA8}"/>
              </a:ext>
            </a:extLst>
          </p:cNvPr>
          <p:cNvSpPr>
            <a:spLocks noGrp="1"/>
          </p:cNvSpPr>
          <p:nvPr/>
        </p:nvSpPr>
        <p:spPr>
          <a:xfrm>
            <a:off x="0" y="0"/>
            <a:ext cx="133350" cy="6858000"/>
          </a:xfrm>
          <a:prstGeom prst="rect">
            <a:avLst/>
          </a:prstGeom>
          <a:solidFill>
            <a:srgbClr val="C6F36B"/>
          </a:solidFill>
          <a:ln w="0">
            <a:noFill/>
            <a:prstDash val="solid"/>
          </a:ln>
        </p:spPr>
        <p:txBody>
          <a:bodyPr/>
          <a:lstStyle/>
          <a:p>
            <a:endParaRPr lang="en-IN"/>
          </a:p>
        </p:txBody>
      </p:sp>
      <p:sp>
        <p:nvSpPr>
          <p:cNvPr id="2" name="Rectangle 1">
            <a:extLst>
              <a:ext uri="{FF2B5EF4-FFF2-40B4-BE49-F238E27FC236}">
                <a16:creationId xmlns:a16="http://schemas.microsoft.com/office/drawing/2014/main" id="{33196F2C-B1EE-4465-9DF4-F1D02DD02754}"/>
              </a:ext>
            </a:extLst>
          </p:cNvPr>
          <p:cNvSpPr>
            <a:spLocks noGrp="1"/>
          </p:cNvSpPr>
          <p:nvPr/>
        </p:nvSpPr>
        <p:spPr>
          <a:xfrm>
            <a:off x="590550" y="285750"/>
            <a:ext cx="8572500" cy="219075"/>
          </a:xfrm>
          <a:prstGeom prst="rect">
            <a:avLst/>
          </a:prstGeom>
          <a:noFill/>
          <a:ln w="0">
            <a:noFill/>
            <a:prstDash val="solid"/>
          </a:ln>
        </p:spPr>
        <p:txBody>
          <a:bodyPr wrap="square" lIns="0" tIns="0" rIns="0" bIns="0" anchor="ctr">
            <a:normAutofit/>
          </a:bodyPr>
          <a:lstStyle>
            <a:defPPr algn="l">
              <a:defRPr sz="1050" b="1">
                <a:solidFill>
                  <a:srgbClr val="243537"/>
                </a:solidFill>
                <a:latin typeface="Arial"/>
                <a:ea typeface="Arial"/>
                <a:cs typeface="Arial"/>
              </a:defRPr>
            </a:defPPr>
            <a:lvl1pPr algn="l">
              <a:defRPr sz="1050" b="1">
                <a:solidFill>
                  <a:srgbClr val="243537"/>
                </a:solidFill>
                <a:latin typeface="Arial"/>
                <a:ea typeface="Arial"/>
                <a:cs typeface="Arial"/>
              </a:defRPr>
            </a:lvl1pPr>
            <a:lvl2pPr algn="l">
              <a:defRPr sz="1050" b="1">
                <a:solidFill>
                  <a:srgbClr val="243537"/>
                </a:solidFill>
                <a:latin typeface="Arial"/>
                <a:ea typeface="Arial"/>
                <a:cs typeface="Arial"/>
              </a:defRPr>
            </a:lvl2pPr>
            <a:lvl3pPr algn="l">
              <a:defRPr sz="1050" b="1">
                <a:solidFill>
                  <a:srgbClr val="243537"/>
                </a:solidFill>
                <a:latin typeface="Arial"/>
                <a:ea typeface="Arial"/>
                <a:cs typeface="Arial"/>
              </a:defRPr>
            </a:lvl3pPr>
            <a:lvl4pPr algn="l">
              <a:defRPr sz="1050" b="1">
                <a:solidFill>
                  <a:srgbClr val="243537"/>
                </a:solidFill>
                <a:latin typeface="Arial"/>
                <a:ea typeface="Arial"/>
                <a:cs typeface="Arial"/>
              </a:defRPr>
            </a:lvl4pPr>
            <a:lvl5pPr algn="l">
              <a:defRPr sz="1050" b="1">
                <a:solidFill>
                  <a:srgbClr val="243537"/>
                </a:solidFill>
                <a:latin typeface="Arial"/>
                <a:ea typeface="Arial"/>
                <a:cs typeface="Arial"/>
              </a:defRPr>
            </a:lvl5pPr>
            <a:lvl6pPr algn="l">
              <a:defRPr sz="1050" b="1">
                <a:solidFill>
                  <a:srgbClr val="243537"/>
                </a:solidFill>
                <a:latin typeface="Arial"/>
                <a:ea typeface="Arial"/>
                <a:cs typeface="Arial"/>
              </a:defRPr>
            </a:lvl6pPr>
            <a:lvl7pPr algn="l">
              <a:defRPr sz="1050" b="1">
                <a:solidFill>
                  <a:srgbClr val="243537"/>
                </a:solidFill>
                <a:latin typeface="Arial"/>
                <a:ea typeface="Arial"/>
                <a:cs typeface="Arial"/>
              </a:defRPr>
            </a:lvl7pPr>
            <a:lvl8pPr algn="l">
              <a:defRPr sz="1050" b="1">
                <a:solidFill>
                  <a:srgbClr val="243537"/>
                </a:solidFill>
                <a:latin typeface="Arial"/>
                <a:ea typeface="Arial"/>
                <a:cs typeface="Arial"/>
              </a:defRPr>
            </a:lvl8pPr>
            <a:lvl9pPr algn="l">
              <a:defRPr sz="1050" b="1">
                <a:solidFill>
                  <a:srgbClr val="243537"/>
                </a:solidFill>
                <a:latin typeface="Arial"/>
                <a:ea typeface="Arial"/>
                <a:cs typeface="Arial"/>
              </a:defRPr>
            </a:lvl9pPr>
          </a:lstStyle>
          <a:p>
            <a:pPr algn="l">
              <a:defRPr sz="1050" b="1">
                <a:solidFill>
                  <a:srgbClr val="243537"/>
                </a:solidFill>
                <a:latin typeface="Arial"/>
                <a:ea typeface="Arial"/>
                <a:cs typeface="Arial"/>
              </a:defRPr>
            </a:pPr>
            <a:r>
              <a:rPr sz="1050" b="1">
                <a:solidFill>
                  <a:srgbClr val="243537"/>
                </a:solidFill>
                <a:latin typeface="Arial"/>
                <a:ea typeface="Arial"/>
                <a:cs typeface="Arial"/>
              </a:rPr>
              <a:t>07  /  RESULT ANALYSIS</a:t>
            </a:r>
          </a:p>
        </p:txBody>
      </p:sp>
      <p:sp>
        <p:nvSpPr>
          <p:cNvPr id="3" name="Rectangle 2">
            <a:extLst>
              <a:ext uri="{FF2B5EF4-FFF2-40B4-BE49-F238E27FC236}">
                <a16:creationId xmlns:a16="http://schemas.microsoft.com/office/drawing/2014/main" id="{9D830A5F-951E-4210-B678-FF6A9758B7D0}"/>
              </a:ext>
            </a:extLst>
          </p:cNvPr>
          <p:cNvSpPr>
            <a:spLocks noGrp="1"/>
          </p:cNvSpPr>
          <p:nvPr/>
        </p:nvSpPr>
        <p:spPr>
          <a:xfrm>
            <a:off x="590550" y="647700"/>
            <a:ext cx="10858500" cy="514350"/>
          </a:xfrm>
          <a:prstGeom prst="rect">
            <a:avLst/>
          </a:prstGeom>
          <a:noFill/>
          <a:ln w="0">
            <a:noFill/>
            <a:prstDash val="solid"/>
          </a:ln>
        </p:spPr>
        <p:txBody>
          <a:bodyPr wrap="square" lIns="0" tIns="0" rIns="0" bIns="0" anchor="ctr">
            <a:normAutofit/>
          </a:bodyPr>
          <a:lstStyle>
            <a:defPPr algn="l">
              <a:defRPr sz="2700" b="1">
                <a:solidFill>
                  <a:srgbClr val="10191A"/>
                </a:solidFill>
                <a:latin typeface="Arial"/>
                <a:ea typeface="Arial"/>
                <a:cs typeface="Arial"/>
              </a:defRPr>
            </a:defPPr>
            <a:lvl1pPr algn="l">
              <a:defRPr sz="2700" b="1">
                <a:solidFill>
                  <a:srgbClr val="10191A"/>
                </a:solidFill>
                <a:latin typeface="Arial"/>
                <a:ea typeface="Arial"/>
                <a:cs typeface="Arial"/>
              </a:defRPr>
            </a:lvl1pPr>
            <a:lvl2pPr algn="l">
              <a:defRPr sz="2700" b="1">
                <a:solidFill>
                  <a:srgbClr val="10191A"/>
                </a:solidFill>
                <a:latin typeface="Arial"/>
                <a:ea typeface="Arial"/>
                <a:cs typeface="Arial"/>
              </a:defRPr>
            </a:lvl2pPr>
            <a:lvl3pPr algn="l">
              <a:defRPr sz="2700" b="1">
                <a:solidFill>
                  <a:srgbClr val="10191A"/>
                </a:solidFill>
                <a:latin typeface="Arial"/>
                <a:ea typeface="Arial"/>
                <a:cs typeface="Arial"/>
              </a:defRPr>
            </a:lvl3pPr>
            <a:lvl4pPr algn="l">
              <a:defRPr sz="2700" b="1">
                <a:solidFill>
                  <a:srgbClr val="10191A"/>
                </a:solidFill>
                <a:latin typeface="Arial"/>
                <a:ea typeface="Arial"/>
                <a:cs typeface="Arial"/>
              </a:defRPr>
            </a:lvl4pPr>
            <a:lvl5pPr algn="l">
              <a:defRPr sz="2700" b="1">
                <a:solidFill>
                  <a:srgbClr val="10191A"/>
                </a:solidFill>
                <a:latin typeface="Arial"/>
                <a:ea typeface="Arial"/>
                <a:cs typeface="Arial"/>
              </a:defRPr>
            </a:lvl5pPr>
            <a:lvl6pPr algn="l">
              <a:defRPr sz="2700" b="1">
                <a:solidFill>
                  <a:srgbClr val="10191A"/>
                </a:solidFill>
                <a:latin typeface="Arial"/>
                <a:ea typeface="Arial"/>
                <a:cs typeface="Arial"/>
              </a:defRPr>
            </a:lvl6pPr>
            <a:lvl7pPr algn="l">
              <a:defRPr sz="2700" b="1">
                <a:solidFill>
                  <a:srgbClr val="10191A"/>
                </a:solidFill>
                <a:latin typeface="Arial"/>
                <a:ea typeface="Arial"/>
                <a:cs typeface="Arial"/>
              </a:defRPr>
            </a:lvl7pPr>
            <a:lvl8pPr algn="l">
              <a:defRPr sz="2700" b="1">
                <a:solidFill>
                  <a:srgbClr val="10191A"/>
                </a:solidFill>
                <a:latin typeface="Arial"/>
                <a:ea typeface="Arial"/>
                <a:cs typeface="Arial"/>
              </a:defRPr>
            </a:lvl8pPr>
            <a:lvl9pPr algn="l">
              <a:defRPr sz="2700" b="1">
                <a:solidFill>
                  <a:srgbClr val="10191A"/>
                </a:solidFill>
                <a:latin typeface="Arial"/>
                <a:ea typeface="Arial"/>
                <a:cs typeface="Arial"/>
              </a:defRPr>
            </a:lvl9pPr>
          </a:lstStyle>
          <a:p>
            <a:pPr algn="l">
              <a:defRPr sz="2700" b="1">
                <a:solidFill>
                  <a:srgbClr val="10191A"/>
                </a:solidFill>
                <a:latin typeface="Arial"/>
                <a:ea typeface="Arial"/>
                <a:cs typeface="Arial"/>
              </a:defRPr>
            </a:pPr>
            <a:r>
              <a:rPr sz="2700" b="1">
                <a:solidFill>
                  <a:srgbClr val="10191A"/>
                </a:solidFill>
                <a:latin typeface="Arial"/>
                <a:ea typeface="Arial"/>
                <a:cs typeface="Arial"/>
              </a:rPr>
              <a:t>Class performance and errors</a:t>
            </a:r>
          </a:p>
        </p:txBody>
      </p:sp>
      <p:sp>
        <p:nvSpPr>
          <p:cNvPr id="4" name="Straight Connector 3">
            <a:extLst>
              <a:ext uri="{FF2B5EF4-FFF2-40B4-BE49-F238E27FC236}">
                <a16:creationId xmlns:a16="http://schemas.microsoft.com/office/drawing/2014/main" id="{3C184596-110C-4579-B338-3D395E7BCD09}"/>
              </a:ext>
            </a:extLst>
          </p:cNvPr>
          <p:cNvSpPr>
            <a:spLocks noGrp="1"/>
          </p:cNvSpPr>
          <p:nvPr/>
        </p:nvSpPr>
        <p:spPr>
          <a:xfrm>
            <a:off x="590550" y="1304925"/>
            <a:ext cx="11010900" cy="9525"/>
          </a:xfrm>
          <a:prstGeom prst="line">
            <a:avLst/>
          </a:prstGeom>
          <a:noFill/>
          <a:ln w="9525">
            <a:solidFill>
              <a:srgbClr val="D1D6CC"/>
            </a:solidFill>
            <a:prstDash val="solid"/>
          </a:ln>
        </p:spPr>
        <p:txBody>
          <a:bodyPr/>
          <a:lstStyle/>
          <a:p>
            <a:endParaRPr lang="en-IN"/>
          </a:p>
        </p:txBody>
      </p:sp>
      <p:sp>
        <p:nvSpPr>
          <p:cNvPr id="5" name="Rectangle 4">
            <a:extLst>
              <a:ext uri="{FF2B5EF4-FFF2-40B4-BE49-F238E27FC236}">
                <a16:creationId xmlns:a16="http://schemas.microsoft.com/office/drawing/2014/main" id="{114DFBDD-5398-4A21-8AA2-FB60199CD507}"/>
              </a:ext>
            </a:extLst>
          </p:cNvPr>
          <p:cNvSpPr>
            <a:spLocks noGrp="1"/>
          </p:cNvSpPr>
          <p:nvPr/>
        </p:nvSpPr>
        <p:spPr>
          <a:xfrm>
            <a:off x="11144250" y="6410325"/>
            <a:ext cx="457200" cy="190500"/>
          </a:xfrm>
          <a:prstGeom prst="rect">
            <a:avLst/>
          </a:prstGeom>
          <a:noFill/>
          <a:ln w="0">
            <a:noFill/>
            <a:prstDash val="solid"/>
          </a:ln>
        </p:spPr>
        <p:txBody>
          <a:bodyPr wrap="square" lIns="0" tIns="0" rIns="0" bIns="0" anchor="ctr">
            <a:normAutofit/>
          </a:bodyPr>
          <a:lstStyle>
            <a:defPPr algn="r">
              <a:defRPr sz="975" b="1">
                <a:solidFill>
                  <a:srgbClr val="243537"/>
                </a:solidFill>
                <a:latin typeface="Arial"/>
                <a:ea typeface="Arial"/>
                <a:cs typeface="Arial"/>
              </a:defRPr>
            </a:defPPr>
            <a:lvl1pPr algn="r">
              <a:defRPr sz="975" b="1">
                <a:solidFill>
                  <a:srgbClr val="243537"/>
                </a:solidFill>
                <a:latin typeface="Arial"/>
                <a:ea typeface="Arial"/>
                <a:cs typeface="Arial"/>
              </a:defRPr>
            </a:lvl1pPr>
            <a:lvl2pPr algn="r">
              <a:defRPr sz="975" b="1">
                <a:solidFill>
                  <a:srgbClr val="243537"/>
                </a:solidFill>
                <a:latin typeface="Arial"/>
                <a:ea typeface="Arial"/>
                <a:cs typeface="Arial"/>
              </a:defRPr>
            </a:lvl2pPr>
            <a:lvl3pPr algn="r">
              <a:defRPr sz="975" b="1">
                <a:solidFill>
                  <a:srgbClr val="243537"/>
                </a:solidFill>
                <a:latin typeface="Arial"/>
                <a:ea typeface="Arial"/>
                <a:cs typeface="Arial"/>
              </a:defRPr>
            </a:lvl3pPr>
            <a:lvl4pPr algn="r">
              <a:defRPr sz="975" b="1">
                <a:solidFill>
                  <a:srgbClr val="243537"/>
                </a:solidFill>
                <a:latin typeface="Arial"/>
                <a:ea typeface="Arial"/>
                <a:cs typeface="Arial"/>
              </a:defRPr>
            </a:lvl4pPr>
            <a:lvl5pPr algn="r">
              <a:defRPr sz="975" b="1">
                <a:solidFill>
                  <a:srgbClr val="243537"/>
                </a:solidFill>
                <a:latin typeface="Arial"/>
                <a:ea typeface="Arial"/>
                <a:cs typeface="Arial"/>
              </a:defRPr>
            </a:lvl5pPr>
            <a:lvl6pPr algn="r">
              <a:defRPr sz="975" b="1">
                <a:solidFill>
                  <a:srgbClr val="243537"/>
                </a:solidFill>
                <a:latin typeface="Arial"/>
                <a:ea typeface="Arial"/>
                <a:cs typeface="Arial"/>
              </a:defRPr>
            </a:lvl6pPr>
            <a:lvl7pPr algn="r">
              <a:defRPr sz="975" b="1">
                <a:solidFill>
                  <a:srgbClr val="243537"/>
                </a:solidFill>
                <a:latin typeface="Arial"/>
                <a:ea typeface="Arial"/>
                <a:cs typeface="Arial"/>
              </a:defRPr>
            </a:lvl7pPr>
            <a:lvl8pPr algn="r">
              <a:defRPr sz="975" b="1">
                <a:solidFill>
                  <a:srgbClr val="243537"/>
                </a:solidFill>
                <a:latin typeface="Arial"/>
                <a:ea typeface="Arial"/>
                <a:cs typeface="Arial"/>
              </a:defRPr>
            </a:lvl8pPr>
            <a:lvl9pPr algn="r">
              <a:defRPr sz="975" b="1">
                <a:solidFill>
                  <a:srgbClr val="243537"/>
                </a:solidFill>
                <a:latin typeface="Arial"/>
                <a:ea typeface="Arial"/>
                <a:cs typeface="Arial"/>
              </a:defRPr>
            </a:lvl9pPr>
          </a:lstStyle>
          <a:p>
            <a:pPr algn="r">
              <a:defRPr sz="975" b="1">
                <a:solidFill>
                  <a:srgbClr val="243537"/>
                </a:solidFill>
                <a:latin typeface="Arial"/>
                <a:ea typeface="Arial"/>
                <a:cs typeface="Arial"/>
              </a:defRPr>
            </a:pPr>
            <a:r>
              <a:rPr sz="975" b="1">
                <a:solidFill>
                  <a:srgbClr val="243537"/>
                </a:solidFill>
                <a:latin typeface="Arial"/>
                <a:ea typeface="Arial"/>
                <a:cs typeface="Arial"/>
              </a:rPr>
              <a:t>09</a:t>
            </a:r>
          </a:p>
        </p:txBody>
      </p:sp>
      <p:pic>
        <p:nvPicPr>
          <p:cNvPr id="6" name="Picture 5">
            <a:extLst>
              <a:ext uri="{FF2B5EF4-FFF2-40B4-BE49-F238E27FC236}">
                <a16:creationId xmlns:a16="http://schemas.microsoft.com/office/drawing/2014/main" id="{0BCE7364-4E30-4B5E-BA50-61BAC7F3AD5F}"/>
              </a:ext>
            </a:extLst>
          </p:cNvPr>
          <p:cNvPicPr>
            <a:picLocks noChangeAspect="1"/>
          </p:cNvPicPr>
          <p:nvPr/>
        </p:nvPicPr>
        <p:blipFill>
          <a:blip r:embed="rId3"/>
          <a:stretch/>
        </p:blipFill>
        <p:spPr>
          <a:xfrm>
            <a:off x="571500" y="1562100"/>
            <a:ext cx="6096000" cy="4572000"/>
          </a:xfrm>
          <a:prstGeom prst="rect">
            <a:avLst/>
          </a:prstGeom>
        </p:spPr>
      </p:pic>
      <p:sp>
        <p:nvSpPr>
          <p:cNvPr id="7" name="Rectangle 6">
            <a:extLst>
              <a:ext uri="{FF2B5EF4-FFF2-40B4-BE49-F238E27FC236}">
                <a16:creationId xmlns:a16="http://schemas.microsoft.com/office/drawing/2014/main" id="{FB1F2B61-2FA5-4004-855F-02EAFC369E55}"/>
              </a:ext>
            </a:extLst>
          </p:cNvPr>
          <p:cNvSpPr>
            <a:spLocks noGrp="1"/>
          </p:cNvSpPr>
          <p:nvPr/>
        </p:nvSpPr>
        <p:spPr>
          <a:xfrm>
            <a:off x="7277100" y="1676400"/>
            <a:ext cx="3714750" cy="323850"/>
          </a:xfrm>
          <a:prstGeom prst="rect">
            <a:avLst/>
          </a:prstGeom>
          <a:noFill/>
          <a:ln w="0">
            <a:noFill/>
            <a:prstDash val="solid"/>
          </a:ln>
        </p:spPr>
        <p:txBody>
          <a:bodyPr wrap="square" lIns="0" tIns="0" rIns="0" bIns="0" anchor="ctr">
            <a:normAutofit/>
          </a:bodyPr>
          <a:lstStyle>
            <a:defPPr algn="l">
              <a:defRPr sz="1650" b="1">
                <a:solidFill>
                  <a:srgbClr val="32CDBA"/>
                </a:solidFill>
                <a:latin typeface="Arial"/>
                <a:ea typeface="Arial"/>
                <a:cs typeface="Arial"/>
              </a:defRPr>
            </a:defPPr>
            <a:lvl1pPr algn="l">
              <a:defRPr sz="1650" b="1">
                <a:solidFill>
                  <a:srgbClr val="32CDBA"/>
                </a:solidFill>
                <a:latin typeface="Arial"/>
                <a:ea typeface="Arial"/>
                <a:cs typeface="Arial"/>
              </a:defRPr>
            </a:lvl1pPr>
            <a:lvl2pPr algn="l">
              <a:defRPr sz="1650" b="1">
                <a:solidFill>
                  <a:srgbClr val="32CDBA"/>
                </a:solidFill>
                <a:latin typeface="Arial"/>
                <a:ea typeface="Arial"/>
                <a:cs typeface="Arial"/>
              </a:defRPr>
            </a:lvl2pPr>
            <a:lvl3pPr algn="l">
              <a:defRPr sz="1650" b="1">
                <a:solidFill>
                  <a:srgbClr val="32CDBA"/>
                </a:solidFill>
                <a:latin typeface="Arial"/>
                <a:ea typeface="Arial"/>
                <a:cs typeface="Arial"/>
              </a:defRPr>
            </a:lvl3pPr>
            <a:lvl4pPr algn="l">
              <a:defRPr sz="1650" b="1">
                <a:solidFill>
                  <a:srgbClr val="32CDBA"/>
                </a:solidFill>
                <a:latin typeface="Arial"/>
                <a:ea typeface="Arial"/>
                <a:cs typeface="Arial"/>
              </a:defRPr>
            </a:lvl4pPr>
            <a:lvl5pPr algn="l">
              <a:defRPr sz="1650" b="1">
                <a:solidFill>
                  <a:srgbClr val="32CDBA"/>
                </a:solidFill>
                <a:latin typeface="Arial"/>
                <a:ea typeface="Arial"/>
                <a:cs typeface="Arial"/>
              </a:defRPr>
            </a:lvl5pPr>
            <a:lvl6pPr algn="l">
              <a:defRPr sz="1650" b="1">
                <a:solidFill>
                  <a:srgbClr val="32CDBA"/>
                </a:solidFill>
                <a:latin typeface="Arial"/>
                <a:ea typeface="Arial"/>
                <a:cs typeface="Arial"/>
              </a:defRPr>
            </a:lvl6pPr>
            <a:lvl7pPr algn="l">
              <a:defRPr sz="1650" b="1">
                <a:solidFill>
                  <a:srgbClr val="32CDBA"/>
                </a:solidFill>
                <a:latin typeface="Arial"/>
                <a:ea typeface="Arial"/>
                <a:cs typeface="Arial"/>
              </a:defRPr>
            </a:lvl7pPr>
            <a:lvl8pPr algn="l">
              <a:defRPr sz="1650" b="1">
                <a:solidFill>
                  <a:srgbClr val="32CDBA"/>
                </a:solidFill>
                <a:latin typeface="Arial"/>
                <a:ea typeface="Arial"/>
                <a:cs typeface="Arial"/>
              </a:defRPr>
            </a:lvl8pPr>
            <a:lvl9pPr algn="l">
              <a:defRPr sz="1650" b="1">
                <a:solidFill>
                  <a:srgbClr val="32CDBA"/>
                </a:solidFill>
                <a:latin typeface="Arial"/>
                <a:ea typeface="Arial"/>
                <a:cs typeface="Arial"/>
              </a:defRPr>
            </a:lvl9pPr>
          </a:lstStyle>
          <a:p>
            <a:pPr algn="l">
              <a:defRPr sz="1650" b="1">
                <a:solidFill>
                  <a:srgbClr val="32CDBA"/>
                </a:solidFill>
                <a:latin typeface="Arial"/>
                <a:ea typeface="Arial"/>
                <a:cs typeface="Arial"/>
              </a:defRPr>
            </a:pPr>
            <a:r>
              <a:rPr sz="1650" b="1">
                <a:solidFill>
                  <a:srgbClr val="32CDBA"/>
                </a:solidFill>
                <a:latin typeface="Arial"/>
                <a:ea typeface="Arial"/>
                <a:cs typeface="Arial"/>
              </a:rPr>
              <a:t>Per-class AP@0.5</a:t>
            </a:r>
          </a:p>
        </p:txBody>
      </p:sp>
      <p:sp>
        <p:nvSpPr>
          <p:cNvPr id="8" name="Rectangle 7">
            <a:extLst>
              <a:ext uri="{FF2B5EF4-FFF2-40B4-BE49-F238E27FC236}">
                <a16:creationId xmlns:a16="http://schemas.microsoft.com/office/drawing/2014/main" id="{35646B9B-8876-4475-83A9-C03B617DD145}"/>
              </a:ext>
            </a:extLst>
          </p:cNvPr>
          <p:cNvSpPr>
            <a:spLocks noGrp="1"/>
          </p:cNvSpPr>
          <p:nvPr/>
        </p:nvSpPr>
        <p:spPr>
          <a:xfrm>
            <a:off x="7277100" y="2209800"/>
            <a:ext cx="2333625" cy="247650"/>
          </a:xfrm>
          <a:prstGeom prst="rect">
            <a:avLst/>
          </a:prstGeom>
          <a:noFill/>
          <a:ln w="0">
            <a:noFill/>
            <a:prstDash val="solid"/>
          </a:ln>
        </p:spPr>
        <p:txBody>
          <a:bodyPr wrap="square" lIns="0" tIns="0" rIns="0" bIns="0" anchor="ctr">
            <a:normAutofit/>
          </a:bodyPr>
          <a:lstStyle>
            <a:defPPr algn="l">
              <a:defRPr sz="1275" b="0">
                <a:solidFill>
                  <a:srgbClr val="243537"/>
                </a:solidFill>
                <a:latin typeface="Arial"/>
                <a:ea typeface="Arial"/>
                <a:cs typeface="Arial"/>
              </a:defRPr>
            </a:defPPr>
            <a:lvl1pPr algn="l">
              <a:defRPr sz="1275" b="0">
                <a:solidFill>
                  <a:srgbClr val="243537"/>
                </a:solidFill>
                <a:latin typeface="Arial"/>
                <a:ea typeface="Arial"/>
                <a:cs typeface="Arial"/>
              </a:defRPr>
            </a:lvl1pPr>
            <a:lvl2pPr algn="l">
              <a:defRPr sz="1275" b="0">
                <a:solidFill>
                  <a:srgbClr val="243537"/>
                </a:solidFill>
                <a:latin typeface="Arial"/>
                <a:ea typeface="Arial"/>
                <a:cs typeface="Arial"/>
              </a:defRPr>
            </a:lvl2pPr>
            <a:lvl3pPr algn="l">
              <a:defRPr sz="1275" b="0">
                <a:solidFill>
                  <a:srgbClr val="243537"/>
                </a:solidFill>
                <a:latin typeface="Arial"/>
                <a:ea typeface="Arial"/>
                <a:cs typeface="Arial"/>
              </a:defRPr>
            </a:lvl3pPr>
            <a:lvl4pPr algn="l">
              <a:defRPr sz="1275" b="0">
                <a:solidFill>
                  <a:srgbClr val="243537"/>
                </a:solidFill>
                <a:latin typeface="Arial"/>
                <a:ea typeface="Arial"/>
                <a:cs typeface="Arial"/>
              </a:defRPr>
            </a:lvl4pPr>
            <a:lvl5pPr algn="l">
              <a:defRPr sz="1275" b="0">
                <a:solidFill>
                  <a:srgbClr val="243537"/>
                </a:solidFill>
                <a:latin typeface="Arial"/>
                <a:ea typeface="Arial"/>
                <a:cs typeface="Arial"/>
              </a:defRPr>
            </a:lvl5pPr>
            <a:lvl6pPr algn="l">
              <a:defRPr sz="1275" b="0">
                <a:solidFill>
                  <a:srgbClr val="243537"/>
                </a:solidFill>
                <a:latin typeface="Arial"/>
                <a:ea typeface="Arial"/>
                <a:cs typeface="Arial"/>
              </a:defRPr>
            </a:lvl6pPr>
            <a:lvl7pPr algn="l">
              <a:defRPr sz="1275" b="0">
                <a:solidFill>
                  <a:srgbClr val="243537"/>
                </a:solidFill>
                <a:latin typeface="Arial"/>
                <a:ea typeface="Arial"/>
                <a:cs typeface="Arial"/>
              </a:defRPr>
            </a:lvl7pPr>
            <a:lvl8pPr algn="l">
              <a:defRPr sz="1275" b="0">
                <a:solidFill>
                  <a:srgbClr val="243537"/>
                </a:solidFill>
                <a:latin typeface="Arial"/>
                <a:ea typeface="Arial"/>
                <a:cs typeface="Arial"/>
              </a:defRPr>
            </a:lvl8pPr>
            <a:lvl9pPr algn="l">
              <a:defRPr sz="1275" b="0">
                <a:solidFill>
                  <a:srgbClr val="243537"/>
                </a:solidFill>
                <a:latin typeface="Arial"/>
                <a:ea typeface="Arial"/>
                <a:cs typeface="Arial"/>
              </a:defRPr>
            </a:lvl9pPr>
          </a:lstStyle>
          <a:p>
            <a:pPr algn="l">
              <a:defRPr sz="1275" b="0">
                <a:solidFill>
                  <a:srgbClr val="243537"/>
                </a:solidFill>
                <a:latin typeface="Arial"/>
                <a:ea typeface="Arial"/>
                <a:cs typeface="Arial"/>
              </a:defRPr>
            </a:pPr>
            <a:r>
              <a:rPr sz="1275" b="0">
                <a:solidFill>
                  <a:srgbClr val="243537"/>
                </a:solidFill>
                <a:latin typeface="Arial"/>
                <a:ea typeface="Arial"/>
                <a:cs typeface="Arial"/>
              </a:rPr>
              <a:t>Machinery</a:t>
            </a:r>
          </a:p>
        </p:txBody>
      </p:sp>
      <p:sp>
        <p:nvSpPr>
          <p:cNvPr id="9" name="Rectangle 8">
            <a:extLst>
              <a:ext uri="{FF2B5EF4-FFF2-40B4-BE49-F238E27FC236}">
                <a16:creationId xmlns:a16="http://schemas.microsoft.com/office/drawing/2014/main" id="{55125ED8-D8F1-4266-9BBC-10A9745E7315}"/>
              </a:ext>
            </a:extLst>
          </p:cNvPr>
          <p:cNvSpPr>
            <a:spLocks noGrp="1"/>
          </p:cNvSpPr>
          <p:nvPr/>
        </p:nvSpPr>
        <p:spPr>
          <a:xfrm>
            <a:off x="9906000" y="2209800"/>
            <a:ext cx="1047750" cy="247650"/>
          </a:xfrm>
          <a:prstGeom prst="rect">
            <a:avLst/>
          </a:prstGeom>
          <a:noFill/>
          <a:ln w="0">
            <a:noFill/>
            <a:prstDash val="solid"/>
          </a:ln>
        </p:spPr>
        <p:txBody>
          <a:bodyPr wrap="square" lIns="0" tIns="0" rIns="0" bIns="0" anchor="ctr">
            <a:normAutofit/>
          </a:bodyPr>
          <a:lstStyle>
            <a:defPPr algn="r">
              <a:defRPr sz="1425" b="1">
                <a:solidFill>
                  <a:srgbClr val="10191A"/>
                </a:solidFill>
                <a:latin typeface="Arial"/>
                <a:ea typeface="Arial"/>
                <a:cs typeface="Arial"/>
              </a:defRPr>
            </a:defPPr>
            <a:lvl1pPr algn="r">
              <a:defRPr sz="1425" b="1">
                <a:solidFill>
                  <a:srgbClr val="10191A"/>
                </a:solidFill>
                <a:latin typeface="Arial"/>
                <a:ea typeface="Arial"/>
                <a:cs typeface="Arial"/>
              </a:defRPr>
            </a:lvl1pPr>
            <a:lvl2pPr algn="r">
              <a:defRPr sz="1425" b="1">
                <a:solidFill>
                  <a:srgbClr val="10191A"/>
                </a:solidFill>
                <a:latin typeface="Arial"/>
                <a:ea typeface="Arial"/>
                <a:cs typeface="Arial"/>
              </a:defRPr>
            </a:lvl2pPr>
            <a:lvl3pPr algn="r">
              <a:defRPr sz="1425" b="1">
                <a:solidFill>
                  <a:srgbClr val="10191A"/>
                </a:solidFill>
                <a:latin typeface="Arial"/>
                <a:ea typeface="Arial"/>
                <a:cs typeface="Arial"/>
              </a:defRPr>
            </a:lvl3pPr>
            <a:lvl4pPr algn="r">
              <a:defRPr sz="1425" b="1">
                <a:solidFill>
                  <a:srgbClr val="10191A"/>
                </a:solidFill>
                <a:latin typeface="Arial"/>
                <a:ea typeface="Arial"/>
                <a:cs typeface="Arial"/>
              </a:defRPr>
            </a:lvl4pPr>
            <a:lvl5pPr algn="r">
              <a:defRPr sz="1425" b="1">
                <a:solidFill>
                  <a:srgbClr val="10191A"/>
                </a:solidFill>
                <a:latin typeface="Arial"/>
                <a:ea typeface="Arial"/>
                <a:cs typeface="Arial"/>
              </a:defRPr>
            </a:lvl5pPr>
            <a:lvl6pPr algn="r">
              <a:defRPr sz="1425" b="1">
                <a:solidFill>
                  <a:srgbClr val="10191A"/>
                </a:solidFill>
                <a:latin typeface="Arial"/>
                <a:ea typeface="Arial"/>
                <a:cs typeface="Arial"/>
              </a:defRPr>
            </a:lvl6pPr>
            <a:lvl7pPr algn="r">
              <a:defRPr sz="1425" b="1">
                <a:solidFill>
                  <a:srgbClr val="10191A"/>
                </a:solidFill>
                <a:latin typeface="Arial"/>
                <a:ea typeface="Arial"/>
                <a:cs typeface="Arial"/>
              </a:defRPr>
            </a:lvl7pPr>
            <a:lvl8pPr algn="r">
              <a:defRPr sz="1425" b="1">
                <a:solidFill>
                  <a:srgbClr val="10191A"/>
                </a:solidFill>
                <a:latin typeface="Arial"/>
                <a:ea typeface="Arial"/>
                <a:cs typeface="Arial"/>
              </a:defRPr>
            </a:lvl8pPr>
            <a:lvl9pPr algn="r">
              <a:defRPr sz="1425" b="1">
                <a:solidFill>
                  <a:srgbClr val="10191A"/>
                </a:solidFill>
                <a:latin typeface="Arial"/>
                <a:ea typeface="Arial"/>
                <a:cs typeface="Arial"/>
              </a:defRPr>
            </a:lvl9pPr>
          </a:lstStyle>
          <a:p>
            <a:pPr algn="r">
              <a:defRPr sz="1425" b="1">
                <a:solidFill>
                  <a:srgbClr val="10191A"/>
                </a:solidFill>
                <a:latin typeface="Arial"/>
                <a:ea typeface="Arial"/>
                <a:cs typeface="Arial"/>
              </a:defRPr>
            </a:pPr>
            <a:r>
              <a:rPr sz="1425" b="1">
                <a:solidFill>
                  <a:srgbClr val="10191A"/>
                </a:solidFill>
                <a:latin typeface="Arial"/>
                <a:ea typeface="Arial"/>
                <a:cs typeface="Arial"/>
              </a:rPr>
              <a:t>0.926</a:t>
            </a:r>
          </a:p>
        </p:txBody>
      </p:sp>
      <p:sp>
        <p:nvSpPr>
          <p:cNvPr id="10" name="Straight Connector 9">
            <a:extLst>
              <a:ext uri="{FF2B5EF4-FFF2-40B4-BE49-F238E27FC236}">
                <a16:creationId xmlns:a16="http://schemas.microsoft.com/office/drawing/2014/main" id="{A1DFF8F1-159B-4726-8064-BE5A95FE4900}"/>
              </a:ext>
            </a:extLst>
          </p:cNvPr>
          <p:cNvSpPr>
            <a:spLocks noGrp="1"/>
          </p:cNvSpPr>
          <p:nvPr/>
        </p:nvSpPr>
        <p:spPr>
          <a:xfrm>
            <a:off x="7277100" y="2562225"/>
            <a:ext cx="3676650" cy="9525"/>
          </a:xfrm>
          <a:prstGeom prst="line">
            <a:avLst/>
          </a:prstGeom>
          <a:noFill/>
          <a:ln w="9525">
            <a:solidFill>
              <a:srgbClr val="D4D9D0"/>
            </a:solidFill>
            <a:prstDash val="solid"/>
          </a:ln>
        </p:spPr>
        <p:txBody>
          <a:bodyPr/>
          <a:lstStyle/>
          <a:p>
            <a:endParaRPr lang="en-IN"/>
          </a:p>
        </p:txBody>
      </p:sp>
      <p:sp>
        <p:nvSpPr>
          <p:cNvPr id="11" name="Rectangle 10">
            <a:extLst>
              <a:ext uri="{FF2B5EF4-FFF2-40B4-BE49-F238E27FC236}">
                <a16:creationId xmlns:a16="http://schemas.microsoft.com/office/drawing/2014/main" id="{A1822CD7-8579-47F0-ABFD-D731A6EEB09C}"/>
              </a:ext>
            </a:extLst>
          </p:cNvPr>
          <p:cNvSpPr>
            <a:spLocks noGrp="1"/>
          </p:cNvSpPr>
          <p:nvPr/>
        </p:nvSpPr>
        <p:spPr>
          <a:xfrm>
            <a:off x="7277100" y="2733675"/>
            <a:ext cx="2333625" cy="247650"/>
          </a:xfrm>
          <a:prstGeom prst="rect">
            <a:avLst/>
          </a:prstGeom>
          <a:noFill/>
          <a:ln w="0">
            <a:noFill/>
            <a:prstDash val="solid"/>
          </a:ln>
        </p:spPr>
        <p:txBody>
          <a:bodyPr wrap="square" lIns="0" tIns="0" rIns="0" bIns="0" anchor="ctr">
            <a:normAutofit/>
          </a:bodyPr>
          <a:lstStyle>
            <a:defPPr algn="l">
              <a:defRPr sz="1275" b="0">
                <a:solidFill>
                  <a:srgbClr val="243537"/>
                </a:solidFill>
                <a:latin typeface="Arial"/>
                <a:ea typeface="Arial"/>
                <a:cs typeface="Arial"/>
              </a:defRPr>
            </a:defPPr>
            <a:lvl1pPr algn="l">
              <a:defRPr sz="1275" b="0">
                <a:solidFill>
                  <a:srgbClr val="243537"/>
                </a:solidFill>
                <a:latin typeface="Arial"/>
                <a:ea typeface="Arial"/>
                <a:cs typeface="Arial"/>
              </a:defRPr>
            </a:lvl1pPr>
            <a:lvl2pPr algn="l">
              <a:defRPr sz="1275" b="0">
                <a:solidFill>
                  <a:srgbClr val="243537"/>
                </a:solidFill>
                <a:latin typeface="Arial"/>
                <a:ea typeface="Arial"/>
                <a:cs typeface="Arial"/>
              </a:defRPr>
            </a:lvl2pPr>
            <a:lvl3pPr algn="l">
              <a:defRPr sz="1275" b="0">
                <a:solidFill>
                  <a:srgbClr val="243537"/>
                </a:solidFill>
                <a:latin typeface="Arial"/>
                <a:ea typeface="Arial"/>
                <a:cs typeface="Arial"/>
              </a:defRPr>
            </a:lvl3pPr>
            <a:lvl4pPr algn="l">
              <a:defRPr sz="1275" b="0">
                <a:solidFill>
                  <a:srgbClr val="243537"/>
                </a:solidFill>
                <a:latin typeface="Arial"/>
                <a:ea typeface="Arial"/>
                <a:cs typeface="Arial"/>
              </a:defRPr>
            </a:lvl4pPr>
            <a:lvl5pPr algn="l">
              <a:defRPr sz="1275" b="0">
                <a:solidFill>
                  <a:srgbClr val="243537"/>
                </a:solidFill>
                <a:latin typeface="Arial"/>
                <a:ea typeface="Arial"/>
                <a:cs typeface="Arial"/>
              </a:defRPr>
            </a:lvl5pPr>
            <a:lvl6pPr algn="l">
              <a:defRPr sz="1275" b="0">
                <a:solidFill>
                  <a:srgbClr val="243537"/>
                </a:solidFill>
                <a:latin typeface="Arial"/>
                <a:ea typeface="Arial"/>
                <a:cs typeface="Arial"/>
              </a:defRPr>
            </a:lvl6pPr>
            <a:lvl7pPr algn="l">
              <a:defRPr sz="1275" b="0">
                <a:solidFill>
                  <a:srgbClr val="243537"/>
                </a:solidFill>
                <a:latin typeface="Arial"/>
                <a:ea typeface="Arial"/>
                <a:cs typeface="Arial"/>
              </a:defRPr>
            </a:lvl7pPr>
            <a:lvl8pPr algn="l">
              <a:defRPr sz="1275" b="0">
                <a:solidFill>
                  <a:srgbClr val="243537"/>
                </a:solidFill>
                <a:latin typeface="Arial"/>
                <a:ea typeface="Arial"/>
                <a:cs typeface="Arial"/>
              </a:defRPr>
            </a:lvl8pPr>
            <a:lvl9pPr algn="l">
              <a:defRPr sz="1275" b="0">
                <a:solidFill>
                  <a:srgbClr val="243537"/>
                </a:solidFill>
                <a:latin typeface="Arial"/>
                <a:ea typeface="Arial"/>
                <a:cs typeface="Arial"/>
              </a:defRPr>
            </a:lvl9pPr>
          </a:lstStyle>
          <a:p>
            <a:pPr algn="l">
              <a:defRPr sz="1275" b="0">
                <a:solidFill>
                  <a:srgbClr val="243537"/>
                </a:solidFill>
                <a:latin typeface="Arial"/>
                <a:ea typeface="Arial"/>
                <a:cs typeface="Arial"/>
              </a:defRPr>
            </a:pPr>
            <a:r>
              <a:rPr sz="1275" b="0">
                <a:solidFill>
                  <a:srgbClr val="243537"/>
                </a:solidFill>
                <a:latin typeface="Arial"/>
                <a:ea typeface="Arial"/>
                <a:cs typeface="Arial"/>
              </a:rPr>
              <a:t>Hardhat</a:t>
            </a:r>
          </a:p>
        </p:txBody>
      </p:sp>
      <p:sp>
        <p:nvSpPr>
          <p:cNvPr id="12" name="Rectangle 11">
            <a:extLst>
              <a:ext uri="{FF2B5EF4-FFF2-40B4-BE49-F238E27FC236}">
                <a16:creationId xmlns:a16="http://schemas.microsoft.com/office/drawing/2014/main" id="{0875D523-DFE6-4D32-A80C-4297B60D2BA6}"/>
              </a:ext>
            </a:extLst>
          </p:cNvPr>
          <p:cNvSpPr>
            <a:spLocks noGrp="1"/>
          </p:cNvSpPr>
          <p:nvPr/>
        </p:nvSpPr>
        <p:spPr>
          <a:xfrm>
            <a:off x="9906000" y="2733675"/>
            <a:ext cx="1047750" cy="247650"/>
          </a:xfrm>
          <a:prstGeom prst="rect">
            <a:avLst/>
          </a:prstGeom>
          <a:noFill/>
          <a:ln w="0">
            <a:noFill/>
            <a:prstDash val="solid"/>
          </a:ln>
        </p:spPr>
        <p:txBody>
          <a:bodyPr wrap="square" lIns="0" tIns="0" rIns="0" bIns="0" anchor="ctr">
            <a:normAutofit/>
          </a:bodyPr>
          <a:lstStyle>
            <a:defPPr algn="r">
              <a:defRPr sz="1425" b="1">
                <a:solidFill>
                  <a:srgbClr val="10191A"/>
                </a:solidFill>
                <a:latin typeface="Arial"/>
                <a:ea typeface="Arial"/>
                <a:cs typeface="Arial"/>
              </a:defRPr>
            </a:defPPr>
            <a:lvl1pPr algn="r">
              <a:defRPr sz="1425" b="1">
                <a:solidFill>
                  <a:srgbClr val="10191A"/>
                </a:solidFill>
                <a:latin typeface="Arial"/>
                <a:ea typeface="Arial"/>
                <a:cs typeface="Arial"/>
              </a:defRPr>
            </a:lvl1pPr>
            <a:lvl2pPr algn="r">
              <a:defRPr sz="1425" b="1">
                <a:solidFill>
                  <a:srgbClr val="10191A"/>
                </a:solidFill>
                <a:latin typeface="Arial"/>
                <a:ea typeface="Arial"/>
                <a:cs typeface="Arial"/>
              </a:defRPr>
            </a:lvl2pPr>
            <a:lvl3pPr algn="r">
              <a:defRPr sz="1425" b="1">
                <a:solidFill>
                  <a:srgbClr val="10191A"/>
                </a:solidFill>
                <a:latin typeface="Arial"/>
                <a:ea typeface="Arial"/>
                <a:cs typeface="Arial"/>
              </a:defRPr>
            </a:lvl3pPr>
            <a:lvl4pPr algn="r">
              <a:defRPr sz="1425" b="1">
                <a:solidFill>
                  <a:srgbClr val="10191A"/>
                </a:solidFill>
                <a:latin typeface="Arial"/>
                <a:ea typeface="Arial"/>
                <a:cs typeface="Arial"/>
              </a:defRPr>
            </a:lvl4pPr>
            <a:lvl5pPr algn="r">
              <a:defRPr sz="1425" b="1">
                <a:solidFill>
                  <a:srgbClr val="10191A"/>
                </a:solidFill>
                <a:latin typeface="Arial"/>
                <a:ea typeface="Arial"/>
                <a:cs typeface="Arial"/>
              </a:defRPr>
            </a:lvl5pPr>
            <a:lvl6pPr algn="r">
              <a:defRPr sz="1425" b="1">
                <a:solidFill>
                  <a:srgbClr val="10191A"/>
                </a:solidFill>
                <a:latin typeface="Arial"/>
                <a:ea typeface="Arial"/>
                <a:cs typeface="Arial"/>
              </a:defRPr>
            </a:lvl6pPr>
            <a:lvl7pPr algn="r">
              <a:defRPr sz="1425" b="1">
                <a:solidFill>
                  <a:srgbClr val="10191A"/>
                </a:solidFill>
                <a:latin typeface="Arial"/>
                <a:ea typeface="Arial"/>
                <a:cs typeface="Arial"/>
              </a:defRPr>
            </a:lvl7pPr>
            <a:lvl8pPr algn="r">
              <a:defRPr sz="1425" b="1">
                <a:solidFill>
                  <a:srgbClr val="10191A"/>
                </a:solidFill>
                <a:latin typeface="Arial"/>
                <a:ea typeface="Arial"/>
                <a:cs typeface="Arial"/>
              </a:defRPr>
            </a:lvl8pPr>
            <a:lvl9pPr algn="r">
              <a:defRPr sz="1425" b="1">
                <a:solidFill>
                  <a:srgbClr val="10191A"/>
                </a:solidFill>
                <a:latin typeface="Arial"/>
                <a:ea typeface="Arial"/>
                <a:cs typeface="Arial"/>
              </a:defRPr>
            </a:lvl9pPr>
          </a:lstStyle>
          <a:p>
            <a:pPr algn="r">
              <a:defRPr sz="1425" b="1">
                <a:solidFill>
                  <a:srgbClr val="10191A"/>
                </a:solidFill>
                <a:latin typeface="Arial"/>
                <a:ea typeface="Arial"/>
                <a:cs typeface="Arial"/>
              </a:defRPr>
            </a:pPr>
            <a:r>
              <a:rPr sz="1425" b="1">
                <a:solidFill>
                  <a:srgbClr val="10191A"/>
                </a:solidFill>
                <a:latin typeface="Arial"/>
                <a:ea typeface="Arial"/>
                <a:cs typeface="Arial"/>
              </a:rPr>
              <a:t>0.808</a:t>
            </a:r>
          </a:p>
        </p:txBody>
      </p:sp>
      <p:sp>
        <p:nvSpPr>
          <p:cNvPr id="13" name="Straight Connector 12">
            <a:extLst>
              <a:ext uri="{FF2B5EF4-FFF2-40B4-BE49-F238E27FC236}">
                <a16:creationId xmlns:a16="http://schemas.microsoft.com/office/drawing/2014/main" id="{B588A4D7-2E44-462A-A591-A384F033585C}"/>
              </a:ext>
            </a:extLst>
          </p:cNvPr>
          <p:cNvSpPr>
            <a:spLocks noGrp="1"/>
          </p:cNvSpPr>
          <p:nvPr/>
        </p:nvSpPr>
        <p:spPr>
          <a:xfrm>
            <a:off x="7277100" y="3086100"/>
            <a:ext cx="3676650" cy="9525"/>
          </a:xfrm>
          <a:prstGeom prst="line">
            <a:avLst/>
          </a:prstGeom>
          <a:noFill/>
          <a:ln w="9525">
            <a:solidFill>
              <a:srgbClr val="D4D9D0"/>
            </a:solidFill>
            <a:prstDash val="solid"/>
          </a:ln>
        </p:spPr>
        <p:txBody>
          <a:bodyPr/>
          <a:lstStyle/>
          <a:p>
            <a:endParaRPr lang="en-IN"/>
          </a:p>
        </p:txBody>
      </p:sp>
      <p:sp>
        <p:nvSpPr>
          <p:cNvPr id="14" name="Rectangle 13">
            <a:extLst>
              <a:ext uri="{FF2B5EF4-FFF2-40B4-BE49-F238E27FC236}">
                <a16:creationId xmlns:a16="http://schemas.microsoft.com/office/drawing/2014/main" id="{828721A4-1E28-443F-9B24-7B1DD761F64C}"/>
              </a:ext>
            </a:extLst>
          </p:cNvPr>
          <p:cNvSpPr>
            <a:spLocks noGrp="1"/>
          </p:cNvSpPr>
          <p:nvPr/>
        </p:nvSpPr>
        <p:spPr>
          <a:xfrm>
            <a:off x="7277100" y="3257550"/>
            <a:ext cx="2333625" cy="247650"/>
          </a:xfrm>
          <a:prstGeom prst="rect">
            <a:avLst/>
          </a:prstGeom>
          <a:noFill/>
          <a:ln w="0">
            <a:noFill/>
            <a:prstDash val="solid"/>
          </a:ln>
        </p:spPr>
        <p:txBody>
          <a:bodyPr wrap="square" lIns="0" tIns="0" rIns="0" bIns="0" anchor="ctr">
            <a:normAutofit/>
          </a:bodyPr>
          <a:lstStyle>
            <a:defPPr algn="l">
              <a:defRPr sz="1275" b="0">
                <a:solidFill>
                  <a:srgbClr val="243537"/>
                </a:solidFill>
                <a:latin typeface="Arial"/>
                <a:ea typeface="Arial"/>
                <a:cs typeface="Arial"/>
              </a:defRPr>
            </a:defPPr>
            <a:lvl1pPr algn="l">
              <a:defRPr sz="1275" b="0">
                <a:solidFill>
                  <a:srgbClr val="243537"/>
                </a:solidFill>
                <a:latin typeface="Arial"/>
                <a:ea typeface="Arial"/>
                <a:cs typeface="Arial"/>
              </a:defRPr>
            </a:lvl1pPr>
            <a:lvl2pPr algn="l">
              <a:defRPr sz="1275" b="0">
                <a:solidFill>
                  <a:srgbClr val="243537"/>
                </a:solidFill>
                <a:latin typeface="Arial"/>
                <a:ea typeface="Arial"/>
                <a:cs typeface="Arial"/>
              </a:defRPr>
            </a:lvl2pPr>
            <a:lvl3pPr algn="l">
              <a:defRPr sz="1275" b="0">
                <a:solidFill>
                  <a:srgbClr val="243537"/>
                </a:solidFill>
                <a:latin typeface="Arial"/>
                <a:ea typeface="Arial"/>
                <a:cs typeface="Arial"/>
              </a:defRPr>
            </a:lvl3pPr>
            <a:lvl4pPr algn="l">
              <a:defRPr sz="1275" b="0">
                <a:solidFill>
                  <a:srgbClr val="243537"/>
                </a:solidFill>
                <a:latin typeface="Arial"/>
                <a:ea typeface="Arial"/>
                <a:cs typeface="Arial"/>
              </a:defRPr>
            </a:lvl4pPr>
            <a:lvl5pPr algn="l">
              <a:defRPr sz="1275" b="0">
                <a:solidFill>
                  <a:srgbClr val="243537"/>
                </a:solidFill>
                <a:latin typeface="Arial"/>
                <a:ea typeface="Arial"/>
                <a:cs typeface="Arial"/>
              </a:defRPr>
            </a:lvl5pPr>
            <a:lvl6pPr algn="l">
              <a:defRPr sz="1275" b="0">
                <a:solidFill>
                  <a:srgbClr val="243537"/>
                </a:solidFill>
                <a:latin typeface="Arial"/>
                <a:ea typeface="Arial"/>
                <a:cs typeface="Arial"/>
              </a:defRPr>
            </a:lvl6pPr>
            <a:lvl7pPr algn="l">
              <a:defRPr sz="1275" b="0">
                <a:solidFill>
                  <a:srgbClr val="243537"/>
                </a:solidFill>
                <a:latin typeface="Arial"/>
                <a:ea typeface="Arial"/>
                <a:cs typeface="Arial"/>
              </a:defRPr>
            </a:lvl7pPr>
            <a:lvl8pPr algn="l">
              <a:defRPr sz="1275" b="0">
                <a:solidFill>
                  <a:srgbClr val="243537"/>
                </a:solidFill>
                <a:latin typeface="Arial"/>
                <a:ea typeface="Arial"/>
                <a:cs typeface="Arial"/>
              </a:defRPr>
            </a:lvl8pPr>
            <a:lvl9pPr algn="l">
              <a:defRPr sz="1275" b="0">
                <a:solidFill>
                  <a:srgbClr val="243537"/>
                </a:solidFill>
                <a:latin typeface="Arial"/>
                <a:ea typeface="Arial"/>
                <a:cs typeface="Arial"/>
              </a:defRPr>
            </a:lvl9pPr>
          </a:lstStyle>
          <a:p>
            <a:pPr algn="l">
              <a:defRPr sz="1275" b="0">
                <a:solidFill>
                  <a:srgbClr val="243537"/>
                </a:solidFill>
                <a:latin typeface="Arial"/>
                <a:ea typeface="Arial"/>
                <a:cs typeface="Arial"/>
              </a:defRPr>
            </a:pPr>
            <a:r>
              <a:rPr sz="1275" b="0">
                <a:solidFill>
                  <a:srgbClr val="243537"/>
                </a:solidFill>
                <a:latin typeface="Arial"/>
                <a:ea typeface="Arial"/>
                <a:cs typeface="Arial"/>
              </a:rPr>
              <a:t>Person</a:t>
            </a:r>
          </a:p>
        </p:txBody>
      </p:sp>
      <p:sp>
        <p:nvSpPr>
          <p:cNvPr id="15" name="Rectangle 14">
            <a:extLst>
              <a:ext uri="{FF2B5EF4-FFF2-40B4-BE49-F238E27FC236}">
                <a16:creationId xmlns:a16="http://schemas.microsoft.com/office/drawing/2014/main" id="{B5E9999F-FC70-4644-830A-5F9835DE98F1}"/>
              </a:ext>
            </a:extLst>
          </p:cNvPr>
          <p:cNvSpPr>
            <a:spLocks noGrp="1"/>
          </p:cNvSpPr>
          <p:nvPr/>
        </p:nvSpPr>
        <p:spPr>
          <a:xfrm>
            <a:off x="9906000" y="3257550"/>
            <a:ext cx="1047750" cy="247650"/>
          </a:xfrm>
          <a:prstGeom prst="rect">
            <a:avLst/>
          </a:prstGeom>
          <a:noFill/>
          <a:ln w="0">
            <a:noFill/>
            <a:prstDash val="solid"/>
          </a:ln>
        </p:spPr>
        <p:txBody>
          <a:bodyPr wrap="square" lIns="0" tIns="0" rIns="0" bIns="0" anchor="ctr">
            <a:normAutofit/>
          </a:bodyPr>
          <a:lstStyle>
            <a:defPPr algn="r">
              <a:defRPr sz="1425" b="1">
                <a:solidFill>
                  <a:srgbClr val="10191A"/>
                </a:solidFill>
                <a:latin typeface="Arial"/>
                <a:ea typeface="Arial"/>
                <a:cs typeface="Arial"/>
              </a:defRPr>
            </a:defPPr>
            <a:lvl1pPr algn="r">
              <a:defRPr sz="1425" b="1">
                <a:solidFill>
                  <a:srgbClr val="10191A"/>
                </a:solidFill>
                <a:latin typeface="Arial"/>
                <a:ea typeface="Arial"/>
                <a:cs typeface="Arial"/>
              </a:defRPr>
            </a:lvl1pPr>
            <a:lvl2pPr algn="r">
              <a:defRPr sz="1425" b="1">
                <a:solidFill>
                  <a:srgbClr val="10191A"/>
                </a:solidFill>
                <a:latin typeface="Arial"/>
                <a:ea typeface="Arial"/>
                <a:cs typeface="Arial"/>
              </a:defRPr>
            </a:lvl2pPr>
            <a:lvl3pPr algn="r">
              <a:defRPr sz="1425" b="1">
                <a:solidFill>
                  <a:srgbClr val="10191A"/>
                </a:solidFill>
                <a:latin typeface="Arial"/>
                <a:ea typeface="Arial"/>
                <a:cs typeface="Arial"/>
              </a:defRPr>
            </a:lvl3pPr>
            <a:lvl4pPr algn="r">
              <a:defRPr sz="1425" b="1">
                <a:solidFill>
                  <a:srgbClr val="10191A"/>
                </a:solidFill>
                <a:latin typeface="Arial"/>
                <a:ea typeface="Arial"/>
                <a:cs typeface="Arial"/>
              </a:defRPr>
            </a:lvl4pPr>
            <a:lvl5pPr algn="r">
              <a:defRPr sz="1425" b="1">
                <a:solidFill>
                  <a:srgbClr val="10191A"/>
                </a:solidFill>
                <a:latin typeface="Arial"/>
                <a:ea typeface="Arial"/>
                <a:cs typeface="Arial"/>
              </a:defRPr>
            </a:lvl5pPr>
            <a:lvl6pPr algn="r">
              <a:defRPr sz="1425" b="1">
                <a:solidFill>
                  <a:srgbClr val="10191A"/>
                </a:solidFill>
                <a:latin typeface="Arial"/>
                <a:ea typeface="Arial"/>
                <a:cs typeface="Arial"/>
              </a:defRPr>
            </a:lvl6pPr>
            <a:lvl7pPr algn="r">
              <a:defRPr sz="1425" b="1">
                <a:solidFill>
                  <a:srgbClr val="10191A"/>
                </a:solidFill>
                <a:latin typeface="Arial"/>
                <a:ea typeface="Arial"/>
                <a:cs typeface="Arial"/>
              </a:defRPr>
            </a:lvl7pPr>
            <a:lvl8pPr algn="r">
              <a:defRPr sz="1425" b="1">
                <a:solidFill>
                  <a:srgbClr val="10191A"/>
                </a:solidFill>
                <a:latin typeface="Arial"/>
                <a:ea typeface="Arial"/>
                <a:cs typeface="Arial"/>
              </a:defRPr>
            </a:lvl8pPr>
            <a:lvl9pPr algn="r">
              <a:defRPr sz="1425" b="1">
                <a:solidFill>
                  <a:srgbClr val="10191A"/>
                </a:solidFill>
                <a:latin typeface="Arial"/>
                <a:ea typeface="Arial"/>
                <a:cs typeface="Arial"/>
              </a:defRPr>
            </a:lvl9pPr>
          </a:lstStyle>
          <a:p>
            <a:pPr algn="r">
              <a:defRPr sz="1425" b="1">
                <a:solidFill>
                  <a:srgbClr val="10191A"/>
                </a:solidFill>
                <a:latin typeface="Arial"/>
                <a:ea typeface="Arial"/>
                <a:cs typeface="Arial"/>
              </a:defRPr>
            </a:pPr>
            <a:r>
              <a:rPr sz="1425" b="1">
                <a:solidFill>
                  <a:srgbClr val="10191A"/>
                </a:solidFill>
                <a:latin typeface="Arial"/>
                <a:ea typeface="Arial"/>
                <a:cs typeface="Arial"/>
              </a:rPr>
              <a:t>0.888</a:t>
            </a:r>
          </a:p>
        </p:txBody>
      </p:sp>
      <p:sp>
        <p:nvSpPr>
          <p:cNvPr id="16" name="Straight Connector 15">
            <a:extLst>
              <a:ext uri="{FF2B5EF4-FFF2-40B4-BE49-F238E27FC236}">
                <a16:creationId xmlns:a16="http://schemas.microsoft.com/office/drawing/2014/main" id="{D309D731-87BC-409A-93A1-34B7FD5AD25B}"/>
              </a:ext>
            </a:extLst>
          </p:cNvPr>
          <p:cNvSpPr>
            <a:spLocks noGrp="1"/>
          </p:cNvSpPr>
          <p:nvPr/>
        </p:nvSpPr>
        <p:spPr>
          <a:xfrm>
            <a:off x="7277100" y="3609975"/>
            <a:ext cx="3676650" cy="9525"/>
          </a:xfrm>
          <a:prstGeom prst="line">
            <a:avLst/>
          </a:prstGeom>
          <a:noFill/>
          <a:ln w="9525">
            <a:solidFill>
              <a:srgbClr val="D4D9D0"/>
            </a:solidFill>
            <a:prstDash val="solid"/>
          </a:ln>
        </p:spPr>
        <p:txBody>
          <a:bodyPr/>
          <a:lstStyle/>
          <a:p>
            <a:endParaRPr lang="en-IN"/>
          </a:p>
        </p:txBody>
      </p:sp>
      <p:sp>
        <p:nvSpPr>
          <p:cNvPr id="17" name="Rectangle 16">
            <a:extLst>
              <a:ext uri="{FF2B5EF4-FFF2-40B4-BE49-F238E27FC236}">
                <a16:creationId xmlns:a16="http://schemas.microsoft.com/office/drawing/2014/main" id="{53E957B6-7D03-4729-9FA3-AEAA03C89CD4}"/>
              </a:ext>
            </a:extLst>
          </p:cNvPr>
          <p:cNvSpPr>
            <a:spLocks noGrp="1"/>
          </p:cNvSpPr>
          <p:nvPr/>
        </p:nvSpPr>
        <p:spPr>
          <a:xfrm>
            <a:off x="7277100" y="3781425"/>
            <a:ext cx="2333625" cy="247650"/>
          </a:xfrm>
          <a:prstGeom prst="rect">
            <a:avLst/>
          </a:prstGeom>
          <a:noFill/>
          <a:ln w="0">
            <a:noFill/>
            <a:prstDash val="solid"/>
          </a:ln>
        </p:spPr>
        <p:txBody>
          <a:bodyPr wrap="square" lIns="0" tIns="0" rIns="0" bIns="0" anchor="ctr">
            <a:normAutofit/>
          </a:bodyPr>
          <a:lstStyle>
            <a:defPPr algn="l">
              <a:defRPr sz="1275" b="0">
                <a:solidFill>
                  <a:srgbClr val="243537"/>
                </a:solidFill>
                <a:latin typeface="Arial"/>
                <a:ea typeface="Arial"/>
                <a:cs typeface="Arial"/>
              </a:defRPr>
            </a:defPPr>
            <a:lvl1pPr algn="l">
              <a:defRPr sz="1275" b="0">
                <a:solidFill>
                  <a:srgbClr val="243537"/>
                </a:solidFill>
                <a:latin typeface="Arial"/>
                <a:ea typeface="Arial"/>
                <a:cs typeface="Arial"/>
              </a:defRPr>
            </a:lvl1pPr>
            <a:lvl2pPr algn="l">
              <a:defRPr sz="1275" b="0">
                <a:solidFill>
                  <a:srgbClr val="243537"/>
                </a:solidFill>
                <a:latin typeface="Arial"/>
                <a:ea typeface="Arial"/>
                <a:cs typeface="Arial"/>
              </a:defRPr>
            </a:lvl2pPr>
            <a:lvl3pPr algn="l">
              <a:defRPr sz="1275" b="0">
                <a:solidFill>
                  <a:srgbClr val="243537"/>
                </a:solidFill>
                <a:latin typeface="Arial"/>
                <a:ea typeface="Arial"/>
                <a:cs typeface="Arial"/>
              </a:defRPr>
            </a:lvl3pPr>
            <a:lvl4pPr algn="l">
              <a:defRPr sz="1275" b="0">
                <a:solidFill>
                  <a:srgbClr val="243537"/>
                </a:solidFill>
                <a:latin typeface="Arial"/>
                <a:ea typeface="Arial"/>
                <a:cs typeface="Arial"/>
              </a:defRPr>
            </a:lvl4pPr>
            <a:lvl5pPr algn="l">
              <a:defRPr sz="1275" b="0">
                <a:solidFill>
                  <a:srgbClr val="243537"/>
                </a:solidFill>
                <a:latin typeface="Arial"/>
                <a:ea typeface="Arial"/>
                <a:cs typeface="Arial"/>
              </a:defRPr>
            </a:lvl5pPr>
            <a:lvl6pPr algn="l">
              <a:defRPr sz="1275" b="0">
                <a:solidFill>
                  <a:srgbClr val="243537"/>
                </a:solidFill>
                <a:latin typeface="Arial"/>
                <a:ea typeface="Arial"/>
                <a:cs typeface="Arial"/>
              </a:defRPr>
            </a:lvl6pPr>
            <a:lvl7pPr algn="l">
              <a:defRPr sz="1275" b="0">
                <a:solidFill>
                  <a:srgbClr val="243537"/>
                </a:solidFill>
                <a:latin typeface="Arial"/>
                <a:ea typeface="Arial"/>
                <a:cs typeface="Arial"/>
              </a:defRPr>
            </a:lvl7pPr>
            <a:lvl8pPr algn="l">
              <a:defRPr sz="1275" b="0">
                <a:solidFill>
                  <a:srgbClr val="243537"/>
                </a:solidFill>
                <a:latin typeface="Arial"/>
                <a:ea typeface="Arial"/>
                <a:cs typeface="Arial"/>
              </a:defRPr>
            </a:lvl8pPr>
            <a:lvl9pPr algn="l">
              <a:defRPr sz="1275" b="0">
                <a:solidFill>
                  <a:srgbClr val="243537"/>
                </a:solidFill>
                <a:latin typeface="Arial"/>
                <a:ea typeface="Arial"/>
                <a:cs typeface="Arial"/>
              </a:defRPr>
            </a:lvl9pPr>
          </a:lstStyle>
          <a:p>
            <a:pPr algn="l">
              <a:defRPr sz="1275" b="0">
                <a:solidFill>
                  <a:srgbClr val="243537"/>
                </a:solidFill>
                <a:latin typeface="Arial"/>
                <a:ea typeface="Arial"/>
                <a:cs typeface="Arial"/>
              </a:defRPr>
            </a:pPr>
            <a:r>
              <a:rPr sz="1275" b="0">
                <a:solidFill>
                  <a:srgbClr val="243537"/>
                </a:solidFill>
                <a:latin typeface="Arial"/>
                <a:ea typeface="Arial"/>
                <a:cs typeface="Arial"/>
              </a:rPr>
              <a:t>NO-Safety Vest</a:t>
            </a:r>
          </a:p>
        </p:txBody>
      </p:sp>
      <p:sp>
        <p:nvSpPr>
          <p:cNvPr id="18" name="Rectangle 17">
            <a:extLst>
              <a:ext uri="{FF2B5EF4-FFF2-40B4-BE49-F238E27FC236}">
                <a16:creationId xmlns:a16="http://schemas.microsoft.com/office/drawing/2014/main" id="{3F1692BF-7AF8-4E98-9C2C-E513BB5CE086}"/>
              </a:ext>
            </a:extLst>
          </p:cNvPr>
          <p:cNvSpPr>
            <a:spLocks noGrp="1"/>
          </p:cNvSpPr>
          <p:nvPr/>
        </p:nvSpPr>
        <p:spPr>
          <a:xfrm>
            <a:off x="9906000" y="3781425"/>
            <a:ext cx="1047750" cy="247650"/>
          </a:xfrm>
          <a:prstGeom prst="rect">
            <a:avLst/>
          </a:prstGeom>
          <a:noFill/>
          <a:ln w="0">
            <a:noFill/>
            <a:prstDash val="solid"/>
          </a:ln>
        </p:spPr>
        <p:txBody>
          <a:bodyPr wrap="square" lIns="0" tIns="0" rIns="0" bIns="0" anchor="ctr">
            <a:normAutofit/>
          </a:bodyPr>
          <a:lstStyle>
            <a:defPPr algn="r">
              <a:defRPr sz="1425" b="1">
                <a:solidFill>
                  <a:srgbClr val="10191A"/>
                </a:solidFill>
                <a:latin typeface="Arial"/>
                <a:ea typeface="Arial"/>
                <a:cs typeface="Arial"/>
              </a:defRPr>
            </a:defPPr>
            <a:lvl1pPr algn="r">
              <a:defRPr sz="1425" b="1">
                <a:solidFill>
                  <a:srgbClr val="10191A"/>
                </a:solidFill>
                <a:latin typeface="Arial"/>
                <a:ea typeface="Arial"/>
                <a:cs typeface="Arial"/>
              </a:defRPr>
            </a:lvl1pPr>
            <a:lvl2pPr algn="r">
              <a:defRPr sz="1425" b="1">
                <a:solidFill>
                  <a:srgbClr val="10191A"/>
                </a:solidFill>
                <a:latin typeface="Arial"/>
                <a:ea typeface="Arial"/>
                <a:cs typeface="Arial"/>
              </a:defRPr>
            </a:lvl2pPr>
            <a:lvl3pPr algn="r">
              <a:defRPr sz="1425" b="1">
                <a:solidFill>
                  <a:srgbClr val="10191A"/>
                </a:solidFill>
                <a:latin typeface="Arial"/>
                <a:ea typeface="Arial"/>
                <a:cs typeface="Arial"/>
              </a:defRPr>
            </a:lvl3pPr>
            <a:lvl4pPr algn="r">
              <a:defRPr sz="1425" b="1">
                <a:solidFill>
                  <a:srgbClr val="10191A"/>
                </a:solidFill>
                <a:latin typeface="Arial"/>
                <a:ea typeface="Arial"/>
                <a:cs typeface="Arial"/>
              </a:defRPr>
            </a:lvl4pPr>
            <a:lvl5pPr algn="r">
              <a:defRPr sz="1425" b="1">
                <a:solidFill>
                  <a:srgbClr val="10191A"/>
                </a:solidFill>
                <a:latin typeface="Arial"/>
                <a:ea typeface="Arial"/>
                <a:cs typeface="Arial"/>
              </a:defRPr>
            </a:lvl5pPr>
            <a:lvl6pPr algn="r">
              <a:defRPr sz="1425" b="1">
                <a:solidFill>
                  <a:srgbClr val="10191A"/>
                </a:solidFill>
                <a:latin typeface="Arial"/>
                <a:ea typeface="Arial"/>
                <a:cs typeface="Arial"/>
              </a:defRPr>
            </a:lvl6pPr>
            <a:lvl7pPr algn="r">
              <a:defRPr sz="1425" b="1">
                <a:solidFill>
                  <a:srgbClr val="10191A"/>
                </a:solidFill>
                <a:latin typeface="Arial"/>
                <a:ea typeface="Arial"/>
                <a:cs typeface="Arial"/>
              </a:defRPr>
            </a:lvl7pPr>
            <a:lvl8pPr algn="r">
              <a:defRPr sz="1425" b="1">
                <a:solidFill>
                  <a:srgbClr val="10191A"/>
                </a:solidFill>
                <a:latin typeface="Arial"/>
                <a:ea typeface="Arial"/>
                <a:cs typeface="Arial"/>
              </a:defRPr>
            </a:lvl8pPr>
            <a:lvl9pPr algn="r">
              <a:defRPr sz="1425" b="1">
                <a:solidFill>
                  <a:srgbClr val="10191A"/>
                </a:solidFill>
                <a:latin typeface="Arial"/>
                <a:ea typeface="Arial"/>
                <a:cs typeface="Arial"/>
              </a:defRPr>
            </a:lvl9pPr>
          </a:lstStyle>
          <a:p>
            <a:pPr algn="r">
              <a:defRPr sz="1425" b="1">
                <a:solidFill>
                  <a:srgbClr val="10191A"/>
                </a:solidFill>
                <a:latin typeface="Arial"/>
                <a:ea typeface="Arial"/>
                <a:cs typeface="Arial"/>
              </a:defRPr>
            </a:pPr>
            <a:r>
              <a:rPr sz="1425" b="1">
                <a:solidFill>
                  <a:srgbClr val="10191A"/>
                </a:solidFill>
                <a:latin typeface="Arial"/>
                <a:ea typeface="Arial"/>
                <a:cs typeface="Arial"/>
              </a:rPr>
              <a:t>0.851</a:t>
            </a:r>
          </a:p>
        </p:txBody>
      </p:sp>
      <p:sp>
        <p:nvSpPr>
          <p:cNvPr id="19" name="Straight Connector 18">
            <a:extLst>
              <a:ext uri="{FF2B5EF4-FFF2-40B4-BE49-F238E27FC236}">
                <a16:creationId xmlns:a16="http://schemas.microsoft.com/office/drawing/2014/main" id="{F2EB956D-42E2-4AE6-884A-B4EE738D7E05}"/>
              </a:ext>
            </a:extLst>
          </p:cNvPr>
          <p:cNvSpPr>
            <a:spLocks noGrp="1"/>
          </p:cNvSpPr>
          <p:nvPr/>
        </p:nvSpPr>
        <p:spPr>
          <a:xfrm>
            <a:off x="7277100" y="4133850"/>
            <a:ext cx="3676650" cy="9525"/>
          </a:xfrm>
          <a:prstGeom prst="line">
            <a:avLst/>
          </a:prstGeom>
          <a:noFill/>
          <a:ln w="9525">
            <a:solidFill>
              <a:srgbClr val="D4D9D0"/>
            </a:solidFill>
            <a:prstDash val="solid"/>
          </a:ln>
        </p:spPr>
        <p:txBody>
          <a:bodyPr/>
          <a:lstStyle/>
          <a:p>
            <a:endParaRPr lang="en-IN"/>
          </a:p>
        </p:txBody>
      </p:sp>
      <p:sp>
        <p:nvSpPr>
          <p:cNvPr id="20" name="Rectangle 19">
            <a:extLst>
              <a:ext uri="{FF2B5EF4-FFF2-40B4-BE49-F238E27FC236}">
                <a16:creationId xmlns:a16="http://schemas.microsoft.com/office/drawing/2014/main" id="{7CF29ED5-088B-47DF-ACF3-90C957DB79E4}"/>
              </a:ext>
            </a:extLst>
          </p:cNvPr>
          <p:cNvSpPr>
            <a:spLocks noGrp="1"/>
          </p:cNvSpPr>
          <p:nvPr/>
        </p:nvSpPr>
        <p:spPr>
          <a:xfrm>
            <a:off x="7277100" y="4305300"/>
            <a:ext cx="2333625" cy="247650"/>
          </a:xfrm>
          <a:prstGeom prst="rect">
            <a:avLst/>
          </a:prstGeom>
          <a:noFill/>
          <a:ln w="0">
            <a:noFill/>
            <a:prstDash val="solid"/>
          </a:ln>
        </p:spPr>
        <p:txBody>
          <a:bodyPr wrap="square" lIns="0" tIns="0" rIns="0" bIns="0" anchor="ctr">
            <a:normAutofit/>
          </a:bodyPr>
          <a:lstStyle>
            <a:defPPr algn="l">
              <a:defRPr sz="1275" b="0">
                <a:solidFill>
                  <a:srgbClr val="243537"/>
                </a:solidFill>
                <a:latin typeface="Arial"/>
                <a:ea typeface="Arial"/>
                <a:cs typeface="Arial"/>
              </a:defRPr>
            </a:defPPr>
            <a:lvl1pPr algn="l">
              <a:defRPr sz="1275" b="0">
                <a:solidFill>
                  <a:srgbClr val="243537"/>
                </a:solidFill>
                <a:latin typeface="Arial"/>
                <a:ea typeface="Arial"/>
                <a:cs typeface="Arial"/>
              </a:defRPr>
            </a:lvl1pPr>
            <a:lvl2pPr algn="l">
              <a:defRPr sz="1275" b="0">
                <a:solidFill>
                  <a:srgbClr val="243537"/>
                </a:solidFill>
                <a:latin typeface="Arial"/>
                <a:ea typeface="Arial"/>
                <a:cs typeface="Arial"/>
              </a:defRPr>
            </a:lvl2pPr>
            <a:lvl3pPr algn="l">
              <a:defRPr sz="1275" b="0">
                <a:solidFill>
                  <a:srgbClr val="243537"/>
                </a:solidFill>
                <a:latin typeface="Arial"/>
                <a:ea typeface="Arial"/>
                <a:cs typeface="Arial"/>
              </a:defRPr>
            </a:lvl3pPr>
            <a:lvl4pPr algn="l">
              <a:defRPr sz="1275" b="0">
                <a:solidFill>
                  <a:srgbClr val="243537"/>
                </a:solidFill>
                <a:latin typeface="Arial"/>
                <a:ea typeface="Arial"/>
                <a:cs typeface="Arial"/>
              </a:defRPr>
            </a:lvl4pPr>
            <a:lvl5pPr algn="l">
              <a:defRPr sz="1275" b="0">
                <a:solidFill>
                  <a:srgbClr val="243537"/>
                </a:solidFill>
                <a:latin typeface="Arial"/>
                <a:ea typeface="Arial"/>
                <a:cs typeface="Arial"/>
              </a:defRPr>
            </a:lvl5pPr>
            <a:lvl6pPr algn="l">
              <a:defRPr sz="1275" b="0">
                <a:solidFill>
                  <a:srgbClr val="243537"/>
                </a:solidFill>
                <a:latin typeface="Arial"/>
                <a:ea typeface="Arial"/>
                <a:cs typeface="Arial"/>
              </a:defRPr>
            </a:lvl6pPr>
            <a:lvl7pPr algn="l">
              <a:defRPr sz="1275" b="0">
                <a:solidFill>
                  <a:srgbClr val="243537"/>
                </a:solidFill>
                <a:latin typeface="Arial"/>
                <a:ea typeface="Arial"/>
                <a:cs typeface="Arial"/>
              </a:defRPr>
            </a:lvl7pPr>
            <a:lvl8pPr algn="l">
              <a:defRPr sz="1275" b="0">
                <a:solidFill>
                  <a:srgbClr val="243537"/>
                </a:solidFill>
                <a:latin typeface="Arial"/>
                <a:ea typeface="Arial"/>
                <a:cs typeface="Arial"/>
              </a:defRPr>
            </a:lvl8pPr>
            <a:lvl9pPr algn="l">
              <a:defRPr sz="1275" b="0">
                <a:solidFill>
                  <a:srgbClr val="243537"/>
                </a:solidFill>
                <a:latin typeface="Arial"/>
                <a:ea typeface="Arial"/>
                <a:cs typeface="Arial"/>
              </a:defRPr>
            </a:lvl9pPr>
          </a:lstStyle>
          <a:p>
            <a:pPr algn="l">
              <a:defRPr sz="1275" b="0">
                <a:solidFill>
                  <a:srgbClr val="243537"/>
                </a:solidFill>
                <a:latin typeface="Arial"/>
                <a:ea typeface="Arial"/>
                <a:cs typeface="Arial"/>
              </a:defRPr>
            </a:pPr>
            <a:r>
              <a:rPr sz="1275" b="0">
                <a:solidFill>
                  <a:srgbClr val="243537"/>
                </a:solidFill>
                <a:latin typeface="Arial"/>
                <a:ea typeface="Arial"/>
                <a:cs typeface="Arial"/>
              </a:rPr>
              <a:t>NO-Mask</a:t>
            </a:r>
          </a:p>
        </p:txBody>
      </p:sp>
      <p:sp>
        <p:nvSpPr>
          <p:cNvPr id="21" name="Rectangle 20">
            <a:extLst>
              <a:ext uri="{FF2B5EF4-FFF2-40B4-BE49-F238E27FC236}">
                <a16:creationId xmlns:a16="http://schemas.microsoft.com/office/drawing/2014/main" id="{F5DF7CBB-3DA1-4076-96AE-0FC3019A9866}"/>
              </a:ext>
            </a:extLst>
          </p:cNvPr>
          <p:cNvSpPr>
            <a:spLocks noGrp="1"/>
          </p:cNvSpPr>
          <p:nvPr/>
        </p:nvSpPr>
        <p:spPr>
          <a:xfrm>
            <a:off x="9906000" y="4305300"/>
            <a:ext cx="1047750" cy="247650"/>
          </a:xfrm>
          <a:prstGeom prst="rect">
            <a:avLst/>
          </a:prstGeom>
          <a:noFill/>
          <a:ln w="0">
            <a:noFill/>
            <a:prstDash val="solid"/>
          </a:ln>
        </p:spPr>
        <p:txBody>
          <a:bodyPr wrap="square" lIns="0" tIns="0" rIns="0" bIns="0" anchor="ctr">
            <a:normAutofit/>
          </a:bodyPr>
          <a:lstStyle>
            <a:defPPr algn="r">
              <a:defRPr sz="1425" b="1">
                <a:solidFill>
                  <a:srgbClr val="10191A"/>
                </a:solidFill>
                <a:latin typeface="Arial"/>
                <a:ea typeface="Arial"/>
                <a:cs typeface="Arial"/>
              </a:defRPr>
            </a:defPPr>
            <a:lvl1pPr algn="r">
              <a:defRPr sz="1425" b="1">
                <a:solidFill>
                  <a:srgbClr val="10191A"/>
                </a:solidFill>
                <a:latin typeface="Arial"/>
                <a:ea typeface="Arial"/>
                <a:cs typeface="Arial"/>
              </a:defRPr>
            </a:lvl1pPr>
            <a:lvl2pPr algn="r">
              <a:defRPr sz="1425" b="1">
                <a:solidFill>
                  <a:srgbClr val="10191A"/>
                </a:solidFill>
                <a:latin typeface="Arial"/>
                <a:ea typeface="Arial"/>
                <a:cs typeface="Arial"/>
              </a:defRPr>
            </a:lvl2pPr>
            <a:lvl3pPr algn="r">
              <a:defRPr sz="1425" b="1">
                <a:solidFill>
                  <a:srgbClr val="10191A"/>
                </a:solidFill>
                <a:latin typeface="Arial"/>
                <a:ea typeface="Arial"/>
                <a:cs typeface="Arial"/>
              </a:defRPr>
            </a:lvl3pPr>
            <a:lvl4pPr algn="r">
              <a:defRPr sz="1425" b="1">
                <a:solidFill>
                  <a:srgbClr val="10191A"/>
                </a:solidFill>
                <a:latin typeface="Arial"/>
                <a:ea typeface="Arial"/>
                <a:cs typeface="Arial"/>
              </a:defRPr>
            </a:lvl4pPr>
            <a:lvl5pPr algn="r">
              <a:defRPr sz="1425" b="1">
                <a:solidFill>
                  <a:srgbClr val="10191A"/>
                </a:solidFill>
                <a:latin typeface="Arial"/>
                <a:ea typeface="Arial"/>
                <a:cs typeface="Arial"/>
              </a:defRPr>
            </a:lvl5pPr>
            <a:lvl6pPr algn="r">
              <a:defRPr sz="1425" b="1">
                <a:solidFill>
                  <a:srgbClr val="10191A"/>
                </a:solidFill>
                <a:latin typeface="Arial"/>
                <a:ea typeface="Arial"/>
                <a:cs typeface="Arial"/>
              </a:defRPr>
            </a:lvl6pPr>
            <a:lvl7pPr algn="r">
              <a:defRPr sz="1425" b="1">
                <a:solidFill>
                  <a:srgbClr val="10191A"/>
                </a:solidFill>
                <a:latin typeface="Arial"/>
                <a:ea typeface="Arial"/>
                <a:cs typeface="Arial"/>
              </a:defRPr>
            </a:lvl7pPr>
            <a:lvl8pPr algn="r">
              <a:defRPr sz="1425" b="1">
                <a:solidFill>
                  <a:srgbClr val="10191A"/>
                </a:solidFill>
                <a:latin typeface="Arial"/>
                <a:ea typeface="Arial"/>
                <a:cs typeface="Arial"/>
              </a:defRPr>
            </a:lvl8pPr>
            <a:lvl9pPr algn="r">
              <a:defRPr sz="1425" b="1">
                <a:solidFill>
                  <a:srgbClr val="10191A"/>
                </a:solidFill>
                <a:latin typeface="Arial"/>
                <a:ea typeface="Arial"/>
                <a:cs typeface="Arial"/>
              </a:defRPr>
            </a:lvl9pPr>
          </a:lstStyle>
          <a:p>
            <a:pPr algn="r">
              <a:defRPr sz="1425" b="1">
                <a:solidFill>
                  <a:srgbClr val="10191A"/>
                </a:solidFill>
                <a:latin typeface="Arial"/>
                <a:ea typeface="Arial"/>
                <a:cs typeface="Arial"/>
              </a:defRPr>
            </a:pPr>
            <a:r>
              <a:rPr sz="1425" b="1">
                <a:solidFill>
                  <a:srgbClr val="10191A"/>
                </a:solidFill>
                <a:latin typeface="Arial"/>
                <a:ea typeface="Arial"/>
                <a:cs typeface="Arial"/>
              </a:rPr>
              <a:t>0.691</a:t>
            </a:r>
          </a:p>
        </p:txBody>
      </p:sp>
      <p:sp>
        <p:nvSpPr>
          <p:cNvPr id="22" name="Straight Connector 21">
            <a:extLst>
              <a:ext uri="{FF2B5EF4-FFF2-40B4-BE49-F238E27FC236}">
                <a16:creationId xmlns:a16="http://schemas.microsoft.com/office/drawing/2014/main" id="{879C5AE8-0F5A-4C34-8A43-8EC57C9441F8}"/>
              </a:ext>
            </a:extLst>
          </p:cNvPr>
          <p:cNvSpPr>
            <a:spLocks noGrp="1"/>
          </p:cNvSpPr>
          <p:nvPr/>
        </p:nvSpPr>
        <p:spPr>
          <a:xfrm>
            <a:off x="7277100" y="4657725"/>
            <a:ext cx="3676650" cy="9525"/>
          </a:xfrm>
          <a:prstGeom prst="line">
            <a:avLst/>
          </a:prstGeom>
          <a:noFill/>
          <a:ln w="9525">
            <a:solidFill>
              <a:srgbClr val="D4D9D0"/>
            </a:solidFill>
            <a:prstDash val="solid"/>
          </a:ln>
        </p:spPr>
        <p:txBody>
          <a:bodyPr/>
          <a:lstStyle/>
          <a:p>
            <a:endParaRPr lang="en-IN"/>
          </a:p>
        </p:txBody>
      </p:sp>
      <p:sp>
        <p:nvSpPr>
          <p:cNvPr id="23" name="Rectangle 22">
            <a:extLst>
              <a:ext uri="{FF2B5EF4-FFF2-40B4-BE49-F238E27FC236}">
                <a16:creationId xmlns:a16="http://schemas.microsoft.com/office/drawing/2014/main" id="{2E6D5456-A9C9-45E8-B358-D46059D71A15}"/>
              </a:ext>
            </a:extLst>
          </p:cNvPr>
          <p:cNvSpPr>
            <a:spLocks noGrp="1"/>
          </p:cNvSpPr>
          <p:nvPr/>
        </p:nvSpPr>
        <p:spPr>
          <a:xfrm>
            <a:off x="7277100" y="4829175"/>
            <a:ext cx="2333625" cy="247650"/>
          </a:xfrm>
          <a:prstGeom prst="rect">
            <a:avLst/>
          </a:prstGeom>
          <a:noFill/>
          <a:ln w="0">
            <a:noFill/>
            <a:prstDash val="solid"/>
          </a:ln>
        </p:spPr>
        <p:txBody>
          <a:bodyPr wrap="square" lIns="0" tIns="0" rIns="0" bIns="0" anchor="ctr">
            <a:normAutofit/>
          </a:bodyPr>
          <a:lstStyle>
            <a:defPPr algn="l">
              <a:defRPr sz="1275" b="0">
                <a:solidFill>
                  <a:srgbClr val="243537"/>
                </a:solidFill>
                <a:latin typeface="Arial"/>
                <a:ea typeface="Arial"/>
                <a:cs typeface="Arial"/>
              </a:defRPr>
            </a:defPPr>
            <a:lvl1pPr algn="l">
              <a:defRPr sz="1275" b="0">
                <a:solidFill>
                  <a:srgbClr val="243537"/>
                </a:solidFill>
                <a:latin typeface="Arial"/>
                <a:ea typeface="Arial"/>
                <a:cs typeface="Arial"/>
              </a:defRPr>
            </a:lvl1pPr>
            <a:lvl2pPr algn="l">
              <a:defRPr sz="1275" b="0">
                <a:solidFill>
                  <a:srgbClr val="243537"/>
                </a:solidFill>
                <a:latin typeface="Arial"/>
                <a:ea typeface="Arial"/>
                <a:cs typeface="Arial"/>
              </a:defRPr>
            </a:lvl2pPr>
            <a:lvl3pPr algn="l">
              <a:defRPr sz="1275" b="0">
                <a:solidFill>
                  <a:srgbClr val="243537"/>
                </a:solidFill>
                <a:latin typeface="Arial"/>
                <a:ea typeface="Arial"/>
                <a:cs typeface="Arial"/>
              </a:defRPr>
            </a:lvl3pPr>
            <a:lvl4pPr algn="l">
              <a:defRPr sz="1275" b="0">
                <a:solidFill>
                  <a:srgbClr val="243537"/>
                </a:solidFill>
                <a:latin typeface="Arial"/>
                <a:ea typeface="Arial"/>
                <a:cs typeface="Arial"/>
              </a:defRPr>
            </a:lvl4pPr>
            <a:lvl5pPr algn="l">
              <a:defRPr sz="1275" b="0">
                <a:solidFill>
                  <a:srgbClr val="243537"/>
                </a:solidFill>
                <a:latin typeface="Arial"/>
                <a:ea typeface="Arial"/>
                <a:cs typeface="Arial"/>
              </a:defRPr>
            </a:lvl5pPr>
            <a:lvl6pPr algn="l">
              <a:defRPr sz="1275" b="0">
                <a:solidFill>
                  <a:srgbClr val="243537"/>
                </a:solidFill>
                <a:latin typeface="Arial"/>
                <a:ea typeface="Arial"/>
                <a:cs typeface="Arial"/>
              </a:defRPr>
            </a:lvl6pPr>
            <a:lvl7pPr algn="l">
              <a:defRPr sz="1275" b="0">
                <a:solidFill>
                  <a:srgbClr val="243537"/>
                </a:solidFill>
                <a:latin typeface="Arial"/>
                <a:ea typeface="Arial"/>
                <a:cs typeface="Arial"/>
              </a:defRPr>
            </a:lvl7pPr>
            <a:lvl8pPr algn="l">
              <a:defRPr sz="1275" b="0">
                <a:solidFill>
                  <a:srgbClr val="243537"/>
                </a:solidFill>
                <a:latin typeface="Arial"/>
                <a:ea typeface="Arial"/>
                <a:cs typeface="Arial"/>
              </a:defRPr>
            </a:lvl8pPr>
            <a:lvl9pPr algn="l">
              <a:defRPr sz="1275" b="0">
                <a:solidFill>
                  <a:srgbClr val="243537"/>
                </a:solidFill>
                <a:latin typeface="Arial"/>
                <a:ea typeface="Arial"/>
                <a:cs typeface="Arial"/>
              </a:defRPr>
            </a:lvl9pPr>
          </a:lstStyle>
          <a:p>
            <a:pPr algn="l">
              <a:defRPr sz="1275" b="0">
                <a:solidFill>
                  <a:srgbClr val="243537"/>
                </a:solidFill>
                <a:latin typeface="Arial"/>
                <a:ea typeface="Arial"/>
                <a:cs typeface="Arial"/>
              </a:defRPr>
            </a:pPr>
            <a:r>
              <a:rPr sz="1275" b="0">
                <a:solidFill>
                  <a:srgbClr val="243537"/>
                </a:solidFill>
                <a:latin typeface="Arial"/>
                <a:ea typeface="Arial"/>
                <a:cs typeface="Arial"/>
              </a:rPr>
              <a:t>Safety Cone</a:t>
            </a:r>
          </a:p>
        </p:txBody>
      </p:sp>
      <p:sp>
        <p:nvSpPr>
          <p:cNvPr id="24" name="Rectangle 23">
            <a:extLst>
              <a:ext uri="{FF2B5EF4-FFF2-40B4-BE49-F238E27FC236}">
                <a16:creationId xmlns:a16="http://schemas.microsoft.com/office/drawing/2014/main" id="{0C418298-589F-415E-84A3-4803E664C5BE}"/>
              </a:ext>
            </a:extLst>
          </p:cNvPr>
          <p:cNvSpPr>
            <a:spLocks noGrp="1"/>
          </p:cNvSpPr>
          <p:nvPr/>
        </p:nvSpPr>
        <p:spPr>
          <a:xfrm>
            <a:off x="9906000" y="4829175"/>
            <a:ext cx="1047750" cy="247650"/>
          </a:xfrm>
          <a:prstGeom prst="rect">
            <a:avLst/>
          </a:prstGeom>
          <a:noFill/>
          <a:ln w="0">
            <a:noFill/>
            <a:prstDash val="solid"/>
          </a:ln>
        </p:spPr>
        <p:txBody>
          <a:bodyPr wrap="square" lIns="0" tIns="0" rIns="0" bIns="0" anchor="ctr">
            <a:normAutofit/>
          </a:bodyPr>
          <a:lstStyle>
            <a:defPPr algn="r">
              <a:defRPr sz="1425" b="1">
                <a:solidFill>
                  <a:srgbClr val="10191A"/>
                </a:solidFill>
                <a:latin typeface="Arial"/>
                <a:ea typeface="Arial"/>
                <a:cs typeface="Arial"/>
              </a:defRPr>
            </a:defPPr>
            <a:lvl1pPr algn="r">
              <a:defRPr sz="1425" b="1">
                <a:solidFill>
                  <a:srgbClr val="10191A"/>
                </a:solidFill>
                <a:latin typeface="Arial"/>
                <a:ea typeface="Arial"/>
                <a:cs typeface="Arial"/>
              </a:defRPr>
            </a:lvl1pPr>
            <a:lvl2pPr algn="r">
              <a:defRPr sz="1425" b="1">
                <a:solidFill>
                  <a:srgbClr val="10191A"/>
                </a:solidFill>
                <a:latin typeface="Arial"/>
                <a:ea typeface="Arial"/>
                <a:cs typeface="Arial"/>
              </a:defRPr>
            </a:lvl2pPr>
            <a:lvl3pPr algn="r">
              <a:defRPr sz="1425" b="1">
                <a:solidFill>
                  <a:srgbClr val="10191A"/>
                </a:solidFill>
                <a:latin typeface="Arial"/>
                <a:ea typeface="Arial"/>
                <a:cs typeface="Arial"/>
              </a:defRPr>
            </a:lvl3pPr>
            <a:lvl4pPr algn="r">
              <a:defRPr sz="1425" b="1">
                <a:solidFill>
                  <a:srgbClr val="10191A"/>
                </a:solidFill>
                <a:latin typeface="Arial"/>
                <a:ea typeface="Arial"/>
                <a:cs typeface="Arial"/>
              </a:defRPr>
            </a:lvl4pPr>
            <a:lvl5pPr algn="r">
              <a:defRPr sz="1425" b="1">
                <a:solidFill>
                  <a:srgbClr val="10191A"/>
                </a:solidFill>
                <a:latin typeface="Arial"/>
                <a:ea typeface="Arial"/>
                <a:cs typeface="Arial"/>
              </a:defRPr>
            </a:lvl5pPr>
            <a:lvl6pPr algn="r">
              <a:defRPr sz="1425" b="1">
                <a:solidFill>
                  <a:srgbClr val="10191A"/>
                </a:solidFill>
                <a:latin typeface="Arial"/>
                <a:ea typeface="Arial"/>
                <a:cs typeface="Arial"/>
              </a:defRPr>
            </a:lvl6pPr>
            <a:lvl7pPr algn="r">
              <a:defRPr sz="1425" b="1">
                <a:solidFill>
                  <a:srgbClr val="10191A"/>
                </a:solidFill>
                <a:latin typeface="Arial"/>
                <a:ea typeface="Arial"/>
                <a:cs typeface="Arial"/>
              </a:defRPr>
            </a:lvl7pPr>
            <a:lvl8pPr algn="r">
              <a:defRPr sz="1425" b="1">
                <a:solidFill>
                  <a:srgbClr val="10191A"/>
                </a:solidFill>
                <a:latin typeface="Arial"/>
                <a:ea typeface="Arial"/>
                <a:cs typeface="Arial"/>
              </a:defRPr>
            </a:lvl8pPr>
            <a:lvl9pPr algn="r">
              <a:defRPr sz="1425" b="1">
                <a:solidFill>
                  <a:srgbClr val="10191A"/>
                </a:solidFill>
                <a:latin typeface="Arial"/>
                <a:ea typeface="Arial"/>
                <a:cs typeface="Arial"/>
              </a:defRPr>
            </a:lvl9pPr>
          </a:lstStyle>
          <a:p>
            <a:pPr algn="r">
              <a:defRPr sz="1425" b="1">
                <a:solidFill>
                  <a:srgbClr val="10191A"/>
                </a:solidFill>
                <a:latin typeface="Arial"/>
                <a:ea typeface="Arial"/>
                <a:cs typeface="Arial"/>
              </a:defRPr>
            </a:pPr>
            <a:r>
              <a:rPr sz="1425" b="1">
                <a:solidFill>
                  <a:srgbClr val="10191A"/>
                </a:solidFill>
                <a:latin typeface="Arial"/>
                <a:ea typeface="Arial"/>
                <a:cs typeface="Arial"/>
              </a:rPr>
              <a:t>0.596</a:t>
            </a:r>
          </a:p>
        </p:txBody>
      </p:sp>
      <p:sp>
        <p:nvSpPr>
          <p:cNvPr id="25" name="Straight Connector 24">
            <a:extLst>
              <a:ext uri="{FF2B5EF4-FFF2-40B4-BE49-F238E27FC236}">
                <a16:creationId xmlns:a16="http://schemas.microsoft.com/office/drawing/2014/main" id="{68D6090C-CC6D-4744-BD39-D0017D6CED9D}"/>
              </a:ext>
            </a:extLst>
          </p:cNvPr>
          <p:cNvSpPr>
            <a:spLocks noGrp="1"/>
          </p:cNvSpPr>
          <p:nvPr/>
        </p:nvSpPr>
        <p:spPr>
          <a:xfrm>
            <a:off x="7277100" y="5181600"/>
            <a:ext cx="3676650" cy="9525"/>
          </a:xfrm>
          <a:prstGeom prst="line">
            <a:avLst/>
          </a:prstGeom>
          <a:noFill/>
          <a:ln w="9525">
            <a:solidFill>
              <a:srgbClr val="D4D9D0"/>
            </a:solidFill>
            <a:prstDash val="solid"/>
          </a:ln>
        </p:spPr>
        <p:txBody>
          <a:bodyPr/>
          <a:lstStyle/>
          <a:p>
            <a:endParaRPr lang="en-IN"/>
          </a:p>
        </p:txBody>
      </p:sp>
      <p:sp>
        <p:nvSpPr>
          <p:cNvPr id="26" name="Rectangle 25">
            <a:extLst>
              <a:ext uri="{FF2B5EF4-FFF2-40B4-BE49-F238E27FC236}">
                <a16:creationId xmlns:a16="http://schemas.microsoft.com/office/drawing/2014/main" id="{AE8DBC87-C7AD-4BF8-8373-57AED5DC6619}"/>
              </a:ext>
            </a:extLst>
          </p:cNvPr>
          <p:cNvSpPr>
            <a:spLocks noGrp="1"/>
          </p:cNvSpPr>
          <p:nvPr/>
        </p:nvSpPr>
        <p:spPr>
          <a:xfrm>
            <a:off x="7277100" y="5553075"/>
            <a:ext cx="3714750" cy="609600"/>
          </a:xfrm>
          <a:prstGeom prst="rect">
            <a:avLst/>
          </a:prstGeom>
          <a:noFill/>
          <a:ln w="0">
            <a:noFill/>
            <a:prstDash val="solid"/>
          </a:ln>
        </p:spPr>
        <p:txBody>
          <a:bodyPr wrap="square" lIns="0" tIns="0" rIns="0" bIns="0" anchor="ctr">
            <a:normAutofit/>
          </a:bodyPr>
          <a:lstStyle>
            <a:defPPr algn="l">
              <a:defRPr sz="1200" b="0">
                <a:solidFill>
                  <a:srgbClr val="243537"/>
                </a:solidFill>
                <a:latin typeface="Arial"/>
                <a:ea typeface="Arial"/>
                <a:cs typeface="Arial"/>
              </a:defRPr>
            </a:defPPr>
            <a:lvl1pPr algn="l">
              <a:defRPr sz="1200" b="0">
                <a:solidFill>
                  <a:srgbClr val="243537"/>
                </a:solidFill>
                <a:latin typeface="Arial"/>
                <a:ea typeface="Arial"/>
                <a:cs typeface="Arial"/>
              </a:defRPr>
            </a:lvl1pPr>
            <a:lvl2pPr algn="l">
              <a:defRPr sz="1200" b="0">
                <a:solidFill>
                  <a:srgbClr val="243537"/>
                </a:solidFill>
                <a:latin typeface="Arial"/>
                <a:ea typeface="Arial"/>
                <a:cs typeface="Arial"/>
              </a:defRPr>
            </a:lvl2pPr>
            <a:lvl3pPr algn="l">
              <a:defRPr sz="1200" b="0">
                <a:solidFill>
                  <a:srgbClr val="243537"/>
                </a:solidFill>
                <a:latin typeface="Arial"/>
                <a:ea typeface="Arial"/>
                <a:cs typeface="Arial"/>
              </a:defRPr>
            </a:lvl3pPr>
            <a:lvl4pPr algn="l">
              <a:defRPr sz="1200" b="0">
                <a:solidFill>
                  <a:srgbClr val="243537"/>
                </a:solidFill>
                <a:latin typeface="Arial"/>
                <a:ea typeface="Arial"/>
                <a:cs typeface="Arial"/>
              </a:defRPr>
            </a:lvl4pPr>
            <a:lvl5pPr algn="l">
              <a:defRPr sz="1200" b="0">
                <a:solidFill>
                  <a:srgbClr val="243537"/>
                </a:solidFill>
                <a:latin typeface="Arial"/>
                <a:ea typeface="Arial"/>
                <a:cs typeface="Arial"/>
              </a:defRPr>
            </a:lvl5pPr>
            <a:lvl6pPr algn="l">
              <a:defRPr sz="1200" b="0">
                <a:solidFill>
                  <a:srgbClr val="243537"/>
                </a:solidFill>
                <a:latin typeface="Arial"/>
                <a:ea typeface="Arial"/>
                <a:cs typeface="Arial"/>
              </a:defRPr>
            </a:lvl6pPr>
            <a:lvl7pPr algn="l">
              <a:defRPr sz="1200" b="0">
                <a:solidFill>
                  <a:srgbClr val="243537"/>
                </a:solidFill>
                <a:latin typeface="Arial"/>
                <a:ea typeface="Arial"/>
                <a:cs typeface="Arial"/>
              </a:defRPr>
            </a:lvl7pPr>
            <a:lvl8pPr algn="l">
              <a:defRPr sz="1200" b="0">
                <a:solidFill>
                  <a:srgbClr val="243537"/>
                </a:solidFill>
                <a:latin typeface="Arial"/>
                <a:ea typeface="Arial"/>
                <a:cs typeface="Arial"/>
              </a:defRPr>
            </a:lvl8pPr>
            <a:lvl9pPr algn="l">
              <a:defRPr sz="1200" b="0">
                <a:solidFill>
                  <a:srgbClr val="243537"/>
                </a:solidFill>
                <a:latin typeface="Arial"/>
                <a:ea typeface="Arial"/>
                <a:cs typeface="Arial"/>
              </a:defRPr>
            </a:lvl9pPr>
          </a:lstStyle>
          <a:p>
            <a:pPr algn="l">
              <a:defRPr sz="1200" b="0">
                <a:solidFill>
                  <a:srgbClr val="243537"/>
                </a:solidFill>
                <a:latin typeface="Arial"/>
                <a:ea typeface="Arial"/>
                <a:cs typeface="Arial"/>
              </a:defRPr>
            </a:pPr>
            <a:r>
              <a:rPr sz="1200" b="0">
                <a:solidFill>
                  <a:srgbClr val="243537"/>
                </a:solidFill>
                <a:latin typeface="Arial"/>
                <a:ea typeface="Arial"/>
                <a:cs typeface="Arial"/>
              </a:rPr>
              <a:t>Lowest AP in the supplied curve: Safety Cone. Review small or occluded PPE and background confusions.</a:t>
            </a:r>
          </a:p>
        </p:txBody>
      </p:sp>
    </p:spTree>
    <p:extLst>
      <p:ext uri="{BB962C8B-B14F-4D97-AF65-F5344CB8AC3E}">
        <p14:creationId xmlns:p14="http://schemas.microsoft.com/office/powerpoint/2010/main" val="15799666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1E8"/>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88BFB4C-8201-42DF-8538-C12F8133D0A7}"/>
              </a:ext>
            </a:extLst>
          </p:cNvPr>
          <p:cNvSpPr>
            <a:spLocks noGrp="1"/>
          </p:cNvSpPr>
          <p:nvPr/>
        </p:nvSpPr>
        <p:spPr>
          <a:xfrm>
            <a:off x="0" y="0"/>
            <a:ext cx="133350" cy="6858000"/>
          </a:xfrm>
          <a:prstGeom prst="rect">
            <a:avLst/>
          </a:prstGeom>
          <a:solidFill>
            <a:srgbClr val="C6F36B"/>
          </a:solidFill>
          <a:ln w="0">
            <a:noFill/>
            <a:prstDash val="solid"/>
          </a:ln>
        </p:spPr>
        <p:txBody>
          <a:bodyPr/>
          <a:lstStyle/>
          <a:p>
            <a:endParaRPr lang="en-IN"/>
          </a:p>
        </p:txBody>
      </p:sp>
      <p:sp>
        <p:nvSpPr>
          <p:cNvPr id="2" name="Rectangle 1">
            <a:extLst>
              <a:ext uri="{FF2B5EF4-FFF2-40B4-BE49-F238E27FC236}">
                <a16:creationId xmlns:a16="http://schemas.microsoft.com/office/drawing/2014/main" id="{BB69A896-8CAC-4781-9E1C-CD251150A2E6}"/>
              </a:ext>
            </a:extLst>
          </p:cNvPr>
          <p:cNvSpPr>
            <a:spLocks noGrp="1"/>
          </p:cNvSpPr>
          <p:nvPr/>
        </p:nvSpPr>
        <p:spPr>
          <a:xfrm>
            <a:off x="590550" y="285750"/>
            <a:ext cx="8572500" cy="219075"/>
          </a:xfrm>
          <a:prstGeom prst="rect">
            <a:avLst/>
          </a:prstGeom>
          <a:noFill/>
          <a:ln w="0">
            <a:noFill/>
            <a:prstDash val="solid"/>
          </a:ln>
        </p:spPr>
        <p:txBody>
          <a:bodyPr wrap="square" lIns="0" tIns="0" rIns="0" bIns="0" anchor="ctr">
            <a:normAutofit/>
          </a:bodyPr>
          <a:lstStyle>
            <a:defPPr algn="l">
              <a:defRPr sz="1050" b="1">
                <a:solidFill>
                  <a:srgbClr val="243537"/>
                </a:solidFill>
                <a:latin typeface="Arial"/>
                <a:ea typeface="Arial"/>
                <a:cs typeface="Arial"/>
              </a:defRPr>
            </a:defPPr>
            <a:lvl1pPr algn="l">
              <a:defRPr sz="1050" b="1">
                <a:solidFill>
                  <a:srgbClr val="243537"/>
                </a:solidFill>
                <a:latin typeface="Arial"/>
                <a:ea typeface="Arial"/>
                <a:cs typeface="Arial"/>
              </a:defRPr>
            </a:lvl1pPr>
            <a:lvl2pPr algn="l">
              <a:defRPr sz="1050" b="1">
                <a:solidFill>
                  <a:srgbClr val="243537"/>
                </a:solidFill>
                <a:latin typeface="Arial"/>
                <a:ea typeface="Arial"/>
                <a:cs typeface="Arial"/>
              </a:defRPr>
            </a:lvl2pPr>
            <a:lvl3pPr algn="l">
              <a:defRPr sz="1050" b="1">
                <a:solidFill>
                  <a:srgbClr val="243537"/>
                </a:solidFill>
                <a:latin typeface="Arial"/>
                <a:ea typeface="Arial"/>
                <a:cs typeface="Arial"/>
              </a:defRPr>
            </a:lvl3pPr>
            <a:lvl4pPr algn="l">
              <a:defRPr sz="1050" b="1">
                <a:solidFill>
                  <a:srgbClr val="243537"/>
                </a:solidFill>
                <a:latin typeface="Arial"/>
                <a:ea typeface="Arial"/>
                <a:cs typeface="Arial"/>
              </a:defRPr>
            </a:lvl4pPr>
            <a:lvl5pPr algn="l">
              <a:defRPr sz="1050" b="1">
                <a:solidFill>
                  <a:srgbClr val="243537"/>
                </a:solidFill>
                <a:latin typeface="Arial"/>
                <a:ea typeface="Arial"/>
                <a:cs typeface="Arial"/>
              </a:defRPr>
            </a:lvl5pPr>
            <a:lvl6pPr algn="l">
              <a:defRPr sz="1050" b="1">
                <a:solidFill>
                  <a:srgbClr val="243537"/>
                </a:solidFill>
                <a:latin typeface="Arial"/>
                <a:ea typeface="Arial"/>
                <a:cs typeface="Arial"/>
              </a:defRPr>
            </a:lvl6pPr>
            <a:lvl7pPr algn="l">
              <a:defRPr sz="1050" b="1">
                <a:solidFill>
                  <a:srgbClr val="243537"/>
                </a:solidFill>
                <a:latin typeface="Arial"/>
                <a:ea typeface="Arial"/>
                <a:cs typeface="Arial"/>
              </a:defRPr>
            </a:lvl7pPr>
            <a:lvl8pPr algn="l">
              <a:defRPr sz="1050" b="1">
                <a:solidFill>
                  <a:srgbClr val="243537"/>
                </a:solidFill>
                <a:latin typeface="Arial"/>
                <a:ea typeface="Arial"/>
                <a:cs typeface="Arial"/>
              </a:defRPr>
            </a:lvl8pPr>
            <a:lvl9pPr algn="l">
              <a:defRPr sz="1050" b="1">
                <a:solidFill>
                  <a:srgbClr val="243537"/>
                </a:solidFill>
                <a:latin typeface="Arial"/>
                <a:ea typeface="Arial"/>
                <a:cs typeface="Arial"/>
              </a:defRPr>
            </a:lvl9pPr>
          </a:lstStyle>
          <a:p>
            <a:pPr algn="l">
              <a:defRPr sz="1050" b="1">
                <a:solidFill>
                  <a:srgbClr val="243537"/>
                </a:solidFill>
                <a:latin typeface="Arial"/>
                <a:ea typeface="Arial"/>
                <a:cs typeface="Arial"/>
              </a:defRPr>
            </a:pPr>
            <a:r>
              <a:rPr sz="1050" b="1">
                <a:solidFill>
                  <a:srgbClr val="243537"/>
                </a:solidFill>
                <a:latin typeface="Arial"/>
                <a:ea typeface="Arial"/>
                <a:cs typeface="Arial"/>
              </a:rPr>
              <a:t>08  /  MODEL LEARNING</a:t>
            </a:r>
          </a:p>
        </p:txBody>
      </p:sp>
      <p:sp>
        <p:nvSpPr>
          <p:cNvPr id="3" name="Rectangle 2">
            <a:extLst>
              <a:ext uri="{FF2B5EF4-FFF2-40B4-BE49-F238E27FC236}">
                <a16:creationId xmlns:a16="http://schemas.microsoft.com/office/drawing/2014/main" id="{FD95D799-969D-4FA0-A75A-EC7BD5E05BCE}"/>
              </a:ext>
            </a:extLst>
          </p:cNvPr>
          <p:cNvSpPr>
            <a:spLocks noGrp="1"/>
          </p:cNvSpPr>
          <p:nvPr/>
        </p:nvSpPr>
        <p:spPr>
          <a:xfrm>
            <a:off x="590550" y="647700"/>
            <a:ext cx="10858500" cy="514350"/>
          </a:xfrm>
          <a:prstGeom prst="rect">
            <a:avLst/>
          </a:prstGeom>
          <a:noFill/>
          <a:ln w="0">
            <a:noFill/>
            <a:prstDash val="solid"/>
          </a:ln>
        </p:spPr>
        <p:txBody>
          <a:bodyPr wrap="square" lIns="0" tIns="0" rIns="0" bIns="0" anchor="ctr">
            <a:normAutofit/>
          </a:bodyPr>
          <a:lstStyle>
            <a:defPPr algn="l">
              <a:defRPr sz="2700" b="1">
                <a:solidFill>
                  <a:srgbClr val="10191A"/>
                </a:solidFill>
                <a:latin typeface="Arial"/>
                <a:ea typeface="Arial"/>
                <a:cs typeface="Arial"/>
              </a:defRPr>
            </a:defPPr>
            <a:lvl1pPr algn="l">
              <a:defRPr sz="2700" b="1">
                <a:solidFill>
                  <a:srgbClr val="10191A"/>
                </a:solidFill>
                <a:latin typeface="Arial"/>
                <a:ea typeface="Arial"/>
                <a:cs typeface="Arial"/>
              </a:defRPr>
            </a:lvl1pPr>
            <a:lvl2pPr algn="l">
              <a:defRPr sz="2700" b="1">
                <a:solidFill>
                  <a:srgbClr val="10191A"/>
                </a:solidFill>
                <a:latin typeface="Arial"/>
                <a:ea typeface="Arial"/>
                <a:cs typeface="Arial"/>
              </a:defRPr>
            </a:lvl2pPr>
            <a:lvl3pPr algn="l">
              <a:defRPr sz="2700" b="1">
                <a:solidFill>
                  <a:srgbClr val="10191A"/>
                </a:solidFill>
                <a:latin typeface="Arial"/>
                <a:ea typeface="Arial"/>
                <a:cs typeface="Arial"/>
              </a:defRPr>
            </a:lvl3pPr>
            <a:lvl4pPr algn="l">
              <a:defRPr sz="2700" b="1">
                <a:solidFill>
                  <a:srgbClr val="10191A"/>
                </a:solidFill>
                <a:latin typeface="Arial"/>
                <a:ea typeface="Arial"/>
                <a:cs typeface="Arial"/>
              </a:defRPr>
            </a:lvl4pPr>
            <a:lvl5pPr algn="l">
              <a:defRPr sz="2700" b="1">
                <a:solidFill>
                  <a:srgbClr val="10191A"/>
                </a:solidFill>
                <a:latin typeface="Arial"/>
                <a:ea typeface="Arial"/>
                <a:cs typeface="Arial"/>
              </a:defRPr>
            </a:lvl5pPr>
            <a:lvl6pPr algn="l">
              <a:defRPr sz="2700" b="1">
                <a:solidFill>
                  <a:srgbClr val="10191A"/>
                </a:solidFill>
                <a:latin typeface="Arial"/>
                <a:ea typeface="Arial"/>
                <a:cs typeface="Arial"/>
              </a:defRPr>
            </a:lvl6pPr>
            <a:lvl7pPr algn="l">
              <a:defRPr sz="2700" b="1">
                <a:solidFill>
                  <a:srgbClr val="10191A"/>
                </a:solidFill>
                <a:latin typeface="Arial"/>
                <a:ea typeface="Arial"/>
                <a:cs typeface="Arial"/>
              </a:defRPr>
            </a:lvl7pPr>
            <a:lvl8pPr algn="l">
              <a:defRPr sz="2700" b="1">
                <a:solidFill>
                  <a:srgbClr val="10191A"/>
                </a:solidFill>
                <a:latin typeface="Arial"/>
                <a:ea typeface="Arial"/>
                <a:cs typeface="Arial"/>
              </a:defRPr>
            </a:lvl8pPr>
            <a:lvl9pPr algn="l">
              <a:defRPr sz="2700" b="1">
                <a:solidFill>
                  <a:srgbClr val="10191A"/>
                </a:solidFill>
                <a:latin typeface="Arial"/>
                <a:ea typeface="Arial"/>
                <a:cs typeface="Arial"/>
              </a:defRPr>
            </a:lvl9pPr>
          </a:lstStyle>
          <a:p>
            <a:pPr algn="l">
              <a:defRPr sz="2700" b="1">
                <a:solidFill>
                  <a:srgbClr val="10191A"/>
                </a:solidFill>
                <a:latin typeface="Arial"/>
                <a:ea typeface="Arial"/>
                <a:cs typeface="Arial"/>
              </a:defRPr>
            </a:pPr>
            <a:r>
              <a:rPr sz="2700" b="1">
                <a:solidFill>
                  <a:srgbClr val="10191A"/>
                </a:solidFill>
                <a:latin typeface="Arial"/>
                <a:ea typeface="Arial"/>
                <a:cs typeface="Arial"/>
              </a:rPr>
              <a:t>Training convergence</a:t>
            </a:r>
          </a:p>
        </p:txBody>
      </p:sp>
      <p:sp>
        <p:nvSpPr>
          <p:cNvPr id="4" name="Straight Connector 3">
            <a:extLst>
              <a:ext uri="{FF2B5EF4-FFF2-40B4-BE49-F238E27FC236}">
                <a16:creationId xmlns:a16="http://schemas.microsoft.com/office/drawing/2014/main" id="{87974A86-B33E-4808-B571-731EA8AA4745}"/>
              </a:ext>
            </a:extLst>
          </p:cNvPr>
          <p:cNvSpPr>
            <a:spLocks noGrp="1"/>
          </p:cNvSpPr>
          <p:nvPr/>
        </p:nvSpPr>
        <p:spPr>
          <a:xfrm>
            <a:off x="590550" y="1304925"/>
            <a:ext cx="11010900" cy="9525"/>
          </a:xfrm>
          <a:prstGeom prst="line">
            <a:avLst/>
          </a:prstGeom>
          <a:noFill/>
          <a:ln w="9525">
            <a:solidFill>
              <a:srgbClr val="D1D6CC"/>
            </a:solidFill>
            <a:prstDash val="solid"/>
          </a:ln>
        </p:spPr>
        <p:txBody>
          <a:bodyPr/>
          <a:lstStyle/>
          <a:p>
            <a:endParaRPr lang="en-IN"/>
          </a:p>
        </p:txBody>
      </p:sp>
      <p:sp>
        <p:nvSpPr>
          <p:cNvPr id="5" name="Rectangle 4">
            <a:extLst>
              <a:ext uri="{FF2B5EF4-FFF2-40B4-BE49-F238E27FC236}">
                <a16:creationId xmlns:a16="http://schemas.microsoft.com/office/drawing/2014/main" id="{20591C83-085D-4679-98DC-02417546DC72}"/>
              </a:ext>
            </a:extLst>
          </p:cNvPr>
          <p:cNvSpPr>
            <a:spLocks noGrp="1"/>
          </p:cNvSpPr>
          <p:nvPr/>
        </p:nvSpPr>
        <p:spPr>
          <a:xfrm>
            <a:off x="11144250" y="6410325"/>
            <a:ext cx="457200" cy="190500"/>
          </a:xfrm>
          <a:prstGeom prst="rect">
            <a:avLst/>
          </a:prstGeom>
          <a:noFill/>
          <a:ln w="0">
            <a:noFill/>
            <a:prstDash val="solid"/>
          </a:ln>
        </p:spPr>
        <p:txBody>
          <a:bodyPr wrap="square" lIns="0" tIns="0" rIns="0" bIns="0" anchor="ctr">
            <a:normAutofit/>
          </a:bodyPr>
          <a:lstStyle>
            <a:defPPr algn="r">
              <a:defRPr sz="975" b="1">
                <a:solidFill>
                  <a:srgbClr val="243537"/>
                </a:solidFill>
                <a:latin typeface="Arial"/>
                <a:ea typeface="Arial"/>
                <a:cs typeface="Arial"/>
              </a:defRPr>
            </a:defPPr>
            <a:lvl1pPr algn="r">
              <a:defRPr sz="975" b="1">
                <a:solidFill>
                  <a:srgbClr val="243537"/>
                </a:solidFill>
                <a:latin typeface="Arial"/>
                <a:ea typeface="Arial"/>
                <a:cs typeface="Arial"/>
              </a:defRPr>
            </a:lvl1pPr>
            <a:lvl2pPr algn="r">
              <a:defRPr sz="975" b="1">
                <a:solidFill>
                  <a:srgbClr val="243537"/>
                </a:solidFill>
                <a:latin typeface="Arial"/>
                <a:ea typeface="Arial"/>
                <a:cs typeface="Arial"/>
              </a:defRPr>
            </a:lvl2pPr>
            <a:lvl3pPr algn="r">
              <a:defRPr sz="975" b="1">
                <a:solidFill>
                  <a:srgbClr val="243537"/>
                </a:solidFill>
                <a:latin typeface="Arial"/>
                <a:ea typeface="Arial"/>
                <a:cs typeface="Arial"/>
              </a:defRPr>
            </a:lvl3pPr>
            <a:lvl4pPr algn="r">
              <a:defRPr sz="975" b="1">
                <a:solidFill>
                  <a:srgbClr val="243537"/>
                </a:solidFill>
                <a:latin typeface="Arial"/>
                <a:ea typeface="Arial"/>
                <a:cs typeface="Arial"/>
              </a:defRPr>
            </a:lvl4pPr>
            <a:lvl5pPr algn="r">
              <a:defRPr sz="975" b="1">
                <a:solidFill>
                  <a:srgbClr val="243537"/>
                </a:solidFill>
                <a:latin typeface="Arial"/>
                <a:ea typeface="Arial"/>
                <a:cs typeface="Arial"/>
              </a:defRPr>
            </a:lvl5pPr>
            <a:lvl6pPr algn="r">
              <a:defRPr sz="975" b="1">
                <a:solidFill>
                  <a:srgbClr val="243537"/>
                </a:solidFill>
                <a:latin typeface="Arial"/>
                <a:ea typeface="Arial"/>
                <a:cs typeface="Arial"/>
              </a:defRPr>
            </a:lvl6pPr>
            <a:lvl7pPr algn="r">
              <a:defRPr sz="975" b="1">
                <a:solidFill>
                  <a:srgbClr val="243537"/>
                </a:solidFill>
                <a:latin typeface="Arial"/>
                <a:ea typeface="Arial"/>
                <a:cs typeface="Arial"/>
              </a:defRPr>
            </a:lvl7pPr>
            <a:lvl8pPr algn="r">
              <a:defRPr sz="975" b="1">
                <a:solidFill>
                  <a:srgbClr val="243537"/>
                </a:solidFill>
                <a:latin typeface="Arial"/>
                <a:ea typeface="Arial"/>
                <a:cs typeface="Arial"/>
              </a:defRPr>
            </a:lvl8pPr>
            <a:lvl9pPr algn="r">
              <a:defRPr sz="975" b="1">
                <a:solidFill>
                  <a:srgbClr val="243537"/>
                </a:solidFill>
                <a:latin typeface="Arial"/>
                <a:ea typeface="Arial"/>
                <a:cs typeface="Arial"/>
              </a:defRPr>
            </a:lvl9pPr>
          </a:lstStyle>
          <a:p>
            <a:pPr algn="r">
              <a:defRPr sz="975" b="1">
                <a:solidFill>
                  <a:srgbClr val="243537"/>
                </a:solidFill>
                <a:latin typeface="Arial"/>
                <a:ea typeface="Arial"/>
                <a:cs typeface="Arial"/>
              </a:defRPr>
            </a:pPr>
            <a:r>
              <a:rPr sz="975" b="1">
                <a:solidFill>
                  <a:srgbClr val="243537"/>
                </a:solidFill>
                <a:latin typeface="Arial"/>
                <a:ea typeface="Arial"/>
                <a:cs typeface="Arial"/>
              </a:rPr>
              <a:t>10</a:t>
            </a:r>
          </a:p>
        </p:txBody>
      </p:sp>
      <p:pic>
        <p:nvPicPr>
          <p:cNvPr id="6" name="Picture 5">
            <a:extLst>
              <a:ext uri="{FF2B5EF4-FFF2-40B4-BE49-F238E27FC236}">
                <a16:creationId xmlns:a16="http://schemas.microsoft.com/office/drawing/2014/main" id="{08BA06A6-A986-48B4-B9B6-ECD6F8F8D6A6}"/>
              </a:ext>
            </a:extLst>
          </p:cNvPr>
          <p:cNvPicPr>
            <a:picLocks noChangeAspect="1"/>
          </p:cNvPicPr>
          <p:nvPr/>
        </p:nvPicPr>
        <p:blipFill>
          <a:blip r:embed="rId3"/>
          <a:stretch/>
        </p:blipFill>
        <p:spPr>
          <a:xfrm>
            <a:off x="628650" y="1752600"/>
            <a:ext cx="8115300" cy="4057650"/>
          </a:xfrm>
          <a:prstGeom prst="rect">
            <a:avLst/>
          </a:prstGeom>
        </p:spPr>
      </p:pic>
      <p:sp>
        <p:nvSpPr>
          <p:cNvPr id="7" name="Rectangle 6">
            <a:extLst>
              <a:ext uri="{FF2B5EF4-FFF2-40B4-BE49-F238E27FC236}">
                <a16:creationId xmlns:a16="http://schemas.microsoft.com/office/drawing/2014/main" id="{19F29CB9-AC94-43DC-A806-C469FAF24032}"/>
              </a:ext>
            </a:extLst>
          </p:cNvPr>
          <p:cNvSpPr>
            <a:spLocks noGrp="1"/>
          </p:cNvSpPr>
          <p:nvPr/>
        </p:nvSpPr>
        <p:spPr>
          <a:xfrm>
            <a:off x="9258300" y="1752600"/>
            <a:ext cx="2286000" cy="304800"/>
          </a:xfrm>
          <a:prstGeom prst="rect">
            <a:avLst/>
          </a:prstGeom>
          <a:noFill/>
          <a:ln w="0">
            <a:noFill/>
            <a:prstDash val="solid"/>
          </a:ln>
        </p:spPr>
        <p:txBody>
          <a:bodyPr wrap="square" lIns="0" tIns="0" rIns="0" bIns="0" anchor="ctr">
            <a:normAutofit/>
          </a:bodyPr>
          <a:lstStyle>
            <a:defPPr algn="l">
              <a:defRPr sz="1575" b="1">
                <a:solidFill>
                  <a:srgbClr val="32CDBA"/>
                </a:solidFill>
                <a:latin typeface="Arial"/>
                <a:ea typeface="Arial"/>
                <a:cs typeface="Arial"/>
              </a:defRPr>
            </a:defPPr>
            <a:lvl1pPr algn="l">
              <a:defRPr sz="1575" b="1">
                <a:solidFill>
                  <a:srgbClr val="32CDBA"/>
                </a:solidFill>
                <a:latin typeface="Arial"/>
                <a:ea typeface="Arial"/>
                <a:cs typeface="Arial"/>
              </a:defRPr>
            </a:lvl1pPr>
            <a:lvl2pPr algn="l">
              <a:defRPr sz="1575" b="1">
                <a:solidFill>
                  <a:srgbClr val="32CDBA"/>
                </a:solidFill>
                <a:latin typeface="Arial"/>
                <a:ea typeface="Arial"/>
                <a:cs typeface="Arial"/>
              </a:defRPr>
            </a:lvl2pPr>
            <a:lvl3pPr algn="l">
              <a:defRPr sz="1575" b="1">
                <a:solidFill>
                  <a:srgbClr val="32CDBA"/>
                </a:solidFill>
                <a:latin typeface="Arial"/>
                <a:ea typeface="Arial"/>
                <a:cs typeface="Arial"/>
              </a:defRPr>
            </a:lvl3pPr>
            <a:lvl4pPr algn="l">
              <a:defRPr sz="1575" b="1">
                <a:solidFill>
                  <a:srgbClr val="32CDBA"/>
                </a:solidFill>
                <a:latin typeface="Arial"/>
                <a:ea typeface="Arial"/>
                <a:cs typeface="Arial"/>
              </a:defRPr>
            </a:lvl4pPr>
            <a:lvl5pPr algn="l">
              <a:defRPr sz="1575" b="1">
                <a:solidFill>
                  <a:srgbClr val="32CDBA"/>
                </a:solidFill>
                <a:latin typeface="Arial"/>
                <a:ea typeface="Arial"/>
                <a:cs typeface="Arial"/>
              </a:defRPr>
            </a:lvl5pPr>
            <a:lvl6pPr algn="l">
              <a:defRPr sz="1575" b="1">
                <a:solidFill>
                  <a:srgbClr val="32CDBA"/>
                </a:solidFill>
                <a:latin typeface="Arial"/>
                <a:ea typeface="Arial"/>
                <a:cs typeface="Arial"/>
              </a:defRPr>
            </a:lvl6pPr>
            <a:lvl7pPr algn="l">
              <a:defRPr sz="1575" b="1">
                <a:solidFill>
                  <a:srgbClr val="32CDBA"/>
                </a:solidFill>
                <a:latin typeface="Arial"/>
                <a:ea typeface="Arial"/>
                <a:cs typeface="Arial"/>
              </a:defRPr>
            </a:lvl7pPr>
            <a:lvl8pPr algn="l">
              <a:defRPr sz="1575" b="1">
                <a:solidFill>
                  <a:srgbClr val="32CDBA"/>
                </a:solidFill>
                <a:latin typeface="Arial"/>
                <a:ea typeface="Arial"/>
                <a:cs typeface="Arial"/>
              </a:defRPr>
            </a:lvl8pPr>
            <a:lvl9pPr algn="l">
              <a:defRPr sz="1575" b="1">
                <a:solidFill>
                  <a:srgbClr val="32CDBA"/>
                </a:solidFill>
                <a:latin typeface="Arial"/>
                <a:ea typeface="Arial"/>
                <a:cs typeface="Arial"/>
              </a:defRPr>
            </a:lvl9pPr>
          </a:lstStyle>
          <a:p>
            <a:pPr algn="l">
              <a:defRPr sz="1575" b="1">
                <a:solidFill>
                  <a:srgbClr val="32CDBA"/>
                </a:solidFill>
                <a:latin typeface="Arial"/>
                <a:ea typeface="Arial"/>
                <a:cs typeface="Arial"/>
              </a:defRPr>
            </a:pPr>
            <a:r>
              <a:rPr sz="1575" b="1">
                <a:solidFill>
                  <a:srgbClr val="32CDBA"/>
                </a:solidFill>
                <a:latin typeface="Arial"/>
                <a:ea typeface="Arial"/>
                <a:cs typeface="Arial"/>
              </a:rPr>
              <a:t>Observed trend</a:t>
            </a:r>
          </a:p>
        </p:txBody>
      </p:sp>
      <p:sp>
        <p:nvSpPr>
          <p:cNvPr id="8" name="Rectangle 7">
            <a:extLst>
              <a:ext uri="{FF2B5EF4-FFF2-40B4-BE49-F238E27FC236}">
                <a16:creationId xmlns:a16="http://schemas.microsoft.com/office/drawing/2014/main" id="{410A0DC4-ABB8-4BB4-8DDD-BC045180ECEE}"/>
              </a:ext>
            </a:extLst>
          </p:cNvPr>
          <p:cNvSpPr>
            <a:spLocks noGrp="1"/>
          </p:cNvSpPr>
          <p:nvPr/>
        </p:nvSpPr>
        <p:spPr>
          <a:xfrm>
            <a:off x="9258300" y="2190750"/>
            <a:ext cx="2286000" cy="1066800"/>
          </a:xfrm>
          <a:prstGeom prst="rect">
            <a:avLst/>
          </a:prstGeom>
          <a:noFill/>
          <a:ln w="0">
            <a:noFill/>
            <a:prstDash val="solid"/>
          </a:ln>
        </p:spPr>
        <p:txBody>
          <a:bodyPr wrap="square" lIns="0" tIns="0" rIns="0" bIns="0" anchor="ctr">
            <a:normAutofit fontScale="98587"/>
          </a:bodyPr>
          <a:lstStyle>
            <a:defPPr algn="l">
              <a:defRPr sz="1425" b="0">
                <a:solidFill>
                  <a:srgbClr val="10191A"/>
                </a:solidFill>
                <a:latin typeface="Arial"/>
                <a:ea typeface="Arial"/>
                <a:cs typeface="Arial"/>
              </a:defRPr>
            </a:defPPr>
            <a:lvl1pPr algn="l">
              <a:defRPr sz="1425" b="0">
                <a:solidFill>
                  <a:srgbClr val="10191A"/>
                </a:solidFill>
                <a:latin typeface="Arial"/>
                <a:ea typeface="Arial"/>
                <a:cs typeface="Arial"/>
              </a:defRPr>
            </a:lvl1pPr>
            <a:lvl2pPr algn="l">
              <a:defRPr sz="1425" b="0">
                <a:solidFill>
                  <a:srgbClr val="10191A"/>
                </a:solidFill>
                <a:latin typeface="Arial"/>
                <a:ea typeface="Arial"/>
                <a:cs typeface="Arial"/>
              </a:defRPr>
            </a:lvl2pPr>
            <a:lvl3pPr algn="l">
              <a:defRPr sz="1425" b="0">
                <a:solidFill>
                  <a:srgbClr val="10191A"/>
                </a:solidFill>
                <a:latin typeface="Arial"/>
                <a:ea typeface="Arial"/>
                <a:cs typeface="Arial"/>
              </a:defRPr>
            </a:lvl3pPr>
            <a:lvl4pPr algn="l">
              <a:defRPr sz="1425" b="0">
                <a:solidFill>
                  <a:srgbClr val="10191A"/>
                </a:solidFill>
                <a:latin typeface="Arial"/>
                <a:ea typeface="Arial"/>
                <a:cs typeface="Arial"/>
              </a:defRPr>
            </a:lvl4pPr>
            <a:lvl5pPr algn="l">
              <a:defRPr sz="1425" b="0">
                <a:solidFill>
                  <a:srgbClr val="10191A"/>
                </a:solidFill>
                <a:latin typeface="Arial"/>
                <a:ea typeface="Arial"/>
                <a:cs typeface="Arial"/>
              </a:defRPr>
            </a:lvl5pPr>
            <a:lvl6pPr algn="l">
              <a:defRPr sz="1425" b="0">
                <a:solidFill>
                  <a:srgbClr val="10191A"/>
                </a:solidFill>
                <a:latin typeface="Arial"/>
                <a:ea typeface="Arial"/>
                <a:cs typeface="Arial"/>
              </a:defRPr>
            </a:lvl6pPr>
            <a:lvl7pPr algn="l">
              <a:defRPr sz="1425" b="0">
                <a:solidFill>
                  <a:srgbClr val="10191A"/>
                </a:solidFill>
                <a:latin typeface="Arial"/>
                <a:ea typeface="Arial"/>
                <a:cs typeface="Arial"/>
              </a:defRPr>
            </a:lvl7pPr>
            <a:lvl8pPr algn="l">
              <a:defRPr sz="1425" b="0">
                <a:solidFill>
                  <a:srgbClr val="10191A"/>
                </a:solidFill>
                <a:latin typeface="Arial"/>
                <a:ea typeface="Arial"/>
                <a:cs typeface="Arial"/>
              </a:defRPr>
            </a:lvl8pPr>
            <a:lvl9pPr algn="l">
              <a:defRPr sz="1425" b="0">
                <a:solidFill>
                  <a:srgbClr val="10191A"/>
                </a:solidFill>
                <a:latin typeface="Arial"/>
                <a:ea typeface="Arial"/>
                <a:cs typeface="Arial"/>
              </a:defRPr>
            </a:lvl9pPr>
          </a:lstStyle>
          <a:p>
            <a:pPr algn="l">
              <a:defRPr sz="1425" b="0">
                <a:solidFill>
                  <a:srgbClr val="10191A"/>
                </a:solidFill>
                <a:latin typeface="Arial"/>
                <a:ea typeface="Arial"/>
                <a:cs typeface="Arial"/>
              </a:defRPr>
            </a:pPr>
            <a:r>
              <a:rPr sz="1425" b="0">
                <a:solidFill>
                  <a:srgbClr val="10191A"/>
                </a:solidFill>
                <a:latin typeface="Arial"/>
                <a:ea typeface="Arial"/>
                <a:cs typeface="Arial"/>
              </a:rPr>
              <a:t>Training and validation losses fall over the 50 epochs. Precision, recall and mAP rise through training.</a:t>
            </a:r>
          </a:p>
        </p:txBody>
      </p:sp>
      <p:sp>
        <p:nvSpPr>
          <p:cNvPr id="9" name="Rectangle 8">
            <a:extLst>
              <a:ext uri="{FF2B5EF4-FFF2-40B4-BE49-F238E27FC236}">
                <a16:creationId xmlns:a16="http://schemas.microsoft.com/office/drawing/2014/main" id="{8333976D-2F26-44DC-A3E2-554A317322CA}"/>
              </a:ext>
            </a:extLst>
          </p:cNvPr>
          <p:cNvSpPr>
            <a:spLocks noGrp="1"/>
          </p:cNvSpPr>
          <p:nvPr/>
        </p:nvSpPr>
        <p:spPr>
          <a:xfrm>
            <a:off x="9258300" y="3676650"/>
            <a:ext cx="2286000" cy="304800"/>
          </a:xfrm>
          <a:prstGeom prst="rect">
            <a:avLst/>
          </a:prstGeom>
          <a:noFill/>
          <a:ln w="0">
            <a:noFill/>
            <a:prstDash val="solid"/>
          </a:ln>
        </p:spPr>
        <p:txBody>
          <a:bodyPr wrap="square" lIns="0" tIns="0" rIns="0" bIns="0" anchor="ctr">
            <a:normAutofit/>
          </a:bodyPr>
          <a:lstStyle>
            <a:defPPr algn="l">
              <a:defRPr sz="1575" b="1">
                <a:solidFill>
                  <a:srgbClr val="32CDBA"/>
                </a:solidFill>
                <a:latin typeface="Arial"/>
                <a:ea typeface="Arial"/>
                <a:cs typeface="Arial"/>
              </a:defRPr>
            </a:defPPr>
            <a:lvl1pPr algn="l">
              <a:defRPr sz="1575" b="1">
                <a:solidFill>
                  <a:srgbClr val="32CDBA"/>
                </a:solidFill>
                <a:latin typeface="Arial"/>
                <a:ea typeface="Arial"/>
                <a:cs typeface="Arial"/>
              </a:defRPr>
            </a:lvl1pPr>
            <a:lvl2pPr algn="l">
              <a:defRPr sz="1575" b="1">
                <a:solidFill>
                  <a:srgbClr val="32CDBA"/>
                </a:solidFill>
                <a:latin typeface="Arial"/>
                <a:ea typeface="Arial"/>
                <a:cs typeface="Arial"/>
              </a:defRPr>
            </a:lvl2pPr>
            <a:lvl3pPr algn="l">
              <a:defRPr sz="1575" b="1">
                <a:solidFill>
                  <a:srgbClr val="32CDBA"/>
                </a:solidFill>
                <a:latin typeface="Arial"/>
                <a:ea typeface="Arial"/>
                <a:cs typeface="Arial"/>
              </a:defRPr>
            </a:lvl3pPr>
            <a:lvl4pPr algn="l">
              <a:defRPr sz="1575" b="1">
                <a:solidFill>
                  <a:srgbClr val="32CDBA"/>
                </a:solidFill>
                <a:latin typeface="Arial"/>
                <a:ea typeface="Arial"/>
                <a:cs typeface="Arial"/>
              </a:defRPr>
            </a:lvl4pPr>
            <a:lvl5pPr algn="l">
              <a:defRPr sz="1575" b="1">
                <a:solidFill>
                  <a:srgbClr val="32CDBA"/>
                </a:solidFill>
                <a:latin typeface="Arial"/>
                <a:ea typeface="Arial"/>
                <a:cs typeface="Arial"/>
              </a:defRPr>
            </a:lvl5pPr>
            <a:lvl6pPr algn="l">
              <a:defRPr sz="1575" b="1">
                <a:solidFill>
                  <a:srgbClr val="32CDBA"/>
                </a:solidFill>
                <a:latin typeface="Arial"/>
                <a:ea typeface="Arial"/>
                <a:cs typeface="Arial"/>
              </a:defRPr>
            </a:lvl6pPr>
            <a:lvl7pPr algn="l">
              <a:defRPr sz="1575" b="1">
                <a:solidFill>
                  <a:srgbClr val="32CDBA"/>
                </a:solidFill>
                <a:latin typeface="Arial"/>
                <a:ea typeface="Arial"/>
                <a:cs typeface="Arial"/>
              </a:defRPr>
            </a:lvl7pPr>
            <a:lvl8pPr algn="l">
              <a:defRPr sz="1575" b="1">
                <a:solidFill>
                  <a:srgbClr val="32CDBA"/>
                </a:solidFill>
                <a:latin typeface="Arial"/>
                <a:ea typeface="Arial"/>
                <a:cs typeface="Arial"/>
              </a:defRPr>
            </a:lvl8pPr>
            <a:lvl9pPr algn="l">
              <a:defRPr sz="1575" b="1">
                <a:solidFill>
                  <a:srgbClr val="32CDBA"/>
                </a:solidFill>
                <a:latin typeface="Arial"/>
                <a:ea typeface="Arial"/>
                <a:cs typeface="Arial"/>
              </a:defRPr>
            </a:lvl9pPr>
          </a:lstStyle>
          <a:p>
            <a:pPr algn="l">
              <a:defRPr sz="1575" b="1">
                <a:solidFill>
                  <a:srgbClr val="32CDBA"/>
                </a:solidFill>
                <a:latin typeface="Arial"/>
                <a:ea typeface="Arial"/>
                <a:cs typeface="Arial"/>
              </a:defRPr>
            </a:pPr>
            <a:r>
              <a:rPr sz="1575" b="1">
                <a:solidFill>
                  <a:srgbClr val="32CDBA"/>
                </a:solidFill>
                <a:latin typeface="Arial"/>
                <a:ea typeface="Arial"/>
                <a:cs typeface="Arial"/>
              </a:rPr>
              <a:t>Reading the plots</a:t>
            </a:r>
          </a:p>
        </p:txBody>
      </p:sp>
      <p:sp>
        <p:nvSpPr>
          <p:cNvPr id="10" name="Rectangle 9">
            <a:extLst>
              <a:ext uri="{FF2B5EF4-FFF2-40B4-BE49-F238E27FC236}">
                <a16:creationId xmlns:a16="http://schemas.microsoft.com/office/drawing/2014/main" id="{27DAC03E-1A2E-4401-80DC-13ACBE19C784}"/>
              </a:ext>
            </a:extLst>
          </p:cNvPr>
          <p:cNvSpPr>
            <a:spLocks noGrp="1"/>
          </p:cNvSpPr>
          <p:nvPr/>
        </p:nvSpPr>
        <p:spPr>
          <a:xfrm>
            <a:off x="9258300" y="4095750"/>
            <a:ext cx="2286000" cy="1076325"/>
          </a:xfrm>
          <a:prstGeom prst="rect">
            <a:avLst/>
          </a:prstGeom>
          <a:noFill/>
          <a:ln w="0">
            <a:noFill/>
            <a:prstDash val="solid"/>
          </a:ln>
        </p:spPr>
        <p:txBody>
          <a:bodyPr wrap="square" lIns="0" tIns="0" rIns="0" bIns="0" anchor="ctr">
            <a:normAutofit/>
          </a:bodyPr>
          <a:lstStyle>
            <a:defPPr algn="l">
              <a:defRPr sz="1350" b="0">
                <a:solidFill>
                  <a:srgbClr val="10191A"/>
                </a:solidFill>
                <a:latin typeface="Arial"/>
                <a:ea typeface="Arial"/>
                <a:cs typeface="Arial"/>
              </a:defRPr>
            </a:defPPr>
            <a:lvl1pPr algn="l">
              <a:defRPr sz="1350" b="0">
                <a:solidFill>
                  <a:srgbClr val="10191A"/>
                </a:solidFill>
                <a:latin typeface="Arial"/>
                <a:ea typeface="Arial"/>
                <a:cs typeface="Arial"/>
              </a:defRPr>
            </a:lvl1pPr>
            <a:lvl2pPr algn="l">
              <a:defRPr sz="1350" b="0">
                <a:solidFill>
                  <a:srgbClr val="10191A"/>
                </a:solidFill>
                <a:latin typeface="Arial"/>
                <a:ea typeface="Arial"/>
                <a:cs typeface="Arial"/>
              </a:defRPr>
            </a:lvl2pPr>
            <a:lvl3pPr algn="l">
              <a:defRPr sz="1350" b="0">
                <a:solidFill>
                  <a:srgbClr val="10191A"/>
                </a:solidFill>
                <a:latin typeface="Arial"/>
                <a:ea typeface="Arial"/>
                <a:cs typeface="Arial"/>
              </a:defRPr>
            </a:lvl3pPr>
            <a:lvl4pPr algn="l">
              <a:defRPr sz="1350" b="0">
                <a:solidFill>
                  <a:srgbClr val="10191A"/>
                </a:solidFill>
                <a:latin typeface="Arial"/>
                <a:ea typeface="Arial"/>
                <a:cs typeface="Arial"/>
              </a:defRPr>
            </a:lvl4pPr>
            <a:lvl5pPr algn="l">
              <a:defRPr sz="1350" b="0">
                <a:solidFill>
                  <a:srgbClr val="10191A"/>
                </a:solidFill>
                <a:latin typeface="Arial"/>
                <a:ea typeface="Arial"/>
                <a:cs typeface="Arial"/>
              </a:defRPr>
            </a:lvl5pPr>
            <a:lvl6pPr algn="l">
              <a:defRPr sz="1350" b="0">
                <a:solidFill>
                  <a:srgbClr val="10191A"/>
                </a:solidFill>
                <a:latin typeface="Arial"/>
                <a:ea typeface="Arial"/>
                <a:cs typeface="Arial"/>
              </a:defRPr>
            </a:lvl6pPr>
            <a:lvl7pPr algn="l">
              <a:defRPr sz="1350" b="0">
                <a:solidFill>
                  <a:srgbClr val="10191A"/>
                </a:solidFill>
                <a:latin typeface="Arial"/>
                <a:ea typeface="Arial"/>
                <a:cs typeface="Arial"/>
              </a:defRPr>
            </a:lvl7pPr>
            <a:lvl8pPr algn="l">
              <a:defRPr sz="1350" b="0">
                <a:solidFill>
                  <a:srgbClr val="10191A"/>
                </a:solidFill>
                <a:latin typeface="Arial"/>
                <a:ea typeface="Arial"/>
                <a:cs typeface="Arial"/>
              </a:defRPr>
            </a:lvl8pPr>
            <a:lvl9pPr algn="l">
              <a:defRPr sz="1350" b="0">
                <a:solidFill>
                  <a:srgbClr val="10191A"/>
                </a:solidFill>
                <a:latin typeface="Arial"/>
                <a:ea typeface="Arial"/>
                <a:cs typeface="Arial"/>
              </a:defRPr>
            </a:lvl9pPr>
          </a:lstStyle>
          <a:p>
            <a:pPr algn="l">
              <a:defRPr sz="1350" b="0">
                <a:solidFill>
                  <a:srgbClr val="10191A"/>
                </a:solidFill>
                <a:latin typeface="Arial"/>
                <a:ea typeface="Arial"/>
                <a:cs typeface="Arial"/>
              </a:defRPr>
            </a:pPr>
            <a:r>
              <a:rPr sz="1350" b="0">
                <a:solidFill>
                  <a:srgbClr val="10191A"/>
                </a:solidFill>
                <a:latin typeface="Arial"/>
                <a:ea typeface="Arial"/>
                <a:cs typeface="Arial"/>
              </a:rPr>
              <a:t>Loss curves show optimization progress. Validation metrics estimate performance on held-out validation images.</a:t>
            </a:r>
          </a:p>
        </p:txBody>
      </p:sp>
      <p:sp>
        <p:nvSpPr>
          <p:cNvPr id="11" name="Rectangle 10">
            <a:extLst>
              <a:ext uri="{FF2B5EF4-FFF2-40B4-BE49-F238E27FC236}">
                <a16:creationId xmlns:a16="http://schemas.microsoft.com/office/drawing/2014/main" id="{EE3E1C88-A269-4F59-A6AC-85F2EC2A51B3}"/>
              </a:ext>
            </a:extLst>
          </p:cNvPr>
          <p:cNvSpPr>
            <a:spLocks noGrp="1"/>
          </p:cNvSpPr>
          <p:nvPr/>
        </p:nvSpPr>
        <p:spPr>
          <a:xfrm>
            <a:off x="9258300" y="5505450"/>
            <a:ext cx="2286000" cy="495300"/>
          </a:xfrm>
          <a:prstGeom prst="rect">
            <a:avLst/>
          </a:prstGeom>
          <a:noFill/>
          <a:ln w="0">
            <a:noFill/>
            <a:prstDash val="solid"/>
          </a:ln>
        </p:spPr>
        <p:txBody>
          <a:bodyPr wrap="square" lIns="0" tIns="0" rIns="0" bIns="0" anchor="ctr">
            <a:normAutofit fontScale="98247"/>
          </a:bodyPr>
          <a:lstStyle>
            <a:defPPr algn="l">
              <a:defRPr sz="1200" b="1">
                <a:solidFill>
                  <a:srgbClr val="243537"/>
                </a:solidFill>
                <a:latin typeface="Arial"/>
                <a:ea typeface="Arial"/>
                <a:cs typeface="Arial"/>
              </a:defRPr>
            </a:defPPr>
            <a:lvl1pPr algn="l">
              <a:defRPr sz="1200" b="1">
                <a:solidFill>
                  <a:srgbClr val="243537"/>
                </a:solidFill>
                <a:latin typeface="Arial"/>
                <a:ea typeface="Arial"/>
                <a:cs typeface="Arial"/>
              </a:defRPr>
            </a:lvl1pPr>
            <a:lvl2pPr algn="l">
              <a:defRPr sz="1200" b="1">
                <a:solidFill>
                  <a:srgbClr val="243537"/>
                </a:solidFill>
                <a:latin typeface="Arial"/>
                <a:ea typeface="Arial"/>
                <a:cs typeface="Arial"/>
              </a:defRPr>
            </a:lvl2pPr>
            <a:lvl3pPr algn="l">
              <a:defRPr sz="1200" b="1">
                <a:solidFill>
                  <a:srgbClr val="243537"/>
                </a:solidFill>
                <a:latin typeface="Arial"/>
                <a:ea typeface="Arial"/>
                <a:cs typeface="Arial"/>
              </a:defRPr>
            </a:lvl3pPr>
            <a:lvl4pPr algn="l">
              <a:defRPr sz="1200" b="1">
                <a:solidFill>
                  <a:srgbClr val="243537"/>
                </a:solidFill>
                <a:latin typeface="Arial"/>
                <a:ea typeface="Arial"/>
                <a:cs typeface="Arial"/>
              </a:defRPr>
            </a:lvl4pPr>
            <a:lvl5pPr algn="l">
              <a:defRPr sz="1200" b="1">
                <a:solidFill>
                  <a:srgbClr val="243537"/>
                </a:solidFill>
                <a:latin typeface="Arial"/>
                <a:ea typeface="Arial"/>
                <a:cs typeface="Arial"/>
              </a:defRPr>
            </a:lvl5pPr>
            <a:lvl6pPr algn="l">
              <a:defRPr sz="1200" b="1">
                <a:solidFill>
                  <a:srgbClr val="243537"/>
                </a:solidFill>
                <a:latin typeface="Arial"/>
                <a:ea typeface="Arial"/>
                <a:cs typeface="Arial"/>
              </a:defRPr>
            </a:lvl6pPr>
            <a:lvl7pPr algn="l">
              <a:defRPr sz="1200" b="1">
                <a:solidFill>
                  <a:srgbClr val="243537"/>
                </a:solidFill>
                <a:latin typeface="Arial"/>
                <a:ea typeface="Arial"/>
                <a:cs typeface="Arial"/>
              </a:defRPr>
            </a:lvl7pPr>
            <a:lvl8pPr algn="l">
              <a:defRPr sz="1200" b="1">
                <a:solidFill>
                  <a:srgbClr val="243537"/>
                </a:solidFill>
                <a:latin typeface="Arial"/>
                <a:ea typeface="Arial"/>
                <a:cs typeface="Arial"/>
              </a:defRPr>
            </a:lvl8pPr>
            <a:lvl9pPr algn="l">
              <a:defRPr sz="1200" b="1">
                <a:solidFill>
                  <a:srgbClr val="243537"/>
                </a:solidFill>
                <a:latin typeface="Arial"/>
                <a:ea typeface="Arial"/>
                <a:cs typeface="Arial"/>
              </a:defRPr>
            </a:lvl9pPr>
          </a:lstStyle>
          <a:p>
            <a:pPr algn="l">
              <a:defRPr sz="1200" b="1">
                <a:solidFill>
                  <a:srgbClr val="243537"/>
                </a:solidFill>
                <a:latin typeface="Arial"/>
                <a:ea typeface="Arial"/>
                <a:cs typeface="Arial"/>
              </a:defRPr>
            </a:pPr>
            <a:r>
              <a:rPr sz="1200" b="1">
                <a:solidFill>
                  <a:srgbClr val="243537"/>
                </a:solidFill>
                <a:latin typeface="Arial"/>
                <a:ea typeface="Arial"/>
                <a:cs typeface="Arial"/>
              </a:rPr>
              <a:t>A separate test set is required for an unbiased final evaluation.</a:t>
            </a:r>
          </a:p>
        </p:txBody>
      </p:sp>
    </p:spTree>
    <p:extLst>
      <p:ext uri="{BB962C8B-B14F-4D97-AF65-F5344CB8AC3E}">
        <p14:creationId xmlns:p14="http://schemas.microsoft.com/office/powerpoint/2010/main" val="3444017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1E8"/>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D20CB0F8-B638-417A-9ECA-E76EA61B109F}"/>
              </a:ext>
            </a:extLst>
          </p:cNvPr>
          <p:cNvSpPr>
            <a:spLocks noGrp="1"/>
          </p:cNvSpPr>
          <p:nvPr/>
        </p:nvSpPr>
        <p:spPr>
          <a:xfrm>
            <a:off x="0" y="0"/>
            <a:ext cx="133350" cy="6858000"/>
          </a:xfrm>
          <a:prstGeom prst="rect">
            <a:avLst/>
          </a:prstGeom>
          <a:solidFill>
            <a:srgbClr val="C6F36B"/>
          </a:solidFill>
          <a:ln w="0">
            <a:noFill/>
            <a:prstDash val="solid"/>
          </a:ln>
        </p:spPr>
        <p:txBody>
          <a:bodyPr/>
          <a:lstStyle/>
          <a:p>
            <a:endParaRPr lang="en-IN"/>
          </a:p>
        </p:txBody>
      </p:sp>
      <p:sp>
        <p:nvSpPr>
          <p:cNvPr id="2" name="Rectangle 1">
            <a:extLst>
              <a:ext uri="{FF2B5EF4-FFF2-40B4-BE49-F238E27FC236}">
                <a16:creationId xmlns:a16="http://schemas.microsoft.com/office/drawing/2014/main" id="{2AC0B905-9B5D-4429-B690-0E9D80E59E32}"/>
              </a:ext>
            </a:extLst>
          </p:cNvPr>
          <p:cNvSpPr>
            <a:spLocks noGrp="1"/>
          </p:cNvSpPr>
          <p:nvPr/>
        </p:nvSpPr>
        <p:spPr>
          <a:xfrm>
            <a:off x="590550" y="285750"/>
            <a:ext cx="8572500" cy="219075"/>
          </a:xfrm>
          <a:prstGeom prst="rect">
            <a:avLst/>
          </a:prstGeom>
          <a:noFill/>
          <a:ln w="0">
            <a:noFill/>
            <a:prstDash val="solid"/>
          </a:ln>
        </p:spPr>
        <p:txBody>
          <a:bodyPr wrap="square" lIns="0" tIns="0" rIns="0" bIns="0" anchor="ctr">
            <a:normAutofit/>
          </a:bodyPr>
          <a:lstStyle>
            <a:defPPr algn="l">
              <a:defRPr sz="1050" b="1">
                <a:solidFill>
                  <a:srgbClr val="243537"/>
                </a:solidFill>
                <a:latin typeface="Arial"/>
                <a:ea typeface="Arial"/>
                <a:cs typeface="Arial"/>
              </a:defRPr>
            </a:defPPr>
            <a:lvl1pPr algn="l">
              <a:defRPr sz="1050" b="1">
                <a:solidFill>
                  <a:srgbClr val="243537"/>
                </a:solidFill>
                <a:latin typeface="Arial"/>
                <a:ea typeface="Arial"/>
                <a:cs typeface="Arial"/>
              </a:defRPr>
            </a:lvl1pPr>
            <a:lvl2pPr algn="l">
              <a:defRPr sz="1050" b="1">
                <a:solidFill>
                  <a:srgbClr val="243537"/>
                </a:solidFill>
                <a:latin typeface="Arial"/>
                <a:ea typeface="Arial"/>
                <a:cs typeface="Arial"/>
              </a:defRPr>
            </a:lvl2pPr>
            <a:lvl3pPr algn="l">
              <a:defRPr sz="1050" b="1">
                <a:solidFill>
                  <a:srgbClr val="243537"/>
                </a:solidFill>
                <a:latin typeface="Arial"/>
                <a:ea typeface="Arial"/>
                <a:cs typeface="Arial"/>
              </a:defRPr>
            </a:lvl3pPr>
            <a:lvl4pPr algn="l">
              <a:defRPr sz="1050" b="1">
                <a:solidFill>
                  <a:srgbClr val="243537"/>
                </a:solidFill>
                <a:latin typeface="Arial"/>
                <a:ea typeface="Arial"/>
                <a:cs typeface="Arial"/>
              </a:defRPr>
            </a:lvl4pPr>
            <a:lvl5pPr algn="l">
              <a:defRPr sz="1050" b="1">
                <a:solidFill>
                  <a:srgbClr val="243537"/>
                </a:solidFill>
                <a:latin typeface="Arial"/>
                <a:ea typeface="Arial"/>
                <a:cs typeface="Arial"/>
              </a:defRPr>
            </a:lvl5pPr>
            <a:lvl6pPr algn="l">
              <a:defRPr sz="1050" b="1">
                <a:solidFill>
                  <a:srgbClr val="243537"/>
                </a:solidFill>
                <a:latin typeface="Arial"/>
                <a:ea typeface="Arial"/>
                <a:cs typeface="Arial"/>
              </a:defRPr>
            </a:lvl6pPr>
            <a:lvl7pPr algn="l">
              <a:defRPr sz="1050" b="1">
                <a:solidFill>
                  <a:srgbClr val="243537"/>
                </a:solidFill>
                <a:latin typeface="Arial"/>
                <a:ea typeface="Arial"/>
                <a:cs typeface="Arial"/>
              </a:defRPr>
            </a:lvl7pPr>
            <a:lvl8pPr algn="l">
              <a:defRPr sz="1050" b="1">
                <a:solidFill>
                  <a:srgbClr val="243537"/>
                </a:solidFill>
                <a:latin typeface="Arial"/>
                <a:ea typeface="Arial"/>
                <a:cs typeface="Arial"/>
              </a:defRPr>
            </a:lvl8pPr>
            <a:lvl9pPr algn="l">
              <a:defRPr sz="1050" b="1">
                <a:solidFill>
                  <a:srgbClr val="243537"/>
                </a:solidFill>
                <a:latin typeface="Arial"/>
                <a:ea typeface="Arial"/>
                <a:cs typeface="Arial"/>
              </a:defRPr>
            </a:lvl9pPr>
          </a:lstStyle>
          <a:p>
            <a:pPr algn="l">
              <a:defRPr sz="1050" b="1">
                <a:solidFill>
                  <a:srgbClr val="243537"/>
                </a:solidFill>
                <a:latin typeface="Arial"/>
                <a:ea typeface="Arial"/>
                <a:cs typeface="Arial"/>
              </a:defRPr>
            </a:pPr>
            <a:r>
              <a:rPr sz="1050" b="1">
                <a:solidFill>
                  <a:srgbClr val="243537"/>
                </a:solidFill>
                <a:latin typeface="Arial"/>
                <a:ea typeface="Arial"/>
                <a:cs typeface="Arial"/>
              </a:rPr>
              <a:t>09  /  APPLICATION RULES</a:t>
            </a:r>
          </a:p>
        </p:txBody>
      </p:sp>
      <p:sp>
        <p:nvSpPr>
          <p:cNvPr id="3" name="Rectangle 2">
            <a:extLst>
              <a:ext uri="{FF2B5EF4-FFF2-40B4-BE49-F238E27FC236}">
                <a16:creationId xmlns:a16="http://schemas.microsoft.com/office/drawing/2014/main" id="{FD56E6F2-F7C5-4E40-80D8-341016BB58B2}"/>
              </a:ext>
            </a:extLst>
          </p:cNvPr>
          <p:cNvSpPr>
            <a:spLocks noGrp="1"/>
          </p:cNvSpPr>
          <p:nvPr/>
        </p:nvSpPr>
        <p:spPr>
          <a:xfrm>
            <a:off x="590550" y="647700"/>
            <a:ext cx="10858500" cy="514350"/>
          </a:xfrm>
          <a:prstGeom prst="rect">
            <a:avLst/>
          </a:prstGeom>
          <a:noFill/>
          <a:ln w="0">
            <a:noFill/>
            <a:prstDash val="solid"/>
          </a:ln>
        </p:spPr>
        <p:txBody>
          <a:bodyPr wrap="square" lIns="0" tIns="0" rIns="0" bIns="0" anchor="ctr">
            <a:normAutofit/>
          </a:bodyPr>
          <a:lstStyle>
            <a:defPPr algn="l">
              <a:defRPr sz="2700" b="1">
                <a:solidFill>
                  <a:srgbClr val="10191A"/>
                </a:solidFill>
                <a:latin typeface="Arial"/>
                <a:ea typeface="Arial"/>
                <a:cs typeface="Arial"/>
              </a:defRPr>
            </a:defPPr>
            <a:lvl1pPr algn="l">
              <a:defRPr sz="2700" b="1">
                <a:solidFill>
                  <a:srgbClr val="10191A"/>
                </a:solidFill>
                <a:latin typeface="Arial"/>
                <a:ea typeface="Arial"/>
                <a:cs typeface="Arial"/>
              </a:defRPr>
            </a:lvl1pPr>
            <a:lvl2pPr algn="l">
              <a:defRPr sz="2700" b="1">
                <a:solidFill>
                  <a:srgbClr val="10191A"/>
                </a:solidFill>
                <a:latin typeface="Arial"/>
                <a:ea typeface="Arial"/>
                <a:cs typeface="Arial"/>
              </a:defRPr>
            </a:lvl2pPr>
            <a:lvl3pPr algn="l">
              <a:defRPr sz="2700" b="1">
                <a:solidFill>
                  <a:srgbClr val="10191A"/>
                </a:solidFill>
                <a:latin typeface="Arial"/>
                <a:ea typeface="Arial"/>
                <a:cs typeface="Arial"/>
              </a:defRPr>
            </a:lvl3pPr>
            <a:lvl4pPr algn="l">
              <a:defRPr sz="2700" b="1">
                <a:solidFill>
                  <a:srgbClr val="10191A"/>
                </a:solidFill>
                <a:latin typeface="Arial"/>
                <a:ea typeface="Arial"/>
                <a:cs typeface="Arial"/>
              </a:defRPr>
            </a:lvl4pPr>
            <a:lvl5pPr algn="l">
              <a:defRPr sz="2700" b="1">
                <a:solidFill>
                  <a:srgbClr val="10191A"/>
                </a:solidFill>
                <a:latin typeface="Arial"/>
                <a:ea typeface="Arial"/>
                <a:cs typeface="Arial"/>
              </a:defRPr>
            </a:lvl5pPr>
            <a:lvl6pPr algn="l">
              <a:defRPr sz="2700" b="1">
                <a:solidFill>
                  <a:srgbClr val="10191A"/>
                </a:solidFill>
                <a:latin typeface="Arial"/>
                <a:ea typeface="Arial"/>
                <a:cs typeface="Arial"/>
              </a:defRPr>
            </a:lvl6pPr>
            <a:lvl7pPr algn="l">
              <a:defRPr sz="2700" b="1">
                <a:solidFill>
                  <a:srgbClr val="10191A"/>
                </a:solidFill>
                <a:latin typeface="Arial"/>
                <a:ea typeface="Arial"/>
                <a:cs typeface="Arial"/>
              </a:defRPr>
            </a:lvl7pPr>
            <a:lvl8pPr algn="l">
              <a:defRPr sz="2700" b="1">
                <a:solidFill>
                  <a:srgbClr val="10191A"/>
                </a:solidFill>
                <a:latin typeface="Arial"/>
                <a:ea typeface="Arial"/>
                <a:cs typeface="Arial"/>
              </a:defRPr>
            </a:lvl8pPr>
            <a:lvl9pPr algn="l">
              <a:defRPr sz="2700" b="1">
                <a:solidFill>
                  <a:srgbClr val="10191A"/>
                </a:solidFill>
                <a:latin typeface="Arial"/>
                <a:ea typeface="Arial"/>
                <a:cs typeface="Arial"/>
              </a:defRPr>
            </a:lvl9pPr>
          </a:lstStyle>
          <a:p>
            <a:pPr algn="l">
              <a:defRPr sz="2700" b="1">
                <a:solidFill>
                  <a:srgbClr val="10191A"/>
                </a:solidFill>
                <a:latin typeface="Arial"/>
                <a:ea typeface="Arial"/>
                <a:cs typeface="Arial"/>
              </a:defRPr>
            </a:pPr>
            <a:r>
              <a:rPr sz="2700" b="1">
                <a:solidFill>
                  <a:srgbClr val="10191A"/>
                </a:solidFill>
                <a:latin typeface="Arial"/>
                <a:ea typeface="Arial"/>
                <a:cs typeface="Arial"/>
              </a:rPr>
              <a:t>Zone and time-based event logic</a:t>
            </a:r>
          </a:p>
        </p:txBody>
      </p:sp>
      <p:sp>
        <p:nvSpPr>
          <p:cNvPr id="4" name="Straight Connector 3">
            <a:extLst>
              <a:ext uri="{FF2B5EF4-FFF2-40B4-BE49-F238E27FC236}">
                <a16:creationId xmlns:a16="http://schemas.microsoft.com/office/drawing/2014/main" id="{58444986-D807-4389-BA9B-352D9EFB92A5}"/>
              </a:ext>
            </a:extLst>
          </p:cNvPr>
          <p:cNvSpPr>
            <a:spLocks noGrp="1"/>
          </p:cNvSpPr>
          <p:nvPr/>
        </p:nvSpPr>
        <p:spPr>
          <a:xfrm>
            <a:off x="590550" y="1304925"/>
            <a:ext cx="11010900" cy="9525"/>
          </a:xfrm>
          <a:prstGeom prst="line">
            <a:avLst/>
          </a:prstGeom>
          <a:noFill/>
          <a:ln w="9525">
            <a:solidFill>
              <a:srgbClr val="D1D6CC"/>
            </a:solidFill>
            <a:prstDash val="solid"/>
          </a:ln>
        </p:spPr>
        <p:txBody>
          <a:bodyPr/>
          <a:lstStyle/>
          <a:p>
            <a:endParaRPr lang="en-IN"/>
          </a:p>
        </p:txBody>
      </p:sp>
      <p:sp>
        <p:nvSpPr>
          <p:cNvPr id="5" name="Rectangle 4">
            <a:extLst>
              <a:ext uri="{FF2B5EF4-FFF2-40B4-BE49-F238E27FC236}">
                <a16:creationId xmlns:a16="http://schemas.microsoft.com/office/drawing/2014/main" id="{F083B11C-3FAC-4020-A97B-34263C186352}"/>
              </a:ext>
            </a:extLst>
          </p:cNvPr>
          <p:cNvSpPr>
            <a:spLocks noGrp="1"/>
          </p:cNvSpPr>
          <p:nvPr/>
        </p:nvSpPr>
        <p:spPr>
          <a:xfrm>
            <a:off x="11144250" y="6410325"/>
            <a:ext cx="457200" cy="190500"/>
          </a:xfrm>
          <a:prstGeom prst="rect">
            <a:avLst/>
          </a:prstGeom>
          <a:noFill/>
          <a:ln w="0">
            <a:noFill/>
            <a:prstDash val="solid"/>
          </a:ln>
        </p:spPr>
        <p:txBody>
          <a:bodyPr wrap="square" lIns="0" tIns="0" rIns="0" bIns="0" anchor="ctr">
            <a:normAutofit/>
          </a:bodyPr>
          <a:lstStyle>
            <a:defPPr algn="r">
              <a:defRPr sz="975" b="1">
                <a:solidFill>
                  <a:srgbClr val="243537"/>
                </a:solidFill>
                <a:latin typeface="Arial"/>
                <a:ea typeface="Arial"/>
                <a:cs typeface="Arial"/>
              </a:defRPr>
            </a:defPPr>
            <a:lvl1pPr algn="r">
              <a:defRPr sz="975" b="1">
                <a:solidFill>
                  <a:srgbClr val="243537"/>
                </a:solidFill>
                <a:latin typeface="Arial"/>
                <a:ea typeface="Arial"/>
                <a:cs typeface="Arial"/>
              </a:defRPr>
            </a:lvl1pPr>
            <a:lvl2pPr algn="r">
              <a:defRPr sz="975" b="1">
                <a:solidFill>
                  <a:srgbClr val="243537"/>
                </a:solidFill>
                <a:latin typeface="Arial"/>
                <a:ea typeface="Arial"/>
                <a:cs typeface="Arial"/>
              </a:defRPr>
            </a:lvl2pPr>
            <a:lvl3pPr algn="r">
              <a:defRPr sz="975" b="1">
                <a:solidFill>
                  <a:srgbClr val="243537"/>
                </a:solidFill>
                <a:latin typeface="Arial"/>
                <a:ea typeface="Arial"/>
                <a:cs typeface="Arial"/>
              </a:defRPr>
            </a:lvl3pPr>
            <a:lvl4pPr algn="r">
              <a:defRPr sz="975" b="1">
                <a:solidFill>
                  <a:srgbClr val="243537"/>
                </a:solidFill>
                <a:latin typeface="Arial"/>
                <a:ea typeface="Arial"/>
                <a:cs typeface="Arial"/>
              </a:defRPr>
            </a:lvl4pPr>
            <a:lvl5pPr algn="r">
              <a:defRPr sz="975" b="1">
                <a:solidFill>
                  <a:srgbClr val="243537"/>
                </a:solidFill>
                <a:latin typeface="Arial"/>
                <a:ea typeface="Arial"/>
                <a:cs typeface="Arial"/>
              </a:defRPr>
            </a:lvl5pPr>
            <a:lvl6pPr algn="r">
              <a:defRPr sz="975" b="1">
                <a:solidFill>
                  <a:srgbClr val="243537"/>
                </a:solidFill>
                <a:latin typeface="Arial"/>
                <a:ea typeface="Arial"/>
                <a:cs typeface="Arial"/>
              </a:defRPr>
            </a:lvl6pPr>
            <a:lvl7pPr algn="r">
              <a:defRPr sz="975" b="1">
                <a:solidFill>
                  <a:srgbClr val="243537"/>
                </a:solidFill>
                <a:latin typeface="Arial"/>
                <a:ea typeface="Arial"/>
                <a:cs typeface="Arial"/>
              </a:defRPr>
            </a:lvl7pPr>
            <a:lvl8pPr algn="r">
              <a:defRPr sz="975" b="1">
                <a:solidFill>
                  <a:srgbClr val="243537"/>
                </a:solidFill>
                <a:latin typeface="Arial"/>
                <a:ea typeface="Arial"/>
                <a:cs typeface="Arial"/>
              </a:defRPr>
            </a:lvl8pPr>
            <a:lvl9pPr algn="r">
              <a:defRPr sz="975" b="1">
                <a:solidFill>
                  <a:srgbClr val="243537"/>
                </a:solidFill>
                <a:latin typeface="Arial"/>
                <a:ea typeface="Arial"/>
                <a:cs typeface="Arial"/>
              </a:defRPr>
            </a:lvl9pPr>
          </a:lstStyle>
          <a:p>
            <a:pPr algn="r">
              <a:defRPr sz="975" b="1">
                <a:solidFill>
                  <a:srgbClr val="243537"/>
                </a:solidFill>
                <a:latin typeface="Arial"/>
                <a:ea typeface="Arial"/>
                <a:cs typeface="Arial"/>
              </a:defRPr>
            </a:pPr>
            <a:r>
              <a:rPr sz="975" b="1">
                <a:solidFill>
                  <a:srgbClr val="243537"/>
                </a:solidFill>
                <a:latin typeface="Arial"/>
                <a:ea typeface="Arial"/>
                <a:cs typeface="Arial"/>
              </a:rPr>
              <a:t>11</a:t>
            </a:r>
          </a:p>
        </p:txBody>
      </p:sp>
      <p:sp>
        <p:nvSpPr>
          <p:cNvPr id="6" name="Rectangle 5">
            <a:extLst>
              <a:ext uri="{FF2B5EF4-FFF2-40B4-BE49-F238E27FC236}">
                <a16:creationId xmlns:a16="http://schemas.microsoft.com/office/drawing/2014/main" id="{BD21A822-E21D-4E2B-92CA-5A5837698349}"/>
              </a:ext>
            </a:extLst>
          </p:cNvPr>
          <p:cNvSpPr>
            <a:spLocks noGrp="1"/>
          </p:cNvSpPr>
          <p:nvPr/>
        </p:nvSpPr>
        <p:spPr>
          <a:xfrm>
            <a:off x="628650" y="1504950"/>
            <a:ext cx="10668000" cy="304800"/>
          </a:xfrm>
          <a:prstGeom prst="rect">
            <a:avLst/>
          </a:prstGeom>
          <a:noFill/>
          <a:ln w="0">
            <a:noFill/>
            <a:prstDash val="solid"/>
          </a:ln>
        </p:spPr>
        <p:txBody>
          <a:bodyPr wrap="square" lIns="0" tIns="0" rIns="0" bIns="0" anchor="ctr">
            <a:normAutofit/>
          </a:bodyPr>
          <a:lstStyle>
            <a:defPPr algn="l">
              <a:defRPr sz="1500" b="0">
                <a:solidFill>
                  <a:srgbClr val="243537"/>
                </a:solidFill>
                <a:latin typeface="Arial"/>
                <a:ea typeface="Arial"/>
                <a:cs typeface="Arial"/>
              </a:defRPr>
            </a:defPPr>
            <a:lvl1pPr algn="l">
              <a:defRPr sz="1500" b="0">
                <a:solidFill>
                  <a:srgbClr val="243537"/>
                </a:solidFill>
                <a:latin typeface="Arial"/>
                <a:ea typeface="Arial"/>
                <a:cs typeface="Arial"/>
              </a:defRPr>
            </a:lvl1pPr>
            <a:lvl2pPr algn="l">
              <a:defRPr sz="1500" b="0">
                <a:solidFill>
                  <a:srgbClr val="243537"/>
                </a:solidFill>
                <a:latin typeface="Arial"/>
                <a:ea typeface="Arial"/>
                <a:cs typeface="Arial"/>
              </a:defRPr>
            </a:lvl2pPr>
            <a:lvl3pPr algn="l">
              <a:defRPr sz="1500" b="0">
                <a:solidFill>
                  <a:srgbClr val="243537"/>
                </a:solidFill>
                <a:latin typeface="Arial"/>
                <a:ea typeface="Arial"/>
                <a:cs typeface="Arial"/>
              </a:defRPr>
            </a:lvl3pPr>
            <a:lvl4pPr algn="l">
              <a:defRPr sz="1500" b="0">
                <a:solidFill>
                  <a:srgbClr val="243537"/>
                </a:solidFill>
                <a:latin typeface="Arial"/>
                <a:ea typeface="Arial"/>
                <a:cs typeface="Arial"/>
              </a:defRPr>
            </a:lvl4pPr>
            <a:lvl5pPr algn="l">
              <a:defRPr sz="1500" b="0">
                <a:solidFill>
                  <a:srgbClr val="243537"/>
                </a:solidFill>
                <a:latin typeface="Arial"/>
                <a:ea typeface="Arial"/>
                <a:cs typeface="Arial"/>
              </a:defRPr>
            </a:lvl5pPr>
            <a:lvl6pPr algn="l">
              <a:defRPr sz="1500" b="0">
                <a:solidFill>
                  <a:srgbClr val="243537"/>
                </a:solidFill>
                <a:latin typeface="Arial"/>
                <a:ea typeface="Arial"/>
                <a:cs typeface="Arial"/>
              </a:defRPr>
            </a:lvl6pPr>
            <a:lvl7pPr algn="l">
              <a:defRPr sz="1500" b="0">
                <a:solidFill>
                  <a:srgbClr val="243537"/>
                </a:solidFill>
                <a:latin typeface="Arial"/>
                <a:ea typeface="Arial"/>
                <a:cs typeface="Arial"/>
              </a:defRPr>
            </a:lvl7pPr>
            <a:lvl8pPr algn="l">
              <a:defRPr sz="1500" b="0">
                <a:solidFill>
                  <a:srgbClr val="243537"/>
                </a:solidFill>
                <a:latin typeface="Arial"/>
                <a:ea typeface="Arial"/>
                <a:cs typeface="Arial"/>
              </a:defRPr>
            </a:lvl8pPr>
            <a:lvl9pPr algn="l">
              <a:defRPr sz="1500" b="0">
                <a:solidFill>
                  <a:srgbClr val="243537"/>
                </a:solidFill>
                <a:latin typeface="Arial"/>
                <a:ea typeface="Arial"/>
                <a:cs typeface="Arial"/>
              </a:defRPr>
            </a:lvl9pPr>
          </a:lstStyle>
          <a:p>
            <a:pPr algn="l">
              <a:defRPr sz="1500" b="0">
                <a:solidFill>
                  <a:srgbClr val="243537"/>
                </a:solidFill>
                <a:latin typeface="Arial"/>
                <a:ea typeface="Arial"/>
                <a:cs typeface="Arial"/>
              </a:defRPr>
            </a:pPr>
            <a:r>
              <a:rPr sz="1500" b="0">
                <a:solidFill>
                  <a:srgbClr val="243537"/>
                </a:solidFill>
                <a:latin typeface="Arial"/>
                <a:ea typeface="Arial"/>
                <a:cs typeface="Arial"/>
              </a:rPr>
              <a:t>For each frame, the application updates tracks, checks locations and evaluates event rules.</a:t>
            </a:r>
          </a:p>
        </p:txBody>
      </p:sp>
      <p:sp>
        <p:nvSpPr>
          <p:cNvPr id="7" name="Rectangle 6">
            <a:extLst>
              <a:ext uri="{FF2B5EF4-FFF2-40B4-BE49-F238E27FC236}">
                <a16:creationId xmlns:a16="http://schemas.microsoft.com/office/drawing/2014/main" id="{AF459203-3CB7-4010-A51A-AE15BBC267FD}"/>
              </a:ext>
            </a:extLst>
          </p:cNvPr>
          <p:cNvSpPr>
            <a:spLocks noGrp="1"/>
          </p:cNvSpPr>
          <p:nvPr/>
        </p:nvSpPr>
        <p:spPr>
          <a:xfrm>
            <a:off x="628650" y="2219325"/>
            <a:ext cx="457200" cy="457200"/>
          </a:xfrm>
          <a:prstGeom prst="rect">
            <a:avLst/>
          </a:prstGeom>
          <a:noFill/>
          <a:ln w="0">
            <a:noFill/>
            <a:prstDash val="solid"/>
          </a:ln>
        </p:spPr>
        <p:txBody>
          <a:bodyPr wrap="square" lIns="0" tIns="0" rIns="0" bIns="0" anchor="ctr">
            <a:normAutofit/>
          </a:bodyPr>
          <a:lstStyle>
            <a:defPPr algn="l">
              <a:defRPr sz="2175" b="1">
                <a:solidFill>
                  <a:srgbClr val="32CDBA"/>
                </a:solidFill>
                <a:latin typeface="Arial"/>
                <a:ea typeface="Arial"/>
                <a:cs typeface="Arial"/>
              </a:defRPr>
            </a:defPPr>
            <a:lvl1pPr algn="l">
              <a:defRPr sz="2175" b="1">
                <a:solidFill>
                  <a:srgbClr val="32CDBA"/>
                </a:solidFill>
                <a:latin typeface="Arial"/>
                <a:ea typeface="Arial"/>
                <a:cs typeface="Arial"/>
              </a:defRPr>
            </a:lvl1pPr>
            <a:lvl2pPr algn="l">
              <a:defRPr sz="2175" b="1">
                <a:solidFill>
                  <a:srgbClr val="32CDBA"/>
                </a:solidFill>
                <a:latin typeface="Arial"/>
                <a:ea typeface="Arial"/>
                <a:cs typeface="Arial"/>
              </a:defRPr>
            </a:lvl2pPr>
            <a:lvl3pPr algn="l">
              <a:defRPr sz="2175" b="1">
                <a:solidFill>
                  <a:srgbClr val="32CDBA"/>
                </a:solidFill>
                <a:latin typeface="Arial"/>
                <a:ea typeface="Arial"/>
                <a:cs typeface="Arial"/>
              </a:defRPr>
            </a:lvl3pPr>
            <a:lvl4pPr algn="l">
              <a:defRPr sz="2175" b="1">
                <a:solidFill>
                  <a:srgbClr val="32CDBA"/>
                </a:solidFill>
                <a:latin typeface="Arial"/>
                <a:ea typeface="Arial"/>
                <a:cs typeface="Arial"/>
              </a:defRPr>
            </a:lvl4pPr>
            <a:lvl5pPr algn="l">
              <a:defRPr sz="2175" b="1">
                <a:solidFill>
                  <a:srgbClr val="32CDBA"/>
                </a:solidFill>
                <a:latin typeface="Arial"/>
                <a:ea typeface="Arial"/>
                <a:cs typeface="Arial"/>
              </a:defRPr>
            </a:lvl5pPr>
            <a:lvl6pPr algn="l">
              <a:defRPr sz="2175" b="1">
                <a:solidFill>
                  <a:srgbClr val="32CDBA"/>
                </a:solidFill>
                <a:latin typeface="Arial"/>
                <a:ea typeface="Arial"/>
                <a:cs typeface="Arial"/>
              </a:defRPr>
            </a:lvl6pPr>
            <a:lvl7pPr algn="l">
              <a:defRPr sz="2175" b="1">
                <a:solidFill>
                  <a:srgbClr val="32CDBA"/>
                </a:solidFill>
                <a:latin typeface="Arial"/>
                <a:ea typeface="Arial"/>
                <a:cs typeface="Arial"/>
              </a:defRPr>
            </a:lvl7pPr>
            <a:lvl8pPr algn="l">
              <a:defRPr sz="2175" b="1">
                <a:solidFill>
                  <a:srgbClr val="32CDBA"/>
                </a:solidFill>
                <a:latin typeface="Arial"/>
                <a:ea typeface="Arial"/>
                <a:cs typeface="Arial"/>
              </a:defRPr>
            </a:lvl8pPr>
            <a:lvl9pPr algn="l">
              <a:defRPr sz="2175" b="1">
                <a:solidFill>
                  <a:srgbClr val="32CDBA"/>
                </a:solidFill>
                <a:latin typeface="Arial"/>
                <a:ea typeface="Arial"/>
                <a:cs typeface="Arial"/>
              </a:defRPr>
            </a:lvl9pPr>
          </a:lstStyle>
          <a:p>
            <a:pPr algn="l">
              <a:defRPr sz="2175" b="1">
                <a:solidFill>
                  <a:srgbClr val="32CDBA"/>
                </a:solidFill>
                <a:latin typeface="Arial"/>
                <a:ea typeface="Arial"/>
                <a:cs typeface="Arial"/>
              </a:defRPr>
            </a:pPr>
            <a:r>
              <a:rPr sz="2175" b="1">
                <a:solidFill>
                  <a:srgbClr val="32CDBA"/>
                </a:solidFill>
                <a:latin typeface="Arial"/>
                <a:ea typeface="Arial"/>
                <a:cs typeface="Arial"/>
              </a:rPr>
              <a:t>1</a:t>
            </a:r>
          </a:p>
        </p:txBody>
      </p:sp>
      <p:sp>
        <p:nvSpPr>
          <p:cNvPr id="8" name="Rectangle 7">
            <a:extLst>
              <a:ext uri="{FF2B5EF4-FFF2-40B4-BE49-F238E27FC236}">
                <a16:creationId xmlns:a16="http://schemas.microsoft.com/office/drawing/2014/main" id="{0E0DBF59-75C0-4CE7-9F0A-49D51A17DF53}"/>
              </a:ext>
            </a:extLst>
          </p:cNvPr>
          <p:cNvSpPr>
            <a:spLocks noGrp="1"/>
          </p:cNvSpPr>
          <p:nvPr/>
        </p:nvSpPr>
        <p:spPr>
          <a:xfrm>
            <a:off x="1171575" y="2219325"/>
            <a:ext cx="2762250" cy="285750"/>
          </a:xfrm>
          <a:prstGeom prst="rect">
            <a:avLst/>
          </a:prstGeom>
          <a:noFill/>
          <a:ln w="0">
            <a:noFill/>
            <a:prstDash val="solid"/>
          </a:ln>
        </p:spPr>
        <p:txBody>
          <a:bodyPr wrap="square" lIns="0" tIns="0" rIns="0" bIns="0" anchor="ctr">
            <a:normAutofit/>
          </a:bodyPr>
          <a:lstStyle>
            <a:defPPr algn="l">
              <a:defRPr sz="1500" b="1">
                <a:solidFill>
                  <a:srgbClr val="10191A"/>
                </a:solidFill>
                <a:latin typeface="Arial"/>
                <a:ea typeface="Arial"/>
                <a:cs typeface="Arial"/>
              </a:defRPr>
            </a:defPPr>
            <a:lvl1pPr algn="l">
              <a:defRPr sz="1500" b="1">
                <a:solidFill>
                  <a:srgbClr val="10191A"/>
                </a:solidFill>
                <a:latin typeface="Arial"/>
                <a:ea typeface="Arial"/>
                <a:cs typeface="Arial"/>
              </a:defRPr>
            </a:lvl1pPr>
            <a:lvl2pPr algn="l">
              <a:defRPr sz="1500" b="1">
                <a:solidFill>
                  <a:srgbClr val="10191A"/>
                </a:solidFill>
                <a:latin typeface="Arial"/>
                <a:ea typeface="Arial"/>
                <a:cs typeface="Arial"/>
              </a:defRPr>
            </a:lvl2pPr>
            <a:lvl3pPr algn="l">
              <a:defRPr sz="1500" b="1">
                <a:solidFill>
                  <a:srgbClr val="10191A"/>
                </a:solidFill>
                <a:latin typeface="Arial"/>
                <a:ea typeface="Arial"/>
                <a:cs typeface="Arial"/>
              </a:defRPr>
            </a:lvl3pPr>
            <a:lvl4pPr algn="l">
              <a:defRPr sz="1500" b="1">
                <a:solidFill>
                  <a:srgbClr val="10191A"/>
                </a:solidFill>
                <a:latin typeface="Arial"/>
                <a:ea typeface="Arial"/>
                <a:cs typeface="Arial"/>
              </a:defRPr>
            </a:lvl4pPr>
            <a:lvl5pPr algn="l">
              <a:defRPr sz="1500" b="1">
                <a:solidFill>
                  <a:srgbClr val="10191A"/>
                </a:solidFill>
                <a:latin typeface="Arial"/>
                <a:ea typeface="Arial"/>
                <a:cs typeface="Arial"/>
              </a:defRPr>
            </a:lvl5pPr>
            <a:lvl6pPr algn="l">
              <a:defRPr sz="1500" b="1">
                <a:solidFill>
                  <a:srgbClr val="10191A"/>
                </a:solidFill>
                <a:latin typeface="Arial"/>
                <a:ea typeface="Arial"/>
                <a:cs typeface="Arial"/>
              </a:defRPr>
            </a:lvl6pPr>
            <a:lvl7pPr algn="l">
              <a:defRPr sz="1500" b="1">
                <a:solidFill>
                  <a:srgbClr val="10191A"/>
                </a:solidFill>
                <a:latin typeface="Arial"/>
                <a:ea typeface="Arial"/>
                <a:cs typeface="Arial"/>
              </a:defRPr>
            </a:lvl7pPr>
            <a:lvl8pPr algn="l">
              <a:defRPr sz="1500" b="1">
                <a:solidFill>
                  <a:srgbClr val="10191A"/>
                </a:solidFill>
                <a:latin typeface="Arial"/>
                <a:ea typeface="Arial"/>
                <a:cs typeface="Arial"/>
              </a:defRPr>
            </a:lvl8pPr>
            <a:lvl9pPr algn="l">
              <a:defRPr sz="1500" b="1">
                <a:solidFill>
                  <a:srgbClr val="10191A"/>
                </a:solidFill>
                <a:latin typeface="Arial"/>
                <a:ea typeface="Arial"/>
                <a:cs typeface="Arial"/>
              </a:defRPr>
            </a:lvl9pPr>
          </a:lstStyle>
          <a:p>
            <a:pPr algn="l">
              <a:defRPr sz="1500" b="1">
                <a:solidFill>
                  <a:srgbClr val="10191A"/>
                </a:solidFill>
                <a:latin typeface="Arial"/>
                <a:ea typeface="Arial"/>
                <a:cs typeface="Arial"/>
              </a:defRPr>
            </a:pPr>
            <a:r>
              <a:rPr sz="1500" b="1">
                <a:solidFill>
                  <a:srgbClr val="10191A"/>
                </a:solidFill>
                <a:latin typeface="Arial"/>
                <a:ea typeface="Arial"/>
                <a:cs typeface="Arial"/>
              </a:rPr>
              <a:t>Detect person</a:t>
            </a:r>
          </a:p>
        </p:txBody>
      </p:sp>
      <p:sp>
        <p:nvSpPr>
          <p:cNvPr id="9" name="Rectangle 8">
            <a:extLst>
              <a:ext uri="{FF2B5EF4-FFF2-40B4-BE49-F238E27FC236}">
                <a16:creationId xmlns:a16="http://schemas.microsoft.com/office/drawing/2014/main" id="{97DDA841-A001-4894-BC99-FAA4393F27EE}"/>
              </a:ext>
            </a:extLst>
          </p:cNvPr>
          <p:cNvSpPr>
            <a:spLocks noGrp="1"/>
          </p:cNvSpPr>
          <p:nvPr/>
        </p:nvSpPr>
        <p:spPr>
          <a:xfrm>
            <a:off x="1171575" y="2619375"/>
            <a:ext cx="2857500" cy="533400"/>
          </a:xfrm>
          <a:prstGeom prst="rect">
            <a:avLst/>
          </a:prstGeom>
          <a:noFill/>
          <a:ln w="0">
            <a:noFill/>
            <a:prstDash val="solid"/>
          </a:ln>
        </p:spPr>
        <p:txBody>
          <a:bodyPr wrap="square" lIns="0" tIns="0" rIns="0" bIns="0" anchor="ctr">
            <a:normAutofit/>
          </a:bodyPr>
          <a:lstStyle>
            <a:defPPr algn="l">
              <a:defRPr sz="1275" b="0">
                <a:solidFill>
                  <a:srgbClr val="243537"/>
                </a:solidFill>
                <a:latin typeface="Arial"/>
                <a:ea typeface="Arial"/>
                <a:cs typeface="Arial"/>
              </a:defRPr>
            </a:defPPr>
            <a:lvl1pPr algn="l">
              <a:defRPr sz="1275" b="0">
                <a:solidFill>
                  <a:srgbClr val="243537"/>
                </a:solidFill>
                <a:latin typeface="Arial"/>
                <a:ea typeface="Arial"/>
                <a:cs typeface="Arial"/>
              </a:defRPr>
            </a:lvl1pPr>
            <a:lvl2pPr algn="l">
              <a:defRPr sz="1275" b="0">
                <a:solidFill>
                  <a:srgbClr val="243537"/>
                </a:solidFill>
                <a:latin typeface="Arial"/>
                <a:ea typeface="Arial"/>
                <a:cs typeface="Arial"/>
              </a:defRPr>
            </a:lvl2pPr>
            <a:lvl3pPr algn="l">
              <a:defRPr sz="1275" b="0">
                <a:solidFill>
                  <a:srgbClr val="243537"/>
                </a:solidFill>
                <a:latin typeface="Arial"/>
                <a:ea typeface="Arial"/>
                <a:cs typeface="Arial"/>
              </a:defRPr>
            </a:lvl3pPr>
            <a:lvl4pPr algn="l">
              <a:defRPr sz="1275" b="0">
                <a:solidFill>
                  <a:srgbClr val="243537"/>
                </a:solidFill>
                <a:latin typeface="Arial"/>
                <a:ea typeface="Arial"/>
                <a:cs typeface="Arial"/>
              </a:defRPr>
            </a:lvl4pPr>
            <a:lvl5pPr algn="l">
              <a:defRPr sz="1275" b="0">
                <a:solidFill>
                  <a:srgbClr val="243537"/>
                </a:solidFill>
                <a:latin typeface="Arial"/>
                <a:ea typeface="Arial"/>
                <a:cs typeface="Arial"/>
              </a:defRPr>
            </a:lvl5pPr>
            <a:lvl6pPr algn="l">
              <a:defRPr sz="1275" b="0">
                <a:solidFill>
                  <a:srgbClr val="243537"/>
                </a:solidFill>
                <a:latin typeface="Arial"/>
                <a:ea typeface="Arial"/>
                <a:cs typeface="Arial"/>
              </a:defRPr>
            </a:lvl6pPr>
            <a:lvl7pPr algn="l">
              <a:defRPr sz="1275" b="0">
                <a:solidFill>
                  <a:srgbClr val="243537"/>
                </a:solidFill>
                <a:latin typeface="Arial"/>
                <a:ea typeface="Arial"/>
                <a:cs typeface="Arial"/>
              </a:defRPr>
            </a:lvl7pPr>
            <a:lvl8pPr algn="l">
              <a:defRPr sz="1275" b="0">
                <a:solidFill>
                  <a:srgbClr val="243537"/>
                </a:solidFill>
                <a:latin typeface="Arial"/>
                <a:ea typeface="Arial"/>
                <a:cs typeface="Arial"/>
              </a:defRPr>
            </a:lvl8pPr>
            <a:lvl9pPr algn="l">
              <a:defRPr sz="1275" b="0">
                <a:solidFill>
                  <a:srgbClr val="243537"/>
                </a:solidFill>
                <a:latin typeface="Arial"/>
                <a:ea typeface="Arial"/>
                <a:cs typeface="Arial"/>
              </a:defRPr>
            </a:lvl9pPr>
          </a:lstStyle>
          <a:p>
            <a:pPr algn="l">
              <a:defRPr sz="1275" b="0">
                <a:solidFill>
                  <a:srgbClr val="243537"/>
                </a:solidFill>
                <a:latin typeface="Arial"/>
                <a:ea typeface="Arial"/>
                <a:cs typeface="Arial"/>
              </a:defRPr>
            </a:pPr>
            <a:r>
              <a:rPr sz="1275" b="0">
                <a:solidFill>
                  <a:srgbClr val="243537"/>
                </a:solidFill>
                <a:latin typeface="Arial"/>
                <a:ea typeface="Arial"/>
                <a:cs typeface="Arial"/>
              </a:rPr>
              <a:t>YOLO box + confidence</a:t>
            </a:r>
          </a:p>
        </p:txBody>
      </p:sp>
      <p:sp>
        <p:nvSpPr>
          <p:cNvPr id="10" name="Straight Connector 9">
            <a:extLst>
              <a:ext uri="{FF2B5EF4-FFF2-40B4-BE49-F238E27FC236}">
                <a16:creationId xmlns:a16="http://schemas.microsoft.com/office/drawing/2014/main" id="{A8A0F29F-AA5F-4033-82DC-9B4D3D427F63}"/>
              </a:ext>
            </a:extLst>
          </p:cNvPr>
          <p:cNvSpPr>
            <a:spLocks noGrp="1"/>
          </p:cNvSpPr>
          <p:nvPr/>
        </p:nvSpPr>
        <p:spPr>
          <a:xfrm>
            <a:off x="3838575" y="2466975"/>
            <a:ext cx="314325" cy="9525"/>
          </a:xfrm>
          <a:prstGeom prst="line">
            <a:avLst/>
          </a:prstGeom>
          <a:noFill/>
          <a:ln w="19050">
            <a:solidFill>
              <a:srgbClr val="9BAAA3"/>
            </a:solidFill>
            <a:prstDash val="solid"/>
          </a:ln>
        </p:spPr>
        <p:txBody>
          <a:bodyPr/>
          <a:lstStyle/>
          <a:p>
            <a:endParaRPr lang="en-IN"/>
          </a:p>
        </p:txBody>
      </p:sp>
      <p:sp>
        <p:nvSpPr>
          <p:cNvPr id="11" name="Straight Connector 10">
            <a:extLst>
              <a:ext uri="{FF2B5EF4-FFF2-40B4-BE49-F238E27FC236}">
                <a16:creationId xmlns:a16="http://schemas.microsoft.com/office/drawing/2014/main" id="{144B67BA-E084-4428-B397-81073C71DBFA}"/>
              </a:ext>
            </a:extLst>
          </p:cNvPr>
          <p:cNvSpPr>
            <a:spLocks noGrp="1"/>
          </p:cNvSpPr>
          <p:nvPr/>
        </p:nvSpPr>
        <p:spPr>
          <a:xfrm>
            <a:off x="2228850" y="3152775"/>
            <a:ext cx="9525" cy="466725"/>
          </a:xfrm>
          <a:prstGeom prst="line">
            <a:avLst/>
          </a:prstGeom>
          <a:noFill/>
          <a:ln w="19050">
            <a:solidFill>
              <a:srgbClr val="9BAAA3"/>
            </a:solidFill>
            <a:prstDash val="solid"/>
          </a:ln>
        </p:spPr>
        <p:txBody>
          <a:bodyPr/>
          <a:lstStyle/>
          <a:p>
            <a:endParaRPr lang="en-IN"/>
          </a:p>
        </p:txBody>
      </p:sp>
      <p:sp>
        <p:nvSpPr>
          <p:cNvPr id="12" name="Rectangle 11">
            <a:extLst>
              <a:ext uri="{FF2B5EF4-FFF2-40B4-BE49-F238E27FC236}">
                <a16:creationId xmlns:a16="http://schemas.microsoft.com/office/drawing/2014/main" id="{78BB9719-EEC8-4946-8EB1-2435910E6C2F}"/>
              </a:ext>
            </a:extLst>
          </p:cNvPr>
          <p:cNvSpPr>
            <a:spLocks noGrp="1"/>
          </p:cNvSpPr>
          <p:nvPr/>
        </p:nvSpPr>
        <p:spPr>
          <a:xfrm>
            <a:off x="4305300" y="2219325"/>
            <a:ext cx="457200" cy="457200"/>
          </a:xfrm>
          <a:prstGeom prst="rect">
            <a:avLst/>
          </a:prstGeom>
          <a:noFill/>
          <a:ln w="0">
            <a:noFill/>
            <a:prstDash val="solid"/>
          </a:ln>
        </p:spPr>
        <p:txBody>
          <a:bodyPr wrap="square" lIns="0" tIns="0" rIns="0" bIns="0" anchor="ctr">
            <a:normAutofit/>
          </a:bodyPr>
          <a:lstStyle>
            <a:defPPr algn="l">
              <a:defRPr sz="2175" b="1">
                <a:solidFill>
                  <a:srgbClr val="32CDBA"/>
                </a:solidFill>
                <a:latin typeface="Arial"/>
                <a:ea typeface="Arial"/>
                <a:cs typeface="Arial"/>
              </a:defRPr>
            </a:defPPr>
            <a:lvl1pPr algn="l">
              <a:defRPr sz="2175" b="1">
                <a:solidFill>
                  <a:srgbClr val="32CDBA"/>
                </a:solidFill>
                <a:latin typeface="Arial"/>
                <a:ea typeface="Arial"/>
                <a:cs typeface="Arial"/>
              </a:defRPr>
            </a:lvl1pPr>
            <a:lvl2pPr algn="l">
              <a:defRPr sz="2175" b="1">
                <a:solidFill>
                  <a:srgbClr val="32CDBA"/>
                </a:solidFill>
                <a:latin typeface="Arial"/>
                <a:ea typeface="Arial"/>
                <a:cs typeface="Arial"/>
              </a:defRPr>
            </a:lvl2pPr>
            <a:lvl3pPr algn="l">
              <a:defRPr sz="2175" b="1">
                <a:solidFill>
                  <a:srgbClr val="32CDBA"/>
                </a:solidFill>
                <a:latin typeface="Arial"/>
                <a:ea typeface="Arial"/>
                <a:cs typeface="Arial"/>
              </a:defRPr>
            </a:lvl3pPr>
            <a:lvl4pPr algn="l">
              <a:defRPr sz="2175" b="1">
                <a:solidFill>
                  <a:srgbClr val="32CDBA"/>
                </a:solidFill>
                <a:latin typeface="Arial"/>
                <a:ea typeface="Arial"/>
                <a:cs typeface="Arial"/>
              </a:defRPr>
            </a:lvl4pPr>
            <a:lvl5pPr algn="l">
              <a:defRPr sz="2175" b="1">
                <a:solidFill>
                  <a:srgbClr val="32CDBA"/>
                </a:solidFill>
                <a:latin typeface="Arial"/>
                <a:ea typeface="Arial"/>
                <a:cs typeface="Arial"/>
              </a:defRPr>
            </a:lvl5pPr>
            <a:lvl6pPr algn="l">
              <a:defRPr sz="2175" b="1">
                <a:solidFill>
                  <a:srgbClr val="32CDBA"/>
                </a:solidFill>
                <a:latin typeface="Arial"/>
                <a:ea typeface="Arial"/>
                <a:cs typeface="Arial"/>
              </a:defRPr>
            </a:lvl6pPr>
            <a:lvl7pPr algn="l">
              <a:defRPr sz="2175" b="1">
                <a:solidFill>
                  <a:srgbClr val="32CDBA"/>
                </a:solidFill>
                <a:latin typeface="Arial"/>
                <a:ea typeface="Arial"/>
                <a:cs typeface="Arial"/>
              </a:defRPr>
            </a:lvl7pPr>
            <a:lvl8pPr algn="l">
              <a:defRPr sz="2175" b="1">
                <a:solidFill>
                  <a:srgbClr val="32CDBA"/>
                </a:solidFill>
                <a:latin typeface="Arial"/>
                <a:ea typeface="Arial"/>
                <a:cs typeface="Arial"/>
              </a:defRPr>
            </a:lvl8pPr>
            <a:lvl9pPr algn="l">
              <a:defRPr sz="2175" b="1">
                <a:solidFill>
                  <a:srgbClr val="32CDBA"/>
                </a:solidFill>
                <a:latin typeface="Arial"/>
                <a:ea typeface="Arial"/>
                <a:cs typeface="Arial"/>
              </a:defRPr>
            </a:lvl9pPr>
          </a:lstStyle>
          <a:p>
            <a:pPr algn="l">
              <a:defRPr sz="2175" b="1">
                <a:solidFill>
                  <a:srgbClr val="32CDBA"/>
                </a:solidFill>
                <a:latin typeface="Arial"/>
                <a:ea typeface="Arial"/>
                <a:cs typeface="Arial"/>
              </a:defRPr>
            </a:pPr>
            <a:r>
              <a:rPr sz="2175" b="1">
                <a:solidFill>
                  <a:srgbClr val="32CDBA"/>
                </a:solidFill>
                <a:latin typeface="Arial"/>
                <a:ea typeface="Arial"/>
                <a:cs typeface="Arial"/>
              </a:rPr>
              <a:t>2</a:t>
            </a:r>
          </a:p>
        </p:txBody>
      </p:sp>
      <p:sp>
        <p:nvSpPr>
          <p:cNvPr id="13" name="Rectangle 12">
            <a:extLst>
              <a:ext uri="{FF2B5EF4-FFF2-40B4-BE49-F238E27FC236}">
                <a16:creationId xmlns:a16="http://schemas.microsoft.com/office/drawing/2014/main" id="{E6D43A16-14F2-412F-8303-ED8B309C0B62}"/>
              </a:ext>
            </a:extLst>
          </p:cNvPr>
          <p:cNvSpPr>
            <a:spLocks noGrp="1"/>
          </p:cNvSpPr>
          <p:nvPr/>
        </p:nvSpPr>
        <p:spPr>
          <a:xfrm>
            <a:off x="4848225" y="2219325"/>
            <a:ext cx="2762250" cy="285750"/>
          </a:xfrm>
          <a:prstGeom prst="rect">
            <a:avLst/>
          </a:prstGeom>
          <a:noFill/>
          <a:ln w="0">
            <a:noFill/>
            <a:prstDash val="solid"/>
          </a:ln>
        </p:spPr>
        <p:txBody>
          <a:bodyPr wrap="square" lIns="0" tIns="0" rIns="0" bIns="0" anchor="ctr">
            <a:normAutofit/>
          </a:bodyPr>
          <a:lstStyle>
            <a:defPPr algn="l">
              <a:defRPr sz="1500" b="1">
                <a:solidFill>
                  <a:srgbClr val="10191A"/>
                </a:solidFill>
                <a:latin typeface="Arial"/>
                <a:ea typeface="Arial"/>
                <a:cs typeface="Arial"/>
              </a:defRPr>
            </a:defPPr>
            <a:lvl1pPr algn="l">
              <a:defRPr sz="1500" b="1">
                <a:solidFill>
                  <a:srgbClr val="10191A"/>
                </a:solidFill>
                <a:latin typeface="Arial"/>
                <a:ea typeface="Arial"/>
                <a:cs typeface="Arial"/>
              </a:defRPr>
            </a:lvl1pPr>
            <a:lvl2pPr algn="l">
              <a:defRPr sz="1500" b="1">
                <a:solidFill>
                  <a:srgbClr val="10191A"/>
                </a:solidFill>
                <a:latin typeface="Arial"/>
                <a:ea typeface="Arial"/>
                <a:cs typeface="Arial"/>
              </a:defRPr>
            </a:lvl2pPr>
            <a:lvl3pPr algn="l">
              <a:defRPr sz="1500" b="1">
                <a:solidFill>
                  <a:srgbClr val="10191A"/>
                </a:solidFill>
                <a:latin typeface="Arial"/>
                <a:ea typeface="Arial"/>
                <a:cs typeface="Arial"/>
              </a:defRPr>
            </a:lvl3pPr>
            <a:lvl4pPr algn="l">
              <a:defRPr sz="1500" b="1">
                <a:solidFill>
                  <a:srgbClr val="10191A"/>
                </a:solidFill>
                <a:latin typeface="Arial"/>
                <a:ea typeface="Arial"/>
                <a:cs typeface="Arial"/>
              </a:defRPr>
            </a:lvl4pPr>
            <a:lvl5pPr algn="l">
              <a:defRPr sz="1500" b="1">
                <a:solidFill>
                  <a:srgbClr val="10191A"/>
                </a:solidFill>
                <a:latin typeface="Arial"/>
                <a:ea typeface="Arial"/>
                <a:cs typeface="Arial"/>
              </a:defRPr>
            </a:lvl5pPr>
            <a:lvl6pPr algn="l">
              <a:defRPr sz="1500" b="1">
                <a:solidFill>
                  <a:srgbClr val="10191A"/>
                </a:solidFill>
                <a:latin typeface="Arial"/>
                <a:ea typeface="Arial"/>
                <a:cs typeface="Arial"/>
              </a:defRPr>
            </a:lvl6pPr>
            <a:lvl7pPr algn="l">
              <a:defRPr sz="1500" b="1">
                <a:solidFill>
                  <a:srgbClr val="10191A"/>
                </a:solidFill>
                <a:latin typeface="Arial"/>
                <a:ea typeface="Arial"/>
                <a:cs typeface="Arial"/>
              </a:defRPr>
            </a:lvl7pPr>
            <a:lvl8pPr algn="l">
              <a:defRPr sz="1500" b="1">
                <a:solidFill>
                  <a:srgbClr val="10191A"/>
                </a:solidFill>
                <a:latin typeface="Arial"/>
                <a:ea typeface="Arial"/>
                <a:cs typeface="Arial"/>
              </a:defRPr>
            </a:lvl8pPr>
            <a:lvl9pPr algn="l">
              <a:defRPr sz="1500" b="1">
                <a:solidFill>
                  <a:srgbClr val="10191A"/>
                </a:solidFill>
                <a:latin typeface="Arial"/>
                <a:ea typeface="Arial"/>
                <a:cs typeface="Arial"/>
              </a:defRPr>
            </a:lvl9pPr>
          </a:lstStyle>
          <a:p>
            <a:pPr algn="l">
              <a:defRPr sz="1500" b="1">
                <a:solidFill>
                  <a:srgbClr val="10191A"/>
                </a:solidFill>
                <a:latin typeface="Arial"/>
                <a:ea typeface="Arial"/>
                <a:cs typeface="Arial"/>
              </a:defRPr>
            </a:pPr>
            <a:r>
              <a:rPr sz="1500" b="1">
                <a:solidFill>
                  <a:srgbClr val="10191A"/>
                </a:solidFill>
                <a:latin typeface="Arial"/>
                <a:ea typeface="Arial"/>
                <a:cs typeface="Arial"/>
              </a:rPr>
              <a:t>Track person</a:t>
            </a:r>
          </a:p>
        </p:txBody>
      </p:sp>
      <p:sp>
        <p:nvSpPr>
          <p:cNvPr id="14" name="Rectangle 13">
            <a:extLst>
              <a:ext uri="{FF2B5EF4-FFF2-40B4-BE49-F238E27FC236}">
                <a16:creationId xmlns:a16="http://schemas.microsoft.com/office/drawing/2014/main" id="{0CC47E12-655A-42DE-A6BA-4CA7A3910967}"/>
              </a:ext>
            </a:extLst>
          </p:cNvPr>
          <p:cNvSpPr>
            <a:spLocks noGrp="1"/>
          </p:cNvSpPr>
          <p:nvPr/>
        </p:nvSpPr>
        <p:spPr>
          <a:xfrm>
            <a:off x="4848225" y="2619375"/>
            <a:ext cx="2857500" cy="533400"/>
          </a:xfrm>
          <a:prstGeom prst="rect">
            <a:avLst/>
          </a:prstGeom>
          <a:noFill/>
          <a:ln w="0">
            <a:noFill/>
            <a:prstDash val="solid"/>
          </a:ln>
        </p:spPr>
        <p:txBody>
          <a:bodyPr wrap="square" lIns="0" tIns="0" rIns="0" bIns="0" anchor="ctr">
            <a:normAutofit/>
          </a:bodyPr>
          <a:lstStyle>
            <a:defPPr algn="l">
              <a:defRPr sz="1275" b="0">
                <a:solidFill>
                  <a:srgbClr val="243537"/>
                </a:solidFill>
                <a:latin typeface="Arial"/>
                <a:ea typeface="Arial"/>
                <a:cs typeface="Arial"/>
              </a:defRPr>
            </a:defPPr>
            <a:lvl1pPr algn="l">
              <a:defRPr sz="1275" b="0">
                <a:solidFill>
                  <a:srgbClr val="243537"/>
                </a:solidFill>
                <a:latin typeface="Arial"/>
                <a:ea typeface="Arial"/>
                <a:cs typeface="Arial"/>
              </a:defRPr>
            </a:lvl1pPr>
            <a:lvl2pPr algn="l">
              <a:defRPr sz="1275" b="0">
                <a:solidFill>
                  <a:srgbClr val="243537"/>
                </a:solidFill>
                <a:latin typeface="Arial"/>
                <a:ea typeface="Arial"/>
                <a:cs typeface="Arial"/>
              </a:defRPr>
            </a:lvl2pPr>
            <a:lvl3pPr algn="l">
              <a:defRPr sz="1275" b="0">
                <a:solidFill>
                  <a:srgbClr val="243537"/>
                </a:solidFill>
                <a:latin typeface="Arial"/>
                <a:ea typeface="Arial"/>
                <a:cs typeface="Arial"/>
              </a:defRPr>
            </a:lvl3pPr>
            <a:lvl4pPr algn="l">
              <a:defRPr sz="1275" b="0">
                <a:solidFill>
                  <a:srgbClr val="243537"/>
                </a:solidFill>
                <a:latin typeface="Arial"/>
                <a:ea typeface="Arial"/>
                <a:cs typeface="Arial"/>
              </a:defRPr>
            </a:lvl4pPr>
            <a:lvl5pPr algn="l">
              <a:defRPr sz="1275" b="0">
                <a:solidFill>
                  <a:srgbClr val="243537"/>
                </a:solidFill>
                <a:latin typeface="Arial"/>
                <a:ea typeface="Arial"/>
                <a:cs typeface="Arial"/>
              </a:defRPr>
            </a:lvl5pPr>
            <a:lvl6pPr algn="l">
              <a:defRPr sz="1275" b="0">
                <a:solidFill>
                  <a:srgbClr val="243537"/>
                </a:solidFill>
                <a:latin typeface="Arial"/>
                <a:ea typeface="Arial"/>
                <a:cs typeface="Arial"/>
              </a:defRPr>
            </a:lvl6pPr>
            <a:lvl7pPr algn="l">
              <a:defRPr sz="1275" b="0">
                <a:solidFill>
                  <a:srgbClr val="243537"/>
                </a:solidFill>
                <a:latin typeface="Arial"/>
                <a:ea typeface="Arial"/>
                <a:cs typeface="Arial"/>
              </a:defRPr>
            </a:lvl7pPr>
            <a:lvl8pPr algn="l">
              <a:defRPr sz="1275" b="0">
                <a:solidFill>
                  <a:srgbClr val="243537"/>
                </a:solidFill>
                <a:latin typeface="Arial"/>
                <a:ea typeface="Arial"/>
                <a:cs typeface="Arial"/>
              </a:defRPr>
            </a:lvl8pPr>
            <a:lvl9pPr algn="l">
              <a:defRPr sz="1275" b="0">
                <a:solidFill>
                  <a:srgbClr val="243537"/>
                </a:solidFill>
                <a:latin typeface="Arial"/>
                <a:ea typeface="Arial"/>
                <a:cs typeface="Arial"/>
              </a:defRPr>
            </a:lvl9pPr>
          </a:lstStyle>
          <a:p>
            <a:pPr algn="l">
              <a:defRPr sz="1275" b="0">
                <a:solidFill>
                  <a:srgbClr val="243537"/>
                </a:solidFill>
                <a:latin typeface="Arial"/>
                <a:ea typeface="Arial"/>
                <a:cs typeface="Arial"/>
              </a:defRPr>
            </a:pPr>
            <a:r>
              <a:rPr sz="1275" b="0">
                <a:solidFill>
                  <a:srgbClr val="243537"/>
                </a:solidFill>
                <a:latin typeface="Arial"/>
                <a:ea typeface="Arial"/>
                <a:cs typeface="Arial"/>
              </a:rPr>
              <a:t>ByteTrack temporary ID</a:t>
            </a:r>
          </a:p>
        </p:txBody>
      </p:sp>
      <p:sp>
        <p:nvSpPr>
          <p:cNvPr id="15" name="Straight Connector 14">
            <a:extLst>
              <a:ext uri="{FF2B5EF4-FFF2-40B4-BE49-F238E27FC236}">
                <a16:creationId xmlns:a16="http://schemas.microsoft.com/office/drawing/2014/main" id="{B50B4916-8C09-40C0-A668-B7F81F99C0EE}"/>
              </a:ext>
            </a:extLst>
          </p:cNvPr>
          <p:cNvSpPr>
            <a:spLocks noGrp="1"/>
          </p:cNvSpPr>
          <p:nvPr/>
        </p:nvSpPr>
        <p:spPr>
          <a:xfrm>
            <a:off x="7515225" y="2466975"/>
            <a:ext cx="314325" cy="9525"/>
          </a:xfrm>
          <a:prstGeom prst="line">
            <a:avLst/>
          </a:prstGeom>
          <a:noFill/>
          <a:ln w="19050">
            <a:solidFill>
              <a:srgbClr val="9BAAA3"/>
            </a:solidFill>
            <a:prstDash val="solid"/>
          </a:ln>
        </p:spPr>
        <p:txBody>
          <a:bodyPr/>
          <a:lstStyle/>
          <a:p>
            <a:endParaRPr lang="en-IN"/>
          </a:p>
        </p:txBody>
      </p:sp>
      <p:sp>
        <p:nvSpPr>
          <p:cNvPr id="16" name="Straight Connector 15">
            <a:extLst>
              <a:ext uri="{FF2B5EF4-FFF2-40B4-BE49-F238E27FC236}">
                <a16:creationId xmlns:a16="http://schemas.microsoft.com/office/drawing/2014/main" id="{B9B23E09-E535-4872-8DBE-ACF5836F0EE3}"/>
              </a:ext>
            </a:extLst>
          </p:cNvPr>
          <p:cNvSpPr>
            <a:spLocks noGrp="1"/>
          </p:cNvSpPr>
          <p:nvPr/>
        </p:nvSpPr>
        <p:spPr>
          <a:xfrm>
            <a:off x="5905500" y="3152775"/>
            <a:ext cx="9525" cy="466725"/>
          </a:xfrm>
          <a:prstGeom prst="line">
            <a:avLst/>
          </a:prstGeom>
          <a:noFill/>
          <a:ln w="19050">
            <a:solidFill>
              <a:srgbClr val="9BAAA3"/>
            </a:solidFill>
            <a:prstDash val="solid"/>
          </a:ln>
        </p:spPr>
        <p:txBody>
          <a:bodyPr/>
          <a:lstStyle/>
          <a:p>
            <a:endParaRPr lang="en-IN"/>
          </a:p>
        </p:txBody>
      </p:sp>
      <p:sp>
        <p:nvSpPr>
          <p:cNvPr id="17" name="Rectangle 16">
            <a:extLst>
              <a:ext uri="{FF2B5EF4-FFF2-40B4-BE49-F238E27FC236}">
                <a16:creationId xmlns:a16="http://schemas.microsoft.com/office/drawing/2014/main" id="{65F9ACC8-F722-458F-93CD-4AF2EAC32638}"/>
              </a:ext>
            </a:extLst>
          </p:cNvPr>
          <p:cNvSpPr>
            <a:spLocks noGrp="1"/>
          </p:cNvSpPr>
          <p:nvPr/>
        </p:nvSpPr>
        <p:spPr>
          <a:xfrm>
            <a:off x="7981950" y="2219325"/>
            <a:ext cx="457200" cy="457200"/>
          </a:xfrm>
          <a:prstGeom prst="rect">
            <a:avLst/>
          </a:prstGeom>
          <a:noFill/>
          <a:ln w="0">
            <a:noFill/>
            <a:prstDash val="solid"/>
          </a:ln>
        </p:spPr>
        <p:txBody>
          <a:bodyPr wrap="square" lIns="0" tIns="0" rIns="0" bIns="0" anchor="ctr">
            <a:normAutofit/>
          </a:bodyPr>
          <a:lstStyle>
            <a:defPPr algn="l">
              <a:defRPr sz="2175" b="1">
                <a:solidFill>
                  <a:srgbClr val="32CDBA"/>
                </a:solidFill>
                <a:latin typeface="Arial"/>
                <a:ea typeface="Arial"/>
                <a:cs typeface="Arial"/>
              </a:defRPr>
            </a:defPPr>
            <a:lvl1pPr algn="l">
              <a:defRPr sz="2175" b="1">
                <a:solidFill>
                  <a:srgbClr val="32CDBA"/>
                </a:solidFill>
                <a:latin typeface="Arial"/>
                <a:ea typeface="Arial"/>
                <a:cs typeface="Arial"/>
              </a:defRPr>
            </a:lvl1pPr>
            <a:lvl2pPr algn="l">
              <a:defRPr sz="2175" b="1">
                <a:solidFill>
                  <a:srgbClr val="32CDBA"/>
                </a:solidFill>
                <a:latin typeface="Arial"/>
                <a:ea typeface="Arial"/>
                <a:cs typeface="Arial"/>
              </a:defRPr>
            </a:lvl2pPr>
            <a:lvl3pPr algn="l">
              <a:defRPr sz="2175" b="1">
                <a:solidFill>
                  <a:srgbClr val="32CDBA"/>
                </a:solidFill>
                <a:latin typeface="Arial"/>
                <a:ea typeface="Arial"/>
                <a:cs typeface="Arial"/>
              </a:defRPr>
            </a:lvl3pPr>
            <a:lvl4pPr algn="l">
              <a:defRPr sz="2175" b="1">
                <a:solidFill>
                  <a:srgbClr val="32CDBA"/>
                </a:solidFill>
                <a:latin typeface="Arial"/>
                <a:ea typeface="Arial"/>
                <a:cs typeface="Arial"/>
              </a:defRPr>
            </a:lvl4pPr>
            <a:lvl5pPr algn="l">
              <a:defRPr sz="2175" b="1">
                <a:solidFill>
                  <a:srgbClr val="32CDBA"/>
                </a:solidFill>
                <a:latin typeface="Arial"/>
                <a:ea typeface="Arial"/>
                <a:cs typeface="Arial"/>
              </a:defRPr>
            </a:lvl5pPr>
            <a:lvl6pPr algn="l">
              <a:defRPr sz="2175" b="1">
                <a:solidFill>
                  <a:srgbClr val="32CDBA"/>
                </a:solidFill>
                <a:latin typeface="Arial"/>
                <a:ea typeface="Arial"/>
                <a:cs typeface="Arial"/>
              </a:defRPr>
            </a:lvl6pPr>
            <a:lvl7pPr algn="l">
              <a:defRPr sz="2175" b="1">
                <a:solidFill>
                  <a:srgbClr val="32CDBA"/>
                </a:solidFill>
                <a:latin typeface="Arial"/>
                <a:ea typeface="Arial"/>
                <a:cs typeface="Arial"/>
              </a:defRPr>
            </a:lvl7pPr>
            <a:lvl8pPr algn="l">
              <a:defRPr sz="2175" b="1">
                <a:solidFill>
                  <a:srgbClr val="32CDBA"/>
                </a:solidFill>
                <a:latin typeface="Arial"/>
                <a:ea typeface="Arial"/>
                <a:cs typeface="Arial"/>
              </a:defRPr>
            </a:lvl8pPr>
            <a:lvl9pPr algn="l">
              <a:defRPr sz="2175" b="1">
                <a:solidFill>
                  <a:srgbClr val="32CDBA"/>
                </a:solidFill>
                <a:latin typeface="Arial"/>
                <a:ea typeface="Arial"/>
                <a:cs typeface="Arial"/>
              </a:defRPr>
            </a:lvl9pPr>
          </a:lstStyle>
          <a:p>
            <a:pPr algn="l">
              <a:defRPr sz="2175" b="1">
                <a:solidFill>
                  <a:srgbClr val="32CDBA"/>
                </a:solidFill>
                <a:latin typeface="Arial"/>
                <a:ea typeface="Arial"/>
                <a:cs typeface="Arial"/>
              </a:defRPr>
            </a:pPr>
            <a:r>
              <a:rPr sz="2175" b="1">
                <a:solidFill>
                  <a:srgbClr val="32CDBA"/>
                </a:solidFill>
                <a:latin typeface="Arial"/>
                <a:ea typeface="Arial"/>
                <a:cs typeface="Arial"/>
              </a:rPr>
              <a:t>3</a:t>
            </a:r>
          </a:p>
        </p:txBody>
      </p:sp>
      <p:sp>
        <p:nvSpPr>
          <p:cNvPr id="18" name="Rectangle 17">
            <a:extLst>
              <a:ext uri="{FF2B5EF4-FFF2-40B4-BE49-F238E27FC236}">
                <a16:creationId xmlns:a16="http://schemas.microsoft.com/office/drawing/2014/main" id="{8076B49F-7F9B-438C-AB57-C2453370C124}"/>
              </a:ext>
            </a:extLst>
          </p:cNvPr>
          <p:cNvSpPr>
            <a:spLocks noGrp="1"/>
          </p:cNvSpPr>
          <p:nvPr/>
        </p:nvSpPr>
        <p:spPr>
          <a:xfrm>
            <a:off x="8524875" y="2219325"/>
            <a:ext cx="2762250" cy="285750"/>
          </a:xfrm>
          <a:prstGeom prst="rect">
            <a:avLst/>
          </a:prstGeom>
          <a:noFill/>
          <a:ln w="0">
            <a:noFill/>
            <a:prstDash val="solid"/>
          </a:ln>
        </p:spPr>
        <p:txBody>
          <a:bodyPr wrap="square" lIns="0" tIns="0" rIns="0" bIns="0" anchor="ctr">
            <a:normAutofit/>
          </a:bodyPr>
          <a:lstStyle>
            <a:defPPr algn="l">
              <a:defRPr sz="1500" b="1">
                <a:solidFill>
                  <a:srgbClr val="10191A"/>
                </a:solidFill>
                <a:latin typeface="Arial"/>
                <a:ea typeface="Arial"/>
                <a:cs typeface="Arial"/>
              </a:defRPr>
            </a:defPPr>
            <a:lvl1pPr algn="l">
              <a:defRPr sz="1500" b="1">
                <a:solidFill>
                  <a:srgbClr val="10191A"/>
                </a:solidFill>
                <a:latin typeface="Arial"/>
                <a:ea typeface="Arial"/>
                <a:cs typeface="Arial"/>
              </a:defRPr>
            </a:lvl1pPr>
            <a:lvl2pPr algn="l">
              <a:defRPr sz="1500" b="1">
                <a:solidFill>
                  <a:srgbClr val="10191A"/>
                </a:solidFill>
                <a:latin typeface="Arial"/>
                <a:ea typeface="Arial"/>
                <a:cs typeface="Arial"/>
              </a:defRPr>
            </a:lvl2pPr>
            <a:lvl3pPr algn="l">
              <a:defRPr sz="1500" b="1">
                <a:solidFill>
                  <a:srgbClr val="10191A"/>
                </a:solidFill>
                <a:latin typeface="Arial"/>
                <a:ea typeface="Arial"/>
                <a:cs typeface="Arial"/>
              </a:defRPr>
            </a:lvl3pPr>
            <a:lvl4pPr algn="l">
              <a:defRPr sz="1500" b="1">
                <a:solidFill>
                  <a:srgbClr val="10191A"/>
                </a:solidFill>
                <a:latin typeface="Arial"/>
                <a:ea typeface="Arial"/>
                <a:cs typeface="Arial"/>
              </a:defRPr>
            </a:lvl4pPr>
            <a:lvl5pPr algn="l">
              <a:defRPr sz="1500" b="1">
                <a:solidFill>
                  <a:srgbClr val="10191A"/>
                </a:solidFill>
                <a:latin typeface="Arial"/>
                <a:ea typeface="Arial"/>
                <a:cs typeface="Arial"/>
              </a:defRPr>
            </a:lvl5pPr>
            <a:lvl6pPr algn="l">
              <a:defRPr sz="1500" b="1">
                <a:solidFill>
                  <a:srgbClr val="10191A"/>
                </a:solidFill>
                <a:latin typeface="Arial"/>
                <a:ea typeface="Arial"/>
                <a:cs typeface="Arial"/>
              </a:defRPr>
            </a:lvl6pPr>
            <a:lvl7pPr algn="l">
              <a:defRPr sz="1500" b="1">
                <a:solidFill>
                  <a:srgbClr val="10191A"/>
                </a:solidFill>
                <a:latin typeface="Arial"/>
                <a:ea typeface="Arial"/>
                <a:cs typeface="Arial"/>
              </a:defRPr>
            </a:lvl7pPr>
            <a:lvl8pPr algn="l">
              <a:defRPr sz="1500" b="1">
                <a:solidFill>
                  <a:srgbClr val="10191A"/>
                </a:solidFill>
                <a:latin typeface="Arial"/>
                <a:ea typeface="Arial"/>
                <a:cs typeface="Arial"/>
              </a:defRPr>
            </a:lvl8pPr>
            <a:lvl9pPr algn="l">
              <a:defRPr sz="1500" b="1">
                <a:solidFill>
                  <a:srgbClr val="10191A"/>
                </a:solidFill>
                <a:latin typeface="Arial"/>
                <a:ea typeface="Arial"/>
                <a:cs typeface="Arial"/>
              </a:defRPr>
            </a:lvl9pPr>
          </a:lstStyle>
          <a:p>
            <a:pPr algn="l">
              <a:defRPr sz="1500" b="1">
                <a:solidFill>
                  <a:srgbClr val="10191A"/>
                </a:solidFill>
                <a:latin typeface="Arial"/>
                <a:ea typeface="Arial"/>
                <a:cs typeface="Arial"/>
              </a:defRPr>
            </a:pPr>
            <a:r>
              <a:rPr sz="1500" b="1">
                <a:solidFill>
                  <a:srgbClr val="10191A"/>
                </a:solidFill>
                <a:latin typeface="Arial"/>
                <a:ea typeface="Arial"/>
                <a:cs typeface="Arial"/>
              </a:rPr>
              <a:t>Check zone</a:t>
            </a:r>
          </a:p>
        </p:txBody>
      </p:sp>
      <p:sp>
        <p:nvSpPr>
          <p:cNvPr id="19" name="Rectangle 18">
            <a:extLst>
              <a:ext uri="{FF2B5EF4-FFF2-40B4-BE49-F238E27FC236}">
                <a16:creationId xmlns:a16="http://schemas.microsoft.com/office/drawing/2014/main" id="{0C699524-CFA7-45E7-88E4-C4709E3B77DB}"/>
              </a:ext>
            </a:extLst>
          </p:cNvPr>
          <p:cNvSpPr>
            <a:spLocks noGrp="1"/>
          </p:cNvSpPr>
          <p:nvPr/>
        </p:nvSpPr>
        <p:spPr>
          <a:xfrm>
            <a:off x="8524875" y="2619375"/>
            <a:ext cx="2857500" cy="533400"/>
          </a:xfrm>
          <a:prstGeom prst="rect">
            <a:avLst/>
          </a:prstGeom>
          <a:noFill/>
          <a:ln w="0">
            <a:noFill/>
            <a:prstDash val="solid"/>
          </a:ln>
        </p:spPr>
        <p:txBody>
          <a:bodyPr wrap="square" lIns="0" tIns="0" rIns="0" bIns="0" anchor="ctr">
            <a:normAutofit/>
          </a:bodyPr>
          <a:lstStyle>
            <a:defPPr algn="l">
              <a:defRPr sz="1275" b="0">
                <a:solidFill>
                  <a:srgbClr val="243537"/>
                </a:solidFill>
                <a:latin typeface="Arial"/>
                <a:ea typeface="Arial"/>
                <a:cs typeface="Arial"/>
              </a:defRPr>
            </a:defPPr>
            <a:lvl1pPr algn="l">
              <a:defRPr sz="1275" b="0">
                <a:solidFill>
                  <a:srgbClr val="243537"/>
                </a:solidFill>
                <a:latin typeface="Arial"/>
                <a:ea typeface="Arial"/>
                <a:cs typeface="Arial"/>
              </a:defRPr>
            </a:lvl1pPr>
            <a:lvl2pPr algn="l">
              <a:defRPr sz="1275" b="0">
                <a:solidFill>
                  <a:srgbClr val="243537"/>
                </a:solidFill>
                <a:latin typeface="Arial"/>
                <a:ea typeface="Arial"/>
                <a:cs typeface="Arial"/>
              </a:defRPr>
            </a:lvl2pPr>
            <a:lvl3pPr algn="l">
              <a:defRPr sz="1275" b="0">
                <a:solidFill>
                  <a:srgbClr val="243537"/>
                </a:solidFill>
                <a:latin typeface="Arial"/>
                <a:ea typeface="Arial"/>
                <a:cs typeface="Arial"/>
              </a:defRPr>
            </a:lvl3pPr>
            <a:lvl4pPr algn="l">
              <a:defRPr sz="1275" b="0">
                <a:solidFill>
                  <a:srgbClr val="243537"/>
                </a:solidFill>
                <a:latin typeface="Arial"/>
                <a:ea typeface="Arial"/>
                <a:cs typeface="Arial"/>
              </a:defRPr>
            </a:lvl4pPr>
            <a:lvl5pPr algn="l">
              <a:defRPr sz="1275" b="0">
                <a:solidFill>
                  <a:srgbClr val="243537"/>
                </a:solidFill>
                <a:latin typeface="Arial"/>
                <a:ea typeface="Arial"/>
                <a:cs typeface="Arial"/>
              </a:defRPr>
            </a:lvl5pPr>
            <a:lvl6pPr algn="l">
              <a:defRPr sz="1275" b="0">
                <a:solidFill>
                  <a:srgbClr val="243537"/>
                </a:solidFill>
                <a:latin typeface="Arial"/>
                <a:ea typeface="Arial"/>
                <a:cs typeface="Arial"/>
              </a:defRPr>
            </a:lvl6pPr>
            <a:lvl7pPr algn="l">
              <a:defRPr sz="1275" b="0">
                <a:solidFill>
                  <a:srgbClr val="243537"/>
                </a:solidFill>
                <a:latin typeface="Arial"/>
                <a:ea typeface="Arial"/>
                <a:cs typeface="Arial"/>
              </a:defRPr>
            </a:lvl7pPr>
            <a:lvl8pPr algn="l">
              <a:defRPr sz="1275" b="0">
                <a:solidFill>
                  <a:srgbClr val="243537"/>
                </a:solidFill>
                <a:latin typeface="Arial"/>
                <a:ea typeface="Arial"/>
                <a:cs typeface="Arial"/>
              </a:defRPr>
            </a:lvl8pPr>
            <a:lvl9pPr algn="l">
              <a:defRPr sz="1275" b="0">
                <a:solidFill>
                  <a:srgbClr val="243537"/>
                </a:solidFill>
                <a:latin typeface="Arial"/>
                <a:ea typeface="Arial"/>
                <a:cs typeface="Arial"/>
              </a:defRPr>
            </a:lvl9pPr>
          </a:lstStyle>
          <a:p>
            <a:pPr algn="l">
              <a:defRPr sz="1275" b="0">
                <a:solidFill>
                  <a:srgbClr val="243537"/>
                </a:solidFill>
                <a:latin typeface="Arial"/>
                <a:ea typeface="Arial"/>
                <a:cs typeface="Arial"/>
              </a:defRPr>
            </a:pPr>
            <a:r>
              <a:rPr sz="1275" b="0">
                <a:solidFill>
                  <a:srgbClr val="243537"/>
                </a:solidFill>
                <a:latin typeface="Arial"/>
                <a:ea typeface="Arial"/>
                <a:cs typeface="Arial"/>
              </a:rPr>
              <a:t>Configured polygon + anchor point</a:t>
            </a:r>
          </a:p>
        </p:txBody>
      </p:sp>
      <p:sp>
        <p:nvSpPr>
          <p:cNvPr id="20" name="Straight Connector 19">
            <a:extLst>
              <a:ext uri="{FF2B5EF4-FFF2-40B4-BE49-F238E27FC236}">
                <a16:creationId xmlns:a16="http://schemas.microsoft.com/office/drawing/2014/main" id="{2BB6B240-8367-4797-9712-B61DF94D0FE2}"/>
              </a:ext>
            </a:extLst>
          </p:cNvPr>
          <p:cNvSpPr>
            <a:spLocks noGrp="1"/>
          </p:cNvSpPr>
          <p:nvPr/>
        </p:nvSpPr>
        <p:spPr>
          <a:xfrm>
            <a:off x="9582150" y="3152775"/>
            <a:ext cx="9525" cy="466725"/>
          </a:xfrm>
          <a:prstGeom prst="line">
            <a:avLst/>
          </a:prstGeom>
          <a:noFill/>
          <a:ln w="19050">
            <a:solidFill>
              <a:srgbClr val="9BAAA3"/>
            </a:solidFill>
            <a:prstDash val="solid"/>
          </a:ln>
        </p:spPr>
        <p:txBody>
          <a:bodyPr/>
          <a:lstStyle/>
          <a:p>
            <a:endParaRPr lang="en-IN"/>
          </a:p>
        </p:txBody>
      </p:sp>
      <p:sp>
        <p:nvSpPr>
          <p:cNvPr id="21" name="Rectangle 20">
            <a:extLst>
              <a:ext uri="{FF2B5EF4-FFF2-40B4-BE49-F238E27FC236}">
                <a16:creationId xmlns:a16="http://schemas.microsoft.com/office/drawing/2014/main" id="{FCCFB0FB-969F-48FD-9F99-CA3D735CD014}"/>
              </a:ext>
            </a:extLst>
          </p:cNvPr>
          <p:cNvSpPr>
            <a:spLocks noGrp="1"/>
          </p:cNvSpPr>
          <p:nvPr/>
        </p:nvSpPr>
        <p:spPr>
          <a:xfrm>
            <a:off x="628650" y="3943350"/>
            <a:ext cx="457200" cy="457200"/>
          </a:xfrm>
          <a:prstGeom prst="rect">
            <a:avLst/>
          </a:prstGeom>
          <a:noFill/>
          <a:ln w="0">
            <a:noFill/>
            <a:prstDash val="solid"/>
          </a:ln>
        </p:spPr>
        <p:txBody>
          <a:bodyPr wrap="square" lIns="0" tIns="0" rIns="0" bIns="0" anchor="ctr">
            <a:normAutofit/>
          </a:bodyPr>
          <a:lstStyle>
            <a:defPPr algn="l">
              <a:defRPr sz="2175" b="1">
                <a:solidFill>
                  <a:srgbClr val="32CDBA"/>
                </a:solidFill>
                <a:latin typeface="Arial"/>
                <a:ea typeface="Arial"/>
                <a:cs typeface="Arial"/>
              </a:defRPr>
            </a:defPPr>
            <a:lvl1pPr algn="l">
              <a:defRPr sz="2175" b="1">
                <a:solidFill>
                  <a:srgbClr val="32CDBA"/>
                </a:solidFill>
                <a:latin typeface="Arial"/>
                <a:ea typeface="Arial"/>
                <a:cs typeface="Arial"/>
              </a:defRPr>
            </a:lvl1pPr>
            <a:lvl2pPr algn="l">
              <a:defRPr sz="2175" b="1">
                <a:solidFill>
                  <a:srgbClr val="32CDBA"/>
                </a:solidFill>
                <a:latin typeface="Arial"/>
                <a:ea typeface="Arial"/>
                <a:cs typeface="Arial"/>
              </a:defRPr>
            </a:lvl2pPr>
            <a:lvl3pPr algn="l">
              <a:defRPr sz="2175" b="1">
                <a:solidFill>
                  <a:srgbClr val="32CDBA"/>
                </a:solidFill>
                <a:latin typeface="Arial"/>
                <a:ea typeface="Arial"/>
                <a:cs typeface="Arial"/>
              </a:defRPr>
            </a:lvl3pPr>
            <a:lvl4pPr algn="l">
              <a:defRPr sz="2175" b="1">
                <a:solidFill>
                  <a:srgbClr val="32CDBA"/>
                </a:solidFill>
                <a:latin typeface="Arial"/>
                <a:ea typeface="Arial"/>
                <a:cs typeface="Arial"/>
              </a:defRPr>
            </a:lvl4pPr>
            <a:lvl5pPr algn="l">
              <a:defRPr sz="2175" b="1">
                <a:solidFill>
                  <a:srgbClr val="32CDBA"/>
                </a:solidFill>
                <a:latin typeface="Arial"/>
                <a:ea typeface="Arial"/>
                <a:cs typeface="Arial"/>
              </a:defRPr>
            </a:lvl5pPr>
            <a:lvl6pPr algn="l">
              <a:defRPr sz="2175" b="1">
                <a:solidFill>
                  <a:srgbClr val="32CDBA"/>
                </a:solidFill>
                <a:latin typeface="Arial"/>
                <a:ea typeface="Arial"/>
                <a:cs typeface="Arial"/>
              </a:defRPr>
            </a:lvl6pPr>
            <a:lvl7pPr algn="l">
              <a:defRPr sz="2175" b="1">
                <a:solidFill>
                  <a:srgbClr val="32CDBA"/>
                </a:solidFill>
                <a:latin typeface="Arial"/>
                <a:ea typeface="Arial"/>
                <a:cs typeface="Arial"/>
              </a:defRPr>
            </a:lvl7pPr>
            <a:lvl8pPr algn="l">
              <a:defRPr sz="2175" b="1">
                <a:solidFill>
                  <a:srgbClr val="32CDBA"/>
                </a:solidFill>
                <a:latin typeface="Arial"/>
                <a:ea typeface="Arial"/>
                <a:cs typeface="Arial"/>
              </a:defRPr>
            </a:lvl8pPr>
            <a:lvl9pPr algn="l">
              <a:defRPr sz="2175" b="1">
                <a:solidFill>
                  <a:srgbClr val="32CDBA"/>
                </a:solidFill>
                <a:latin typeface="Arial"/>
                <a:ea typeface="Arial"/>
                <a:cs typeface="Arial"/>
              </a:defRPr>
            </a:lvl9pPr>
          </a:lstStyle>
          <a:p>
            <a:pPr algn="l">
              <a:defRPr sz="2175" b="1">
                <a:solidFill>
                  <a:srgbClr val="32CDBA"/>
                </a:solidFill>
                <a:latin typeface="Arial"/>
                <a:ea typeface="Arial"/>
                <a:cs typeface="Arial"/>
              </a:defRPr>
            </a:pPr>
            <a:r>
              <a:rPr sz="2175" b="1">
                <a:solidFill>
                  <a:srgbClr val="32CDBA"/>
                </a:solidFill>
                <a:latin typeface="Arial"/>
                <a:ea typeface="Arial"/>
                <a:cs typeface="Arial"/>
              </a:rPr>
              <a:t>4</a:t>
            </a:r>
          </a:p>
        </p:txBody>
      </p:sp>
      <p:sp>
        <p:nvSpPr>
          <p:cNvPr id="22" name="Rectangle 21">
            <a:extLst>
              <a:ext uri="{FF2B5EF4-FFF2-40B4-BE49-F238E27FC236}">
                <a16:creationId xmlns:a16="http://schemas.microsoft.com/office/drawing/2014/main" id="{E5852019-E529-4F9C-84BD-4E8C5308F66C}"/>
              </a:ext>
            </a:extLst>
          </p:cNvPr>
          <p:cNvSpPr>
            <a:spLocks noGrp="1"/>
          </p:cNvSpPr>
          <p:nvPr/>
        </p:nvSpPr>
        <p:spPr>
          <a:xfrm>
            <a:off x="1171575" y="3943350"/>
            <a:ext cx="2762250" cy="285750"/>
          </a:xfrm>
          <a:prstGeom prst="rect">
            <a:avLst/>
          </a:prstGeom>
          <a:noFill/>
          <a:ln w="0">
            <a:noFill/>
            <a:prstDash val="solid"/>
          </a:ln>
        </p:spPr>
        <p:txBody>
          <a:bodyPr wrap="square" lIns="0" tIns="0" rIns="0" bIns="0" anchor="ctr">
            <a:normAutofit/>
          </a:bodyPr>
          <a:lstStyle>
            <a:defPPr algn="l">
              <a:defRPr sz="1500" b="1">
                <a:solidFill>
                  <a:srgbClr val="10191A"/>
                </a:solidFill>
                <a:latin typeface="Arial"/>
                <a:ea typeface="Arial"/>
                <a:cs typeface="Arial"/>
              </a:defRPr>
            </a:defPPr>
            <a:lvl1pPr algn="l">
              <a:defRPr sz="1500" b="1">
                <a:solidFill>
                  <a:srgbClr val="10191A"/>
                </a:solidFill>
                <a:latin typeface="Arial"/>
                <a:ea typeface="Arial"/>
                <a:cs typeface="Arial"/>
              </a:defRPr>
            </a:lvl1pPr>
            <a:lvl2pPr algn="l">
              <a:defRPr sz="1500" b="1">
                <a:solidFill>
                  <a:srgbClr val="10191A"/>
                </a:solidFill>
                <a:latin typeface="Arial"/>
                <a:ea typeface="Arial"/>
                <a:cs typeface="Arial"/>
              </a:defRPr>
            </a:lvl2pPr>
            <a:lvl3pPr algn="l">
              <a:defRPr sz="1500" b="1">
                <a:solidFill>
                  <a:srgbClr val="10191A"/>
                </a:solidFill>
                <a:latin typeface="Arial"/>
                <a:ea typeface="Arial"/>
                <a:cs typeface="Arial"/>
              </a:defRPr>
            </a:lvl3pPr>
            <a:lvl4pPr algn="l">
              <a:defRPr sz="1500" b="1">
                <a:solidFill>
                  <a:srgbClr val="10191A"/>
                </a:solidFill>
                <a:latin typeface="Arial"/>
                <a:ea typeface="Arial"/>
                <a:cs typeface="Arial"/>
              </a:defRPr>
            </a:lvl4pPr>
            <a:lvl5pPr algn="l">
              <a:defRPr sz="1500" b="1">
                <a:solidFill>
                  <a:srgbClr val="10191A"/>
                </a:solidFill>
                <a:latin typeface="Arial"/>
                <a:ea typeface="Arial"/>
                <a:cs typeface="Arial"/>
              </a:defRPr>
            </a:lvl5pPr>
            <a:lvl6pPr algn="l">
              <a:defRPr sz="1500" b="1">
                <a:solidFill>
                  <a:srgbClr val="10191A"/>
                </a:solidFill>
                <a:latin typeface="Arial"/>
                <a:ea typeface="Arial"/>
                <a:cs typeface="Arial"/>
              </a:defRPr>
            </a:lvl6pPr>
            <a:lvl7pPr algn="l">
              <a:defRPr sz="1500" b="1">
                <a:solidFill>
                  <a:srgbClr val="10191A"/>
                </a:solidFill>
                <a:latin typeface="Arial"/>
                <a:ea typeface="Arial"/>
                <a:cs typeface="Arial"/>
              </a:defRPr>
            </a:lvl7pPr>
            <a:lvl8pPr algn="l">
              <a:defRPr sz="1500" b="1">
                <a:solidFill>
                  <a:srgbClr val="10191A"/>
                </a:solidFill>
                <a:latin typeface="Arial"/>
                <a:ea typeface="Arial"/>
                <a:cs typeface="Arial"/>
              </a:defRPr>
            </a:lvl8pPr>
            <a:lvl9pPr algn="l">
              <a:defRPr sz="1500" b="1">
                <a:solidFill>
                  <a:srgbClr val="10191A"/>
                </a:solidFill>
                <a:latin typeface="Arial"/>
                <a:ea typeface="Arial"/>
                <a:cs typeface="Arial"/>
              </a:defRPr>
            </a:lvl9pPr>
          </a:lstStyle>
          <a:p>
            <a:pPr algn="l">
              <a:defRPr sz="1500" b="1">
                <a:solidFill>
                  <a:srgbClr val="10191A"/>
                </a:solidFill>
                <a:latin typeface="Arial"/>
                <a:ea typeface="Arial"/>
                <a:cs typeface="Arial"/>
              </a:defRPr>
            </a:pPr>
            <a:r>
              <a:rPr sz="1500" b="1">
                <a:solidFill>
                  <a:srgbClr val="10191A"/>
                </a:solidFill>
                <a:latin typeface="Arial"/>
                <a:ea typeface="Arial"/>
                <a:cs typeface="Arial"/>
              </a:rPr>
              <a:t>Assess PPE</a:t>
            </a:r>
          </a:p>
        </p:txBody>
      </p:sp>
      <p:sp>
        <p:nvSpPr>
          <p:cNvPr id="23" name="Rectangle 22">
            <a:extLst>
              <a:ext uri="{FF2B5EF4-FFF2-40B4-BE49-F238E27FC236}">
                <a16:creationId xmlns:a16="http://schemas.microsoft.com/office/drawing/2014/main" id="{9168B308-0901-401D-A89F-5A2C7749E581}"/>
              </a:ext>
            </a:extLst>
          </p:cNvPr>
          <p:cNvSpPr>
            <a:spLocks noGrp="1"/>
          </p:cNvSpPr>
          <p:nvPr/>
        </p:nvSpPr>
        <p:spPr>
          <a:xfrm>
            <a:off x="1171575" y="4343400"/>
            <a:ext cx="2857500" cy="533400"/>
          </a:xfrm>
          <a:prstGeom prst="rect">
            <a:avLst/>
          </a:prstGeom>
          <a:noFill/>
          <a:ln w="0">
            <a:noFill/>
            <a:prstDash val="solid"/>
          </a:ln>
        </p:spPr>
        <p:txBody>
          <a:bodyPr wrap="square" lIns="0" tIns="0" rIns="0" bIns="0" anchor="ctr">
            <a:normAutofit/>
          </a:bodyPr>
          <a:lstStyle>
            <a:defPPr algn="l">
              <a:defRPr sz="1275" b="0">
                <a:solidFill>
                  <a:srgbClr val="243537"/>
                </a:solidFill>
                <a:latin typeface="Arial"/>
                <a:ea typeface="Arial"/>
                <a:cs typeface="Arial"/>
              </a:defRPr>
            </a:defPPr>
            <a:lvl1pPr algn="l">
              <a:defRPr sz="1275" b="0">
                <a:solidFill>
                  <a:srgbClr val="243537"/>
                </a:solidFill>
                <a:latin typeface="Arial"/>
                <a:ea typeface="Arial"/>
                <a:cs typeface="Arial"/>
              </a:defRPr>
            </a:lvl1pPr>
            <a:lvl2pPr algn="l">
              <a:defRPr sz="1275" b="0">
                <a:solidFill>
                  <a:srgbClr val="243537"/>
                </a:solidFill>
                <a:latin typeface="Arial"/>
                <a:ea typeface="Arial"/>
                <a:cs typeface="Arial"/>
              </a:defRPr>
            </a:lvl2pPr>
            <a:lvl3pPr algn="l">
              <a:defRPr sz="1275" b="0">
                <a:solidFill>
                  <a:srgbClr val="243537"/>
                </a:solidFill>
                <a:latin typeface="Arial"/>
                <a:ea typeface="Arial"/>
                <a:cs typeface="Arial"/>
              </a:defRPr>
            </a:lvl3pPr>
            <a:lvl4pPr algn="l">
              <a:defRPr sz="1275" b="0">
                <a:solidFill>
                  <a:srgbClr val="243537"/>
                </a:solidFill>
                <a:latin typeface="Arial"/>
                <a:ea typeface="Arial"/>
                <a:cs typeface="Arial"/>
              </a:defRPr>
            </a:lvl4pPr>
            <a:lvl5pPr algn="l">
              <a:defRPr sz="1275" b="0">
                <a:solidFill>
                  <a:srgbClr val="243537"/>
                </a:solidFill>
                <a:latin typeface="Arial"/>
                <a:ea typeface="Arial"/>
                <a:cs typeface="Arial"/>
              </a:defRPr>
            </a:lvl5pPr>
            <a:lvl6pPr algn="l">
              <a:defRPr sz="1275" b="0">
                <a:solidFill>
                  <a:srgbClr val="243537"/>
                </a:solidFill>
                <a:latin typeface="Arial"/>
                <a:ea typeface="Arial"/>
                <a:cs typeface="Arial"/>
              </a:defRPr>
            </a:lvl6pPr>
            <a:lvl7pPr algn="l">
              <a:defRPr sz="1275" b="0">
                <a:solidFill>
                  <a:srgbClr val="243537"/>
                </a:solidFill>
                <a:latin typeface="Arial"/>
                <a:ea typeface="Arial"/>
                <a:cs typeface="Arial"/>
              </a:defRPr>
            </a:lvl7pPr>
            <a:lvl8pPr algn="l">
              <a:defRPr sz="1275" b="0">
                <a:solidFill>
                  <a:srgbClr val="243537"/>
                </a:solidFill>
                <a:latin typeface="Arial"/>
                <a:ea typeface="Arial"/>
                <a:cs typeface="Arial"/>
              </a:defRPr>
            </a:lvl8pPr>
            <a:lvl9pPr algn="l">
              <a:defRPr sz="1275" b="0">
                <a:solidFill>
                  <a:srgbClr val="243537"/>
                </a:solidFill>
                <a:latin typeface="Arial"/>
                <a:ea typeface="Arial"/>
                <a:cs typeface="Arial"/>
              </a:defRPr>
            </a:lvl9pPr>
          </a:lstStyle>
          <a:p>
            <a:pPr algn="l">
              <a:defRPr sz="1275" b="0">
                <a:solidFill>
                  <a:srgbClr val="243537"/>
                </a:solidFill>
                <a:latin typeface="Arial"/>
                <a:ea typeface="Arial"/>
                <a:cs typeface="Arial"/>
              </a:defRPr>
            </a:pPr>
            <a:r>
              <a:rPr sz="1275" b="0">
                <a:solidFill>
                  <a:srgbClr val="243537"/>
                </a:solidFill>
                <a:latin typeface="Arial"/>
                <a:ea typeface="Arial"/>
                <a:cs typeface="Arial"/>
              </a:rPr>
              <a:t>Nearby PPE box association</a:t>
            </a:r>
          </a:p>
        </p:txBody>
      </p:sp>
      <p:sp>
        <p:nvSpPr>
          <p:cNvPr id="24" name="Straight Connector 23">
            <a:extLst>
              <a:ext uri="{FF2B5EF4-FFF2-40B4-BE49-F238E27FC236}">
                <a16:creationId xmlns:a16="http://schemas.microsoft.com/office/drawing/2014/main" id="{D3BF83BB-10AE-423E-BC9F-82F199B0E61C}"/>
              </a:ext>
            </a:extLst>
          </p:cNvPr>
          <p:cNvSpPr>
            <a:spLocks noGrp="1"/>
          </p:cNvSpPr>
          <p:nvPr/>
        </p:nvSpPr>
        <p:spPr>
          <a:xfrm>
            <a:off x="3838575" y="4191000"/>
            <a:ext cx="314325" cy="9525"/>
          </a:xfrm>
          <a:prstGeom prst="line">
            <a:avLst/>
          </a:prstGeom>
          <a:noFill/>
          <a:ln w="19050">
            <a:solidFill>
              <a:srgbClr val="9BAAA3"/>
            </a:solidFill>
            <a:prstDash val="solid"/>
          </a:ln>
        </p:spPr>
        <p:txBody>
          <a:bodyPr/>
          <a:lstStyle/>
          <a:p>
            <a:endParaRPr lang="en-IN"/>
          </a:p>
        </p:txBody>
      </p:sp>
      <p:sp>
        <p:nvSpPr>
          <p:cNvPr id="25" name="Rectangle 24">
            <a:extLst>
              <a:ext uri="{FF2B5EF4-FFF2-40B4-BE49-F238E27FC236}">
                <a16:creationId xmlns:a16="http://schemas.microsoft.com/office/drawing/2014/main" id="{26C95509-1C26-4843-8922-7F13CBFD0E28}"/>
              </a:ext>
            </a:extLst>
          </p:cNvPr>
          <p:cNvSpPr>
            <a:spLocks noGrp="1"/>
          </p:cNvSpPr>
          <p:nvPr/>
        </p:nvSpPr>
        <p:spPr>
          <a:xfrm>
            <a:off x="4305300" y="3943350"/>
            <a:ext cx="457200" cy="457200"/>
          </a:xfrm>
          <a:prstGeom prst="rect">
            <a:avLst/>
          </a:prstGeom>
          <a:noFill/>
          <a:ln w="0">
            <a:noFill/>
            <a:prstDash val="solid"/>
          </a:ln>
        </p:spPr>
        <p:txBody>
          <a:bodyPr wrap="square" lIns="0" tIns="0" rIns="0" bIns="0" anchor="ctr">
            <a:normAutofit/>
          </a:bodyPr>
          <a:lstStyle>
            <a:defPPr algn="l">
              <a:defRPr sz="2175" b="1">
                <a:solidFill>
                  <a:srgbClr val="32CDBA"/>
                </a:solidFill>
                <a:latin typeface="Arial"/>
                <a:ea typeface="Arial"/>
                <a:cs typeface="Arial"/>
              </a:defRPr>
            </a:defPPr>
            <a:lvl1pPr algn="l">
              <a:defRPr sz="2175" b="1">
                <a:solidFill>
                  <a:srgbClr val="32CDBA"/>
                </a:solidFill>
                <a:latin typeface="Arial"/>
                <a:ea typeface="Arial"/>
                <a:cs typeface="Arial"/>
              </a:defRPr>
            </a:lvl1pPr>
            <a:lvl2pPr algn="l">
              <a:defRPr sz="2175" b="1">
                <a:solidFill>
                  <a:srgbClr val="32CDBA"/>
                </a:solidFill>
                <a:latin typeface="Arial"/>
                <a:ea typeface="Arial"/>
                <a:cs typeface="Arial"/>
              </a:defRPr>
            </a:lvl2pPr>
            <a:lvl3pPr algn="l">
              <a:defRPr sz="2175" b="1">
                <a:solidFill>
                  <a:srgbClr val="32CDBA"/>
                </a:solidFill>
                <a:latin typeface="Arial"/>
                <a:ea typeface="Arial"/>
                <a:cs typeface="Arial"/>
              </a:defRPr>
            </a:lvl3pPr>
            <a:lvl4pPr algn="l">
              <a:defRPr sz="2175" b="1">
                <a:solidFill>
                  <a:srgbClr val="32CDBA"/>
                </a:solidFill>
                <a:latin typeface="Arial"/>
                <a:ea typeface="Arial"/>
                <a:cs typeface="Arial"/>
              </a:defRPr>
            </a:lvl4pPr>
            <a:lvl5pPr algn="l">
              <a:defRPr sz="2175" b="1">
                <a:solidFill>
                  <a:srgbClr val="32CDBA"/>
                </a:solidFill>
                <a:latin typeface="Arial"/>
                <a:ea typeface="Arial"/>
                <a:cs typeface="Arial"/>
              </a:defRPr>
            </a:lvl5pPr>
            <a:lvl6pPr algn="l">
              <a:defRPr sz="2175" b="1">
                <a:solidFill>
                  <a:srgbClr val="32CDBA"/>
                </a:solidFill>
                <a:latin typeface="Arial"/>
                <a:ea typeface="Arial"/>
                <a:cs typeface="Arial"/>
              </a:defRPr>
            </a:lvl6pPr>
            <a:lvl7pPr algn="l">
              <a:defRPr sz="2175" b="1">
                <a:solidFill>
                  <a:srgbClr val="32CDBA"/>
                </a:solidFill>
                <a:latin typeface="Arial"/>
                <a:ea typeface="Arial"/>
                <a:cs typeface="Arial"/>
              </a:defRPr>
            </a:lvl7pPr>
            <a:lvl8pPr algn="l">
              <a:defRPr sz="2175" b="1">
                <a:solidFill>
                  <a:srgbClr val="32CDBA"/>
                </a:solidFill>
                <a:latin typeface="Arial"/>
                <a:ea typeface="Arial"/>
                <a:cs typeface="Arial"/>
              </a:defRPr>
            </a:lvl8pPr>
            <a:lvl9pPr algn="l">
              <a:defRPr sz="2175" b="1">
                <a:solidFill>
                  <a:srgbClr val="32CDBA"/>
                </a:solidFill>
                <a:latin typeface="Arial"/>
                <a:ea typeface="Arial"/>
                <a:cs typeface="Arial"/>
              </a:defRPr>
            </a:lvl9pPr>
          </a:lstStyle>
          <a:p>
            <a:pPr algn="l">
              <a:defRPr sz="2175" b="1">
                <a:solidFill>
                  <a:srgbClr val="32CDBA"/>
                </a:solidFill>
                <a:latin typeface="Arial"/>
                <a:ea typeface="Arial"/>
                <a:cs typeface="Arial"/>
              </a:defRPr>
            </a:pPr>
            <a:r>
              <a:rPr sz="2175" b="1">
                <a:solidFill>
                  <a:srgbClr val="32CDBA"/>
                </a:solidFill>
                <a:latin typeface="Arial"/>
                <a:ea typeface="Arial"/>
                <a:cs typeface="Arial"/>
              </a:rPr>
              <a:t>5</a:t>
            </a:r>
          </a:p>
        </p:txBody>
      </p:sp>
      <p:sp>
        <p:nvSpPr>
          <p:cNvPr id="26" name="Rectangle 25">
            <a:extLst>
              <a:ext uri="{FF2B5EF4-FFF2-40B4-BE49-F238E27FC236}">
                <a16:creationId xmlns:a16="http://schemas.microsoft.com/office/drawing/2014/main" id="{CAB920C4-358F-4594-B37B-2A8A5043CA1D}"/>
              </a:ext>
            </a:extLst>
          </p:cNvPr>
          <p:cNvSpPr>
            <a:spLocks noGrp="1"/>
          </p:cNvSpPr>
          <p:nvPr/>
        </p:nvSpPr>
        <p:spPr>
          <a:xfrm>
            <a:off x="4848225" y="3943350"/>
            <a:ext cx="2762250" cy="285750"/>
          </a:xfrm>
          <a:prstGeom prst="rect">
            <a:avLst/>
          </a:prstGeom>
          <a:noFill/>
          <a:ln w="0">
            <a:noFill/>
            <a:prstDash val="solid"/>
          </a:ln>
        </p:spPr>
        <p:txBody>
          <a:bodyPr wrap="square" lIns="0" tIns="0" rIns="0" bIns="0" anchor="ctr">
            <a:normAutofit/>
          </a:bodyPr>
          <a:lstStyle>
            <a:defPPr algn="l">
              <a:defRPr sz="1500" b="1">
                <a:solidFill>
                  <a:srgbClr val="10191A"/>
                </a:solidFill>
                <a:latin typeface="Arial"/>
                <a:ea typeface="Arial"/>
                <a:cs typeface="Arial"/>
              </a:defRPr>
            </a:defPPr>
            <a:lvl1pPr algn="l">
              <a:defRPr sz="1500" b="1">
                <a:solidFill>
                  <a:srgbClr val="10191A"/>
                </a:solidFill>
                <a:latin typeface="Arial"/>
                <a:ea typeface="Arial"/>
                <a:cs typeface="Arial"/>
              </a:defRPr>
            </a:lvl1pPr>
            <a:lvl2pPr algn="l">
              <a:defRPr sz="1500" b="1">
                <a:solidFill>
                  <a:srgbClr val="10191A"/>
                </a:solidFill>
                <a:latin typeface="Arial"/>
                <a:ea typeface="Arial"/>
                <a:cs typeface="Arial"/>
              </a:defRPr>
            </a:lvl2pPr>
            <a:lvl3pPr algn="l">
              <a:defRPr sz="1500" b="1">
                <a:solidFill>
                  <a:srgbClr val="10191A"/>
                </a:solidFill>
                <a:latin typeface="Arial"/>
                <a:ea typeface="Arial"/>
                <a:cs typeface="Arial"/>
              </a:defRPr>
            </a:lvl3pPr>
            <a:lvl4pPr algn="l">
              <a:defRPr sz="1500" b="1">
                <a:solidFill>
                  <a:srgbClr val="10191A"/>
                </a:solidFill>
                <a:latin typeface="Arial"/>
                <a:ea typeface="Arial"/>
                <a:cs typeface="Arial"/>
              </a:defRPr>
            </a:lvl4pPr>
            <a:lvl5pPr algn="l">
              <a:defRPr sz="1500" b="1">
                <a:solidFill>
                  <a:srgbClr val="10191A"/>
                </a:solidFill>
                <a:latin typeface="Arial"/>
                <a:ea typeface="Arial"/>
                <a:cs typeface="Arial"/>
              </a:defRPr>
            </a:lvl5pPr>
            <a:lvl6pPr algn="l">
              <a:defRPr sz="1500" b="1">
                <a:solidFill>
                  <a:srgbClr val="10191A"/>
                </a:solidFill>
                <a:latin typeface="Arial"/>
                <a:ea typeface="Arial"/>
                <a:cs typeface="Arial"/>
              </a:defRPr>
            </a:lvl6pPr>
            <a:lvl7pPr algn="l">
              <a:defRPr sz="1500" b="1">
                <a:solidFill>
                  <a:srgbClr val="10191A"/>
                </a:solidFill>
                <a:latin typeface="Arial"/>
                <a:ea typeface="Arial"/>
                <a:cs typeface="Arial"/>
              </a:defRPr>
            </a:lvl7pPr>
            <a:lvl8pPr algn="l">
              <a:defRPr sz="1500" b="1">
                <a:solidFill>
                  <a:srgbClr val="10191A"/>
                </a:solidFill>
                <a:latin typeface="Arial"/>
                <a:ea typeface="Arial"/>
                <a:cs typeface="Arial"/>
              </a:defRPr>
            </a:lvl8pPr>
            <a:lvl9pPr algn="l">
              <a:defRPr sz="1500" b="1">
                <a:solidFill>
                  <a:srgbClr val="10191A"/>
                </a:solidFill>
                <a:latin typeface="Arial"/>
                <a:ea typeface="Arial"/>
                <a:cs typeface="Arial"/>
              </a:defRPr>
            </a:lvl9pPr>
          </a:lstStyle>
          <a:p>
            <a:pPr algn="l">
              <a:defRPr sz="1500" b="1">
                <a:solidFill>
                  <a:srgbClr val="10191A"/>
                </a:solidFill>
                <a:latin typeface="Arial"/>
                <a:ea typeface="Arial"/>
                <a:cs typeface="Arial"/>
              </a:defRPr>
            </a:pPr>
            <a:r>
              <a:rPr sz="1500" b="1">
                <a:solidFill>
                  <a:srgbClr val="10191A"/>
                </a:solidFill>
                <a:latin typeface="Arial"/>
                <a:ea typeface="Arial"/>
                <a:cs typeface="Arial"/>
              </a:rPr>
              <a:t>Apply time rule</a:t>
            </a:r>
          </a:p>
        </p:txBody>
      </p:sp>
      <p:sp>
        <p:nvSpPr>
          <p:cNvPr id="27" name="Rectangle 26">
            <a:extLst>
              <a:ext uri="{FF2B5EF4-FFF2-40B4-BE49-F238E27FC236}">
                <a16:creationId xmlns:a16="http://schemas.microsoft.com/office/drawing/2014/main" id="{67F43B1B-EE0B-42DC-8230-11729D4A1D2D}"/>
              </a:ext>
            </a:extLst>
          </p:cNvPr>
          <p:cNvSpPr>
            <a:spLocks noGrp="1"/>
          </p:cNvSpPr>
          <p:nvPr/>
        </p:nvSpPr>
        <p:spPr>
          <a:xfrm>
            <a:off x="4848225" y="4343400"/>
            <a:ext cx="2857500" cy="533400"/>
          </a:xfrm>
          <a:prstGeom prst="rect">
            <a:avLst/>
          </a:prstGeom>
          <a:noFill/>
          <a:ln w="0">
            <a:noFill/>
            <a:prstDash val="solid"/>
          </a:ln>
        </p:spPr>
        <p:txBody>
          <a:bodyPr wrap="square" lIns="0" tIns="0" rIns="0" bIns="0" anchor="ctr">
            <a:normAutofit/>
          </a:bodyPr>
          <a:lstStyle>
            <a:defPPr algn="l">
              <a:defRPr sz="1275" b="0">
                <a:solidFill>
                  <a:srgbClr val="243537"/>
                </a:solidFill>
                <a:latin typeface="Arial"/>
                <a:ea typeface="Arial"/>
                <a:cs typeface="Arial"/>
              </a:defRPr>
            </a:defPPr>
            <a:lvl1pPr algn="l">
              <a:defRPr sz="1275" b="0">
                <a:solidFill>
                  <a:srgbClr val="243537"/>
                </a:solidFill>
                <a:latin typeface="Arial"/>
                <a:ea typeface="Arial"/>
                <a:cs typeface="Arial"/>
              </a:defRPr>
            </a:lvl1pPr>
            <a:lvl2pPr algn="l">
              <a:defRPr sz="1275" b="0">
                <a:solidFill>
                  <a:srgbClr val="243537"/>
                </a:solidFill>
                <a:latin typeface="Arial"/>
                <a:ea typeface="Arial"/>
                <a:cs typeface="Arial"/>
              </a:defRPr>
            </a:lvl2pPr>
            <a:lvl3pPr algn="l">
              <a:defRPr sz="1275" b="0">
                <a:solidFill>
                  <a:srgbClr val="243537"/>
                </a:solidFill>
                <a:latin typeface="Arial"/>
                <a:ea typeface="Arial"/>
                <a:cs typeface="Arial"/>
              </a:defRPr>
            </a:lvl3pPr>
            <a:lvl4pPr algn="l">
              <a:defRPr sz="1275" b="0">
                <a:solidFill>
                  <a:srgbClr val="243537"/>
                </a:solidFill>
                <a:latin typeface="Arial"/>
                <a:ea typeface="Arial"/>
                <a:cs typeface="Arial"/>
              </a:defRPr>
            </a:lvl4pPr>
            <a:lvl5pPr algn="l">
              <a:defRPr sz="1275" b="0">
                <a:solidFill>
                  <a:srgbClr val="243537"/>
                </a:solidFill>
                <a:latin typeface="Arial"/>
                <a:ea typeface="Arial"/>
                <a:cs typeface="Arial"/>
              </a:defRPr>
            </a:lvl5pPr>
            <a:lvl6pPr algn="l">
              <a:defRPr sz="1275" b="0">
                <a:solidFill>
                  <a:srgbClr val="243537"/>
                </a:solidFill>
                <a:latin typeface="Arial"/>
                <a:ea typeface="Arial"/>
                <a:cs typeface="Arial"/>
              </a:defRPr>
            </a:lvl6pPr>
            <a:lvl7pPr algn="l">
              <a:defRPr sz="1275" b="0">
                <a:solidFill>
                  <a:srgbClr val="243537"/>
                </a:solidFill>
                <a:latin typeface="Arial"/>
                <a:ea typeface="Arial"/>
                <a:cs typeface="Arial"/>
              </a:defRPr>
            </a:lvl7pPr>
            <a:lvl8pPr algn="l">
              <a:defRPr sz="1275" b="0">
                <a:solidFill>
                  <a:srgbClr val="243537"/>
                </a:solidFill>
                <a:latin typeface="Arial"/>
                <a:ea typeface="Arial"/>
                <a:cs typeface="Arial"/>
              </a:defRPr>
            </a:lvl8pPr>
            <a:lvl9pPr algn="l">
              <a:defRPr sz="1275" b="0">
                <a:solidFill>
                  <a:srgbClr val="243537"/>
                </a:solidFill>
                <a:latin typeface="Arial"/>
                <a:ea typeface="Arial"/>
                <a:cs typeface="Arial"/>
              </a:defRPr>
            </a:lvl9pPr>
          </a:lstStyle>
          <a:p>
            <a:pPr algn="l">
              <a:defRPr sz="1275" b="0">
                <a:solidFill>
                  <a:srgbClr val="243537"/>
                </a:solidFill>
                <a:latin typeface="Arial"/>
                <a:ea typeface="Arial"/>
                <a:cs typeface="Arial"/>
              </a:defRPr>
            </a:pPr>
            <a:r>
              <a:rPr sz="1275" b="0">
                <a:solidFill>
                  <a:srgbClr val="243537"/>
                </a:solidFill>
                <a:latin typeface="Arial"/>
                <a:ea typeface="Arial"/>
                <a:cs typeface="Arial"/>
              </a:rPr>
              <a:t>Dwell threshold / closing time</a:t>
            </a:r>
          </a:p>
        </p:txBody>
      </p:sp>
      <p:sp>
        <p:nvSpPr>
          <p:cNvPr id="28" name="Straight Connector 27">
            <a:extLst>
              <a:ext uri="{FF2B5EF4-FFF2-40B4-BE49-F238E27FC236}">
                <a16:creationId xmlns:a16="http://schemas.microsoft.com/office/drawing/2014/main" id="{985D0CC4-A903-45AE-A186-D8F74573B093}"/>
              </a:ext>
            </a:extLst>
          </p:cNvPr>
          <p:cNvSpPr>
            <a:spLocks noGrp="1"/>
          </p:cNvSpPr>
          <p:nvPr/>
        </p:nvSpPr>
        <p:spPr>
          <a:xfrm>
            <a:off x="7515225" y="4191000"/>
            <a:ext cx="314325" cy="9525"/>
          </a:xfrm>
          <a:prstGeom prst="line">
            <a:avLst/>
          </a:prstGeom>
          <a:noFill/>
          <a:ln w="19050">
            <a:solidFill>
              <a:srgbClr val="9BAAA3"/>
            </a:solidFill>
            <a:prstDash val="solid"/>
          </a:ln>
        </p:spPr>
        <p:txBody>
          <a:bodyPr/>
          <a:lstStyle/>
          <a:p>
            <a:endParaRPr lang="en-IN"/>
          </a:p>
        </p:txBody>
      </p:sp>
      <p:sp>
        <p:nvSpPr>
          <p:cNvPr id="29" name="Rectangle 28">
            <a:extLst>
              <a:ext uri="{FF2B5EF4-FFF2-40B4-BE49-F238E27FC236}">
                <a16:creationId xmlns:a16="http://schemas.microsoft.com/office/drawing/2014/main" id="{662A1957-957F-4527-AFBF-F00CCF68AE6E}"/>
              </a:ext>
            </a:extLst>
          </p:cNvPr>
          <p:cNvSpPr>
            <a:spLocks noGrp="1"/>
          </p:cNvSpPr>
          <p:nvPr/>
        </p:nvSpPr>
        <p:spPr>
          <a:xfrm>
            <a:off x="7981950" y="3943350"/>
            <a:ext cx="457200" cy="457200"/>
          </a:xfrm>
          <a:prstGeom prst="rect">
            <a:avLst/>
          </a:prstGeom>
          <a:noFill/>
          <a:ln w="0">
            <a:noFill/>
            <a:prstDash val="solid"/>
          </a:ln>
        </p:spPr>
        <p:txBody>
          <a:bodyPr wrap="square" lIns="0" tIns="0" rIns="0" bIns="0" anchor="ctr">
            <a:normAutofit/>
          </a:bodyPr>
          <a:lstStyle>
            <a:defPPr algn="l">
              <a:defRPr sz="2175" b="1">
                <a:solidFill>
                  <a:srgbClr val="32CDBA"/>
                </a:solidFill>
                <a:latin typeface="Arial"/>
                <a:ea typeface="Arial"/>
                <a:cs typeface="Arial"/>
              </a:defRPr>
            </a:defPPr>
            <a:lvl1pPr algn="l">
              <a:defRPr sz="2175" b="1">
                <a:solidFill>
                  <a:srgbClr val="32CDBA"/>
                </a:solidFill>
                <a:latin typeface="Arial"/>
                <a:ea typeface="Arial"/>
                <a:cs typeface="Arial"/>
              </a:defRPr>
            </a:lvl1pPr>
            <a:lvl2pPr algn="l">
              <a:defRPr sz="2175" b="1">
                <a:solidFill>
                  <a:srgbClr val="32CDBA"/>
                </a:solidFill>
                <a:latin typeface="Arial"/>
                <a:ea typeface="Arial"/>
                <a:cs typeface="Arial"/>
              </a:defRPr>
            </a:lvl2pPr>
            <a:lvl3pPr algn="l">
              <a:defRPr sz="2175" b="1">
                <a:solidFill>
                  <a:srgbClr val="32CDBA"/>
                </a:solidFill>
                <a:latin typeface="Arial"/>
                <a:ea typeface="Arial"/>
                <a:cs typeface="Arial"/>
              </a:defRPr>
            </a:lvl3pPr>
            <a:lvl4pPr algn="l">
              <a:defRPr sz="2175" b="1">
                <a:solidFill>
                  <a:srgbClr val="32CDBA"/>
                </a:solidFill>
                <a:latin typeface="Arial"/>
                <a:ea typeface="Arial"/>
                <a:cs typeface="Arial"/>
              </a:defRPr>
            </a:lvl4pPr>
            <a:lvl5pPr algn="l">
              <a:defRPr sz="2175" b="1">
                <a:solidFill>
                  <a:srgbClr val="32CDBA"/>
                </a:solidFill>
                <a:latin typeface="Arial"/>
                <a:ea typeface="Arial"/>
                <a:cs typeface="Arial"/>
              </a:defRPr>
            </a:lvl5pPr>
            <a:lvl6pPr algn="l">
              <a:defRPr sz="2175" b="1">
                <a:solidFill>
                  <a:srgbClr val="32CDBA"/>
                </a:solidFill>
                <a:latin typeface="Arial"/>
                <a:ea typeface="Arial"/>
                <a:cs typeface="Arial"/>
              </a:defRPr>
            </a:lvl6pPr>
            <a:lvl7pPr algn="l">
              <a:defRPr sz="2175" b="1">
                <a:solidFill>
                  <a:srgbClr val="32CDBA"/>
                </a:solidFill>
                <a:latin typeface="Arial"/>
                <a:ea typeface="Arial"/>
                <a:cs typeface="Arial"/>
              </a:defRPr>
            </a:lvl7pPr>
            <a:lvl8pPr algn="l">
              <a:defRPr sz="2175" b="1">
                <a:solidFill>
                  <a:srgbClr val="32CDBA"/>
                </a:solidFill>
                <a:latin typeface="Arial"/>
                <a:ea typeface="Arial"/>
                <a:cs typeface="Arial"/>
              </a:defRPr>
            </a:lvl8pPr>
            <a:lvl9pPr algn="l">
              <a:defRPr sz="2175" b="1">
                <a:solidFill>
                  <a:srgbClr val="32CDBA"/>
                </a:solidFill>
                <a:latin typeface="Arial"/>
                <a:ea typeface="Arial"/>
                <a:cs typeface="Arial"/>
              </a:defRPr>
            </a:lvl9pPr>
          </a:lstStyle>
          <a:p>
            <a:pPr algn="l">
              <a:defRPr sz="2175" b="1">
                <a:solidFill>
                  <a:srgbClr val="32CDBA"/>
                </a:solidFill>
                <a:latin typeface="Arial"/>
                <a:ea typeface="Arial"/>
                <a:cs typeface="Arial"/>
              </a:defRPr>
            </a:pPr>
            <a:r>
              <a:rPr sz="2175" b="1">
                <a:solidFill>
                  <a:srgbClr val="32CDBA"/>
                </a:solidFill>
                <a:latin typeface="Arial"/>
                <a:ea typeface="Arial"/>
                <a:cs typeface="Arial"/>
              </a:rPr>
              <a:t>6</a:t>
            </a:r>
          </a:p>
        </p:txBody>
      </p:sp>
      <p:sp>
        <p:nvSpPr>
          <p:cNvPr id="30" name="Rectangle 29">
            <a:extLst>
              <a:ext uri="{FF2B5EF4-FFF2-40B4-BE49-F238E27FC236}">
                <a16:creationId xmlns:a16="http://schemas.microsoft.com/office/drawing/2014/main" id="{769E7443-36E4-4442-9FEF-09FD6406183E}"/>
              </a:ext>
            </a:extLst>
          </p:cNvPr>
          <p:cNvSpPr>
            <a:spLocks noGrp="1"/>
          </p:cNvSpPr>
          <p:nvPr/>
        </p:nvSpPr>
        <p:spPr>
          <a:xfrm>
            <a:off x="8524875" y="3943350"/>
            <a:ext cx="2762250" cy="285750"/>
          </a:xfrm>
          <a:prstGeom prst="rect">
            <a:avLst/>
          </a:prstGeom>
          <a:noFill/>
          <a:ln w="0">
            <a:noFill/>
            <a:prstDash val="solid"/>
          </a:ln>
        </p:spPr>
        <p:txBody>
          <a:bodyPr wrap="square" lIns="0" tIns="0" rIns="0" bIns="0" anchor="ctr">
            <a:normAutofit/>
          </a:bodyPr>
          <a:lstStyle>
            <a:defPPr algn="l">
              <a:defRPr sz="1500" b="1">
                <a:solidFill>
                  <a:srgbClr val="10191A"/>
                </a:solidFill>
                <a:latin typeface="Arial"/>
                <a:ea typeface="Arial"/>
                <a:cs typeface="Arial"/>
              </a:defRPr>
            </a:defPPr>
            <a:lvl1pPr algn="l">
              <a:defRPr sz="1500" b="1">
                <a:solidFill>
                  <a:srgbClr val="10191A"/>
                </a:solidFill>
                <a:latin typeface="Arial"/>
                <a:ea typeface="Arial"/>
                <a:cs typeface="Arial"/>
              </a:defRPr>
            </a:lvl1pPr>
            <a:lvl2pPr algn="l">
              <a:defRPr sz="1500" b="1">
                <a:solidFill>
                  <a:srgbClr val="10191A"/>
                </a:solidFill>
                <a:latin typeface="Arial"/>
                <a:ea typeface="Arial"/>
                <a:cs typeface="Arial"/>
              </a:defRPr>
            </a:lvl2pPr>
            <a:lvl3pPr algn="l">
              <a:defRPr sz="1500" b="1">
                <a:solidFill>
                  <a:srgbClr val="10191A"/>
                </a:solidFill>
                <a:latin typeface="Arial"/>
                <a:ea typeface="Arial"/>
                <a:cs typeface="Arial"/>
              </a:defRPr>
            </a:lvl3pPr>
            <a:lvl4pPr algn="l">
              <a:defRPr sz="1500" b="1">
                <a:solidFill>
                  <a:srgbClr val="10191A"/>
                </a:solidFill>
                <a:latin typeface="Arial"/>
                <a:ea typeface="Arial"/>
                <a:cs typeface="Arial"/>
              </a:defRPr>
            </a:lvl4pPr>
            <a:lvl5pPr algn="l">
              <a:defRPr sz="1500" b="1">
                <a:solidFill>
                  <a:srgbClr val="10191A"/>
                </a:solidFill>
                <a:latin typeface="Arial"/>
                <a:ea typeface="Arial"/>
                <a:cs typeface="Arial"/>
              </a:defRPr>
            </a:lvl5pPr>
            <a:lvl6pPr algn="l">
              <a:defRPr sz="1500" b="1">
                <a:solidFill>
                  <a:srgbClr val="10191A"/>
                </a:solidFill>
                <a:latin typeface="Arial"/>
                <a:ea typeface="Arial"/>
                <a:cs typeface="Arial"/>
              </a:defRPr>
            </a:lvl6pPr>
            <a:lvl7pPr algn="l">
              <a:defRPr sz="1500" b="1">
                <a:solidFill>
                  <a:srgbClr val="10191A"/>
                </a:solidFill>
                <a:latin typeface="Arial"/>
                <a:ea typeface="Arial"/>
                <a:cs typeface="Arial"/>
              </a:defRPr>
            </a:lvl7pPr>
            <a:lvl8pPr algn="l">
              <a:defRPr sz="1500" b="1">
                <a:solidFill>
                  <a:srgbClr val="10191A"/>
                </a:solidFill>
                <a:latin typeface="Arial"/>
                <a:ea typeface="Arial"/>
                <a:cs typeface="Arial"/>
              </a:defRPr>
            </a:lvl8pPr>
            <a:lvl9pPr algn="l">
              <a:defRPr sz="1500" b="1">
                <a:solidFill>
                  <a:srgbClr val="10191A"/>
                </a:solidFill>
                <a:latin typeface="Arial"/>
                <a:ea typeface="Arial"/>
                <a:cs typeface="Arial"/>
              </a:defRPr>
            </a:lvl9pPr>
          </a:lstStyle>
          <a:p>
            <a:pPr algn="l">
              <a:defRPr sz="1500" b="1">
                <a:solidFill>
                  <a:srgbClr val="10191A"/>
                </a:solidFill>
                <a:latin typeface="Arial"/>
                <a:ea typeface="Arial"/>
                <a:cs typeface="Arial"/>
              </a:defRPr>
            </a:pPr>
            <a:r>
              <a:rPr sz="1500" b="1">
                <a:solidFill>
                  <a:srgbClr val="10191A"/>
                </a:solidFill>
                <a:latin typeface="Arial"/>
                <a:ea typeface="Arial"/>
                <a:cs typeface="Arial"/>
              </a:rPr>
              <a:t>Record event</a:t>
            </a:r>
          </a:p>
        </p:txBody>
      </p:sp>
      <p:sp>
        <p:nvSpPr>
          <p:cNvPr id="31" name="Rectangle 30">
            <a:extLst>
              <a:ext uri="{FF2B5EF4-FFF2-40B4-BE49-F238E27FC236}">
                <a16:creationId xmlns:a16="http://schemas.microsoft.com/office/drawing/2014/main" id="{B87DA0B8-CCBF-4B7F-9F52-A80191C11785}"/>
              </a:ext>
            </a:extLst>
          </p:cNvPr>
          <p:cNvSpPr>
            <a:spLocks noGrp="1"/>
          </p:cNvSpPr>
          <p:nvPr/>
        </p:nvSpPr>
        <p:spPr>
          <a:xfrm>
            <a:off x="8524875" y="4343400"/>
            <a:ext cx="2857500" cy="533400"/>
          </a:xfrm>
          <a:prstGeom prst="rect">
            <a:avLst/>
          </a:prstGeom>
          <a:noFill/>
          <a:ln w="0">
            <a:noFill/>
            <a:prstDash val="solid"/>
          </a:ln>
        </p:spPr>
        <p:txBody>
          <a:bodyPr wrap="square" lIns="0" tIns="0" rIns="0" bIns="0" anchor="ctr">
            <a:normAutofit/>
          </a:bodyPr>
          <a:lstStyle>
            <a:defPPr algn="l">
              <a:defRPr sz="1275" b="0">
                <a:solidFill>
                  <a:srgbClr val="243537"/>
                </a:solidFill>
                <a:latin typeface="Arial"/>
                <a:ea typeface="Arial"/>
                <a:cs typeface="Arial"/>
              </a:defRPr>
            </a:defPPr>
            <a:lvl1pPr algn="l">
              <a:defRPr sz="1275" b="0">
                <a:solidFill>
                  <a:srgbClr val="243537"/>
                </a:solidFill>
                <a:latin typeface="Arial"/>
                <a:ea typeface="Arial"/>
                <a:cs typeface="Arial"/>
              </a:defRPr>
            </a:lvl1pPr>
            <a:lvl2pPr algn="l">
              <a:defRPr sz="1275" b="0">
                <a:solidFill>
                  <a:srgbClr val="243537"/>
                </a:solidFill>
                <a:latin typeface="Arial"/>
                <a:ea typeface="Arial"/>
                <a:cs typeface="Arial"/>
              </a:defRPr>
            </a:lvl2pPr>
            <a:lvl3pPr algn="l">
              <a:defRPr sz="1275" b="0">
                <a:solidFill>
                  <a:srgbClr val="243537"/>
                </a:solidFill>
                <a:latin typeface="Arial"/>
                <a:ea typeface="Arial"/>
                <a:cs typeface="Arial"/>
              </a:defRPr>
            </a:lvl3pPr>
            <a:lvl4pPr algn="l">
              <a:defRPr sz="1275" b="0">
                <a:solidFill>
                  <a:srgbClr val="243537"/>
                </a:solidFill>
                <a:latin typeface="Arial"/>
                <a:ea typeface="Arial"/>
                <a:cs typeface="Arial"/>
              </a:defRPr>
            </a:lvl4pPr>
            <a:lvl5pPr algn="l">
              <a:defRPr sz="1275" b="0">
                <a:solidFill>
                  <a:srgbClr val="243537"/>
                </a:solidFill>
                <a:latin typeface="Arial"/>
                <a:ea typeface="Arial"/>
                <a:cs typeface="Arial"/>
              </a:defRPr>
            </a:lvl5pPr>
            <a:lvl6pPr algn="l">
              <a:defRPr sz="1275" b="0">
                <a:solidFill>
                  <a:srgbClr val="243537"/>
                </a:solidFill>
                <a:latin typeface="Arial"/>
                <a:ea typeface="Arial"/>
                <a:cs typeface="Arial"/>
              </a:defRPr>
            </a:lvl6pPr>
            <a:lvl7pPr algn="l">
              <a:defRPr sz="1275" b="0">
                <a:solidFill>
                  <a:srgbClr val="243537"/>
                </a:solidFill>
                <a:latin typeface="Arial"/>
                <a:ea typeface="Arial"/>
                <a:cs typeface="Arial"/>
              </a:defRPr>
            </a:lvl7pPr>
            <a:lvl8pPr algn="l">
              <a:defRPr sz="1275" b="0">
                <a:solidFill>
                  <a:srgbClr val="243537"/>
                </a:solidFill>
                <a:latin typeface="Arial"/>
                <a:ea typeface="Arial"/>
                <a:cs typeface="Arial"/>
              </a:defRPr>
            </a:lvl8pPr>
            <a:lvl9pPr algn="l">
              <a:defRPr sz="1275" b="0">
                <a:solidFill>
                  <a:srgbClr val="243537"/>
                </a:solidFill>
                <a:latin typeface="Arial"/>
                <a:ea typeface="Arial"/>
                <a:cs typeface="Arial"/>
              </a:defRPr>
            </a:lvl9pPr>
          </a:lstStyle>
          <a:p>
            <a:pPr algn="l">
              <a:defRPr sz="1275" b="0">
                <a:solidFill>
                  <a:srgbClr val="243537"/>
                </a:solidFill>
                <a:latin typeface="Arial"/>
                <a:ea typeface="Arial"/>
                <a:cs typeface="Arial"/>
              </a:defRPr>
            </a:pPr>
            <a:r>
              <a:rPr sz="1275" b="0">
                <a:solidFill>
                  <a:srgbClr val="243537"/>
                </a:solidFill>
                <a:latin typeface="Arial"/>
                <a:ea typeface="Arial"/>
                <a:cs typeface="Arial"/>
              </a:rPr>
              <a:t>Timestamp + evidence + dashboard alert</a:t>
            </a:r>
          </a:p>
        </p:txBody>
      </p:sp>
      <p:sp>
        <p:nvSpPr>
          <p:cNvPr id="32" name="Rectangle 31">
            <a:extLst>
              <a:ext uri="{FF2B5EF4-FFF2-40B4-BE49-F238E27FC236}">
                <a16:creationId xmlns:a16="http://schemas.microsoft.com/office/drawing/2014/main" id="{89558DA9-95AD-4ADF-8141-5EE5DCC83BAC}"/>
              </a:ext>
            </a:extLst>
          </p:cNvPr>
          <p:cNvSpPr>
            <a:spLocks noGrp="1"/>
          </p:cNvSpPr>
          <p:nvPr/>
        </p:nvSpPr>
        <p:spPr>
          <a:xfrm>
            <a:off x="628650" y="5905500"/>
            <a:ext cx="10744200" cy="19050"/>
          </a:xfrm>
          <a:prstGeom prst="rect">
            <a:avLst/>
          </a:prstGeom>
          <a:solidFill>
            <a:srgbClr val="C6F36B"/>
          </a:solidFill>
          <a:ln w="0">
            <a:noFill/>
            <a:prstDash val="solid"/>
          </a:ln>
        </p:spPr>
        <p:txBody>
          <a:bodyPr/>
          <a:lstStyle/>
          <a:p>
            <a:endParaRPr lang="en-IN"/>
          </a:p>
        </p:txBody>
      </p:sp>
      <p:sp>
        <p:nvSpPr>
          <p:cNvPr id="33" name="Rectangle 32">
            <a:extLst>
              <a:ext uri="{FF2B5EF4-FFF2-40B4-BE49-F238E27FC236}">
                <a16:creationId xmlns:a16="http://schemas.microsoft.com/office/drawing/2014/main" id="{9C5ED648-909A-49D8-A541-36C315EB6CF8}"/>
              </a:ext>
            </a:extLst>
          </p:cNvPr>
          <p:cNvSpPr>
            <a:spLocks noGrp="1"/>
          </p:cNvSpPr>
          <p:nvPr/>
        </p:nvSpPr>
        <p:spPr>
          <a:xfrm>
            <a:off x="628650" y="6048375"/>
            <a:ext cx="10572750" cy="228600"/>
          </a:xfrm>
          <a:prstGeom prst="rect">
            <a:avLst/>
          </a:prstGeom>
          <a:noFill/>
          <a:ln w="0">
            <a:noFill/>
            <a:prstDash val="solid"/>
          </a:ln>
        </p:spPr>
        <p:txBody>
          <a:bodyPr wrap="square" lIns="0" tIns="0" rIns="0" bIns="0" anchor="ctr">
            <a:normAutofit/>
          </a:bodyPr>
          <a:lstStyle>
            <a:defPPr algn="l">
              <a:defRPr sz="1200" b="1">
                <a:solidFill>
                  <a:srgbClr val="243537"/>
                </a:solidFill>
                <a:latin typeface="Arial"/>
                <a:ea typeface="Arial"/>
                <a:cs typeface="Arial"/>
              </a:defRPr>
            </a:defPPr>
            <a:lvl1pPr algn="l">
              <a:defRPr sz="1200" b="1">
                <a:solidFill>
                  <a:srgbClr val="243537"/>
                </a:solidFill>
                <a:latin typeface="Arial"/>
                <a:ea typeface="Arial"/>
                <a:cs typeface="Arial"/>
              </a:defRPr>
            </a:lvl1pPr>
            <a:lvl2pPr algn="l">
              <a:defRPr sz="1200" b="1">
                <a:solidFill>
                  <a:srgbClr val="243537"/>
                </a:solidFill>
                <a:latin typeface="Arial"/>
                <a:ea typeface="Arial"/>
                <a:cs typeface="Arial"/>
              </a:defRPr>
            </a:lvl2pPr>
            <a:lvl3pPr algn="l">
              <a:defRPr sz="1200" b="1">
                <a:solidFill>
                  <a:srgbClr val="243537"/>
                </a:solidFill>
                <a:latin typeface="Arial"/>
                <a:ea typeface="Arial"/>
                <a:cs typeface="Arial"/>
              </a:defRPr>
            </a:lvl3pPr>
            <a:lvl4pPr algn="l">
              <a:defRPr sz="1200" b="1">
                <a:solidFill>
                  <a:srgbClr val="243537"/>
                </a:solidFill>
                <a:latin typeface="Arial"/>
                <a:ea typeface="Arial"/>
                <a:cs typeface="Arial"/>
              </a:defRPr>
            </a:lvl4pPr>
            <a:lvl5pPr algn="l">
              <a:defRPr sz="1200" b="1">
                <a:solidFill>
                  <a:srgbClr val="243537"/>
                </a:solidFill>
                <a:latin typeface="Arial"/>
                <a:ea typeface="Arial"/>
                <a:cs typeface="Arial"/>
              </a:defRPr>
            </a:lvl5pPr>
            <a:lvl6pPr algn="l">
              <a:defRPr sz="1200" b="1">
                <a:solidFill>
                  <a:srgbClr val="243537"/>
                </a:solidFill>
                <a:latin typeface="Arial"/>
                <a:ea typeface="Arial"/>
                <a:cs typeface="Arial"/>
              </a:defRPr>
            </a:lvl6pPr>
            <a:lvl7pPr algn="l">
              <a:defRPr sz="1200" b="1">
                <a:solidFill>
                  <a:srgbClr val="243537"/>
                </a:solidFill>
                <a:latin typeface="Arial"/>
                <a:ea typeface="Arial"/>
                <a:cs typeface="Arial"/>
              </a:defRPr>
            </a:lvl7pPr>
            <a:lvl8pPr algn="l">
              <a:defRPr sz="1200" b="1">
                <a:solidFill>
                  <a:srgbClr val="243537"/>
                </a:solidFill>
                <a:latin typeface="Arial"/>
                <a:ea typeface="Arial"/>
                <a:cs typeface="Arial"/>
              </a:defRPr>
            </a:lvl8pPr>
            <a:lvl9pPr algn="l">
              <a:defRPr sz="1200" b="1">
                <a:solidFill>
                  <a:srgbClr val="243537"/>
                </a:solidFill>
                <a:latin typeface="Arial"/>
                <a:ea typeface="Arial"/>
                <a:cs typeface="Arial"/>
              </a:defRPr>
            </a:lvl9pPr>
          </a:lstStyle>
          <a:p>
            <a:pPr algn="l">
              <a:defRPr sz="1200" b="1">
                <a:solidFill>
                  <a:srgbClr val="243537"/>
                </a:solidFill>
                <a:latin typeface="Arial"/>
                <a:ea typeface="Arial"/>
                <a:cs typeface="Arial"/>
              </a:defRPr>
            </a:pPr>
            <a:r>
              <a:rPr sz="1200" b="1">
                <a:solidFill>
                  <a:srgbClr val="243537"/>
                </a:solidFill>
                <a:latin typeface="Arial"/>
                <a:ea typeface="Arial"/>
                <a:cs typeface="Arial"/>
              </a:rPr>
              <a:t>Implementation thresholds include 1.5 s zone dwell and a configurable daily closing time.</a:t>
            </a:r>
          </a:p>
        </p:txBody>
      </p:sp>
    </p:spTree>
    <p:extLst>
      <p:ext uri="{BB962C8B-B14F-4D97-AF65-F5344CB8AC3E}">
        <p14:creationId xmlns:p14="http://schemas.microsoft.com/office/powerpoint/2010/main" val="21058120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3F1E8"/>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8135B15C-A35C-477E-B8E0-A1ABC4DA0F53}"/>
              </a:ext>
            </a:extLst>
          </p:cNvPr>
          <p:cNvSpPr>
            <a:spLocks noGrp="1"/>
          </p:cNvSpPr>
          <p:nvPr/>
        </p:nvSpPr>
        <p:spPr>
          <a:xfrm>
            <a:off x="0" y="0"/>
            <a:ext cx="133350" cy="6858000"/>
          </a:xfrm>
          <a:prstGeom prst="rect">
            <a:avLst/>
          </a:prstGeom>
          <a:solidFill>
            <a:srgbClr val="C6F36B"/>
          </a:solidFill>
          <a:ln w="0">
            <a:noFill/>
            <a:prstDash val="solid"/>
          </a:ln>
        </p:spPr>
        <p:txBody>
          <a:bodyPr/>
          <a:lstStyle/>
          <a:p>
            <a:endParaRPr lang="en-IN"/>
          </a:p>
        </p:txBody>
      </p:sp>
      <p:sp>
        <p:nvSpPr>
          <p:cNvPr id="2" name="Rectangle 1">
            <a:extLst>
              <a:ext uri="{FF2B5EF4-FFF2-40B4-BE49-F238E27FC236}">
                <a16:creationId xmlns:a16="http://schemas.microsoft.com/office/drawing/2014/main" id="{F857BE0A-AD09-4533-BB34-0D27AB398DA9}"/>
              </a:ext>
            </a:extLst>
          </p:cNvPr>
          <p:cNvSpPr>
            <a:spLocks noGrp="1"/>
          </p:cNvSpPr>
          <p:nvPr/>
        </p:nvSpPr>
        <p:spPr>
          <a:xfrm>
            <a:off x="590550" y="285750"/>
            <a:ext cx="8572500" cy="219075"/>
          </a:xfrm>
          <a:prstGeom prst="rect">
            <a:avLst/>
          </a:prstGeom>
          <a:noFill/>
          <a:ln w="0">
            <a:noFill/>
            <a:prstDash val="solid"/>
          </a:ln>
        </p:spPr>
        <p:txBody>
          <a:bodyPr wrap="square" lIns="0" tIns="0" rIns="0" bIns="0" anchor="ctr">
            <a:normAutofit/>
          </a:bodyPr>
          <a:lstStyle>
            <a:defPPr algn="l">
              <a:defRPr sz="1050" b="1">
                <a:solidFill>
                  <a:srgbClr val="243537"/>
                </a:solidFill>
                <a:latin typeface="Arial"/>
                <a:ea typeface="Arial"/>
                <a:cs typeface="Arial"/>
              </a:defRPr>
            </a:defPPr>
            <a:lvl1pPr algn="l">
              <a:defRPr sz="1050" b="1">
                <a:solidFill>
                  <a:srgbClr val="243537"/>
                </a:solidFill>
                <a:latin typeface="Arial"/>
                <a:ea typeface="Arial"/>
                <a:cs typeface="Arial"/>
              </a:defRPr>
            </a:lvl1pPr>
            <a:lvl2pPr algn="l">
              <a:defRPr sz="1050" b="1">
                <a:solidFill>
                  <a:srgbClr val="243537"/>
                </a:solidFill>
                <a:latin typeface="Arial"/>
                <a:ea typeface="Arial"/>
                <a:cs typeface="Arial"/>
              </a:defRPr>
            </a:lvl2pPr>
            <a:lvl3pPr algn="l">
              <a:defRPr sz="1050" b="1">
                <a:solidFill>
                  <a:srgbClr val="243537"/>
                </a:solidFill>
                <a:latin typeface="Arial"/>
                <a:ea typeface="Arial"/>
                <a:cs typeface="Arial"/>
              </a:defRPr>
            </a:lvl3pPr>
            <a:lvl4pPr algn="l">
              <a:defRPr sz="1050" b="1">
                <a:solidFill>
                  <a:srgbClr val="243537"/>
                </a:solidFill>
                <a:latin typeface="Arial"/>
                <a:ea typeface="Arial"/>
                <a:cs typeface="Arial"/>
              </a:defRPr>
            </a:lvl4pPr>
            <a:lvl5pPr algn="l">
              <a:defRPr sz="1050" b="1">
                <a:solidFill>
                  <a:srgbClr val="243537"/>
                </a:solidFill>
                <a:latin typeface="Arial"/>
                <a:ea typeface="Arial"/>
                <a:cs typeface="Arial"/>
              </a:defRPr>
            </a:lvl5pPr>
            <a:lvl6pPr algn="l">
              <a:defRPr sz="1050" b="1">
                <a:solidFill>
                  <a:srgbClr val="243537"/>
                </a:solidFill>
                <a:latin typeface="Arial"/>
                <a:ea typeface="Arial"/>
                <a:cs typeface="Arial"/>
              </a:defRPr>
            </a:lvl6pPr>
            <a:lvl7pPr algn="l">
              <a:defRPr sz="1050" b="1">
                <a:solidFill>
                  <a:srgbClr val="243537"/>
                </a:solidFill>
                <a:latin typeface="Arial"/>
                <a:ea typeface="Arial"/>
                <a:cs typeface="Arial"/>
              </a:defRPr>
            </a:lvl7pPr>
            <a:lvl8pPr algn="l">
              <a:defRPr sz="1050" b="1">
                <a:solidFill>
                  <a:srgbClr val="243537"/>
                </a:solidFill>
                <a:latin typeface="Arial"/>
                <a:ea typeface="Arial"/>
                <a:cs typeface="Arial"/>
              </a:defRPr>
            </a:lvl8pPr>
            <a:lvl9pPr algn="l">
              <a:defRPr sz="1050" b="1">
                <a:solidFill>
                  <a:srgbClr val="243537"/>
                </a:solidFill>
                <a:latin typeface="Arial"/>
                <a:ea typeface="Arial"/>
                <a:cs typeface="Arial"/>
              </a:defRPr>
            </a:lvl9pPr>
          </a:lstStyle>
          <a:p>
            <a:pPr algn="l">
              <a:defRPr sz="1050" b="1">
                <a:solidFill>
                  <a:srgbClr val="243537"/>
                </a:solidFill>
                <a:latin typeface="Arial"/>
                <a:ea typeface="Arial"/>
                <a:cs typeface="Arial"/>
              </a:defRPr>
            </a:pPr>
            <a:r>
              <a:rPr sz="1050" b="1">
                <a:solidFill>
                  <a:srgbClr val="243537"/>
                </a:solidFill>
                <a:latin typeface="Arial"/>
                <a:ea typeface="Arial"/>
                <a:cs typeface="Arial"/>
              </a:rPr>
              <a:t>10  /  OPERATOR WORKFLOW</a:t>
            </a:r>
          </a:p>
        </p:txBody>
      </p:sp>
      <p:sp>
        <p:nvSpPr>
          <p:cNvPr id="3" name="Rectangle 2">
            <a:extLst>
              <a:ext uri="{FF2B5EF4-FFF2-40B4-BE49-F238E27FC236}">
                <a16:creationId xmlns:a16="http://schemas.microsoft.com/office/drawing/2014/main" id="{E77BDD88-E7B6-447F-AA09-0208469998C3}"/>
              </a:ext>
            </a:extLst>
          </p:cNvPr>
          <p:cNvSpPr>
            <a:spLocks noGrp="1"/>
          </p:cNvSpPr>
          <p:nvPr/>
        </p:nvSpPr>
        <p:spPr>
          <a:xfrm>
            <a:off x="590550" y="647700"/>
            <a:ext cx="10858500" cy="514350"/>
          </a:xfrm>
          <a:prstGeom prst="rect">
            <a:avLst/>
          </a:prstGeom>
          <a:noFill/>
          <a:ln w="0">
            <a:noFill/>
            <a:prstDash val="solid"/>
          </a:ln>
        </p:spPr>
        <p:txBody>
          <a:bodyPr wrap="square" lIns="0" tIns="0" rIns="0" bIns="0" anchor="ctr">
            <a:normAutofit/>
          </a:bodyPr>
          <a:lstStyle>
            <a:defPPr algn="l">
              <a:defRPr sz="2700" b="1">
                <a:solidFill>
                  <a:srgbClr val="10191A"/>
                </a:solidFill>
                <a:latin typeface="Arial"/>
                <a:ea typeface="Arial"/>
                <a:cs typeface="Arial"/>
              </a:defRPr>
            </a:defPPr>
            <a:lvl1pPr algn="l">
              <a:defRPr sz="2700" b="1">
                <a:solidFill>
                  <a:srgbClr val="10191A"/>
                </a:solidFill>
                <a:latin typeface="Arial"/>
                <a:ea typeface="Arial"/>
                <a:cs typeface="Arial"/>
              </a:defRPr>
            </a:lvl1pPr>
            <a:lvl2pPr algn="l">
              <a:defRPr sz="2700" b="1">
                <a:solidFill>
                  <a:srgbClr val="10191A"/>
                </a:solidFill>
                <a:latin typeface="Arial"/>
                <a:ea typeface="Arial"/>
                <a:cs typeface="Arial"/>
              </a:defRPr>
            </a:lvl2pPr>
            <a:lvl3pPr algn="l">
              <a:defRPr sz="2700" b="1">
                <a:solidFill>
                  <a:srgbClr val="10191A"/>
                </a:solidFill>
                <a:latin typeface="Arial"/>
                <a:ea typeface="Arial"/>
                <a:cs typeface="Arial"/>
              </a:defRPr>
            </a:lvl3pPr>
            <a:lvl4pPr algn="l">
              <a:defRPr sz="2700" b="1">
                <a:solidFill>
                  <a:srgbClr val="10191A"/>
                </a:solidFill>
                <a:latin typeface="Arial"/>
                <a:ea typeface="Arial"/>
                <a:cs typeface="Arial"/>
              </a:defRPr>
            </a:lvl4pPr>
            <a:lvl5pPr algn="l">
              <a:defRPr sz="2700" b="1">
                <a:solidFill>
                  <a:srgbClr val="10191A"/>
                </a:solidFill>
                <a:latin typeface="Arial"/>
                <a:ea typeface="Arial"/>
                <a:cs typeface="Arial"/>
              </a:defRPr>
            </a:lvl5pPr>
            <a:lvl6pPr algn="l">
              <a:defRPr sz="2700" b="1">
                <a:solidFill>
                  <a:srgbClr val="10191A"/>
                </a:solidFill>
                <a:latin typeface="Arial"/>
                <a:ea typeface="Arial"/>
                <a:cs typeface="Arial"/>
              </a:defRPr>
            </a:lvl6pPr>
            <a:lvl7pPr algn="l">
              <a:defRPr sz="2700" b="1">
                <a:solidFill>
                  <a:srgbClr val="10191A"/>
                </a:solidFill>
                <a:latin typeface="Arial"/>
                <a:ea typeface="Arial"/>
                <a:cs typeface="Arial"/>
              </a:defRPr>
            </a:lvl7pPr>
            <a:lvl8pPr algn="l">
              <a:defRPr sz="2700" b="1">
                <a:solidFill>
                  <a:srgbClr val="10191A"/>
                </a:solidFill>
                <a:latin typeface="Arial"/>
                <a:ea typeface="Arial"/>
                <a:cs typeface="Arial"/>
              </a:defRPr>
            </a:lvl8pPr>
            <a:lvl9pPr algn="l">
              <a:defRPr sz="2700" b="1">
                <a:solidFill>
                  <a:srgbClr val="10191A"/>
                </a:solidFill>
                <a:latin typeface="Arial"/>
                <a:ea typeface="Arial"/>
                <a:cs typeface="Arial"/>
              </a:defRPr>
            </a:lvl9pPr>
          </a:lstStyle>
          <a:p>
            <a:pPr algn="l">
              <a:defRPr sz="2700" b="1">
                <a:solidFill>
                  <a:srgbClr val="10191A"/>
                </a:solidFill>
                <a:latin typeface="Arial"/>
                <a:ea typeface="Arial"/>
                <a:cs typeface="Arial"/>
              </a:defRPr>
            </a:pPr>
            <a:r>
              <a:rPr sz="2700" b="1">
                <a:solidFill>
                  <a:srgbClr val="10191A"/>
                </a:solidFill>
                <a:latin typeface="Arial"/>
                <a:ea typeface="Arial"/>
                <a:cs typeface="Arial"/>
              </a:rPr>
              <a:t>Live monitoring and event evidence</a:t>
            </a:r>
          </a:p>
        </p:txBody>
      </p:sp>
      <p:sp>
        <p:nvSpPr>
          <p:cNvPr id="4" name="Straight Connector 3">
            <a:extLst>
              <a:ext uri="{FF2B5EF4-FFF2-40B4-BE49-F238E27FC236}">
                <a16:creationId xmlns:a16="http://schemas.microsoft.com/office/drawing/2014/main" id="{36ED28A8-100A-4CC0-A756-AC621E31CD2E}"/>
              </a:ext>
            </a:extLst>
          </p:cNvPr>
          <p:cNvSpPr>
            <a:spLocks noGrp="1"/>
          </p:cNvSpPr>
          <p:nvPr/>
        </p:nvSpPr>
        <p:spPr>
          <a:xfrm>
            <a:off x="590550" y="1304925"/>
            <a:ext cx="11010900" cy="9525"/>
          </a:xfrm>
          <a:prstGeom prst="line">
            <a:avLst/>
          </a:prstGeom>
          <a:noFill/>
          <a:ln w="9525">
            <a:solidFill>
              <a:srgbClr val="D1D6CC"/>
            </a:solidFill>
            <a:prstDash val="solid"/>
          </a:ln>
        </p:spPr>
        <p:txBody>
          <a:bodyPr/>
          <a:lstStyle/>
          <a:p>
            <a:endParaRPr lang="en-IN"/>
          </a:p>
        </p:txBody>
      </p:sp>
      <p:sp>
        <p:nvSpPr>
          <p:cNvPr id="5" name="Rectangle 4">
            <a:extLst>
              <a:ext uri="{FF2B5EF4-FFF2-40B4-BE49-F238E27FC236}">
                <a16:creationId xmlns:a16="http://schemas.microsoft.com/office/drawing/2014/main" id="{2AD5B907-419D-4409-9541-6A2CE2C5F805}"/>
              </a:ext>
            </a:extLst>
          </p:cNvPr>
          <p:cNvSpPr>
            <a:spLocks noGrp="1"/>
          </p:cNvSpPr>
          <p:nvPr/>
        </p:nvSpPr>
        <p:spPr>
          <a:xfrm>
            <a:off x="11144250" y="6410325"/>
            <a:ext cx="457200" cy="190500"/>
          </a:xfrm>
          <a:prstGeom prst="rect">
            <a:avLst/>
          </a:prstGeom>
          <a:noFill/>
          <a:ln w="0">
            <a:noFill/>
            <a:prstDash val="solid"/>
          </a:ln>
        </p:spPr>
        <p:txBody>
          <a:bodyPr wrap="square" lIns="0" tIns="0" rIns="0" bIns="0" anchor="ctr">
            <a:normAutofit/>
          </a:bodyPr>
          <a:lstStyle>
            <a:defPPr algn="r">
              <a:defRPr sz="975" b="1">
                <a:solidFill>
                  <a:srgbClr val="243537"/>
                </a:solidFill>
                <a:latin typeface="Arial"/>
                <a:ea typeface="Arial"/>
                <a:cs typeface="Arial"/>
              </a:defRPr>
            </a:defPPr>
            <a:lvl1pPr algn="r">
              <a:defRPr sz="975" b="1">
                <a:solidFill>
                  <a:srgbClr val="243537"/>
                </a:solidFill>
                <a:latin typeface="Arial"/>
                <a:ea typeface="Arial"/>
                <a:cs typeface="Arial"/>
              </a:defRPr>
            </a:lvl1pPr>
            <a:lvl2pPr algn="r">
              <a:defRPr sz="975" b="1">
                <a:solidFill>
                  <a:srgbClr val="243537"/>
                </a:solidFill>
                <a:latin typeface="Arial"/>
                <a:ea typeface="Arial"/>
                <a:cs typeface="Arial"/>
              </a:defRPr>
            </a:lvl2pPr>
            <a:lvl3pPr algn="r">
              <a:defRPr sz="975" b="1">
                <a:solidFill>
                  <a:srgbClr val="243537"/>
                </a:solidFill>
                <a:latin typeface="Arial"/>
                <a:ea typeface="Arial"/>
                <a:cs typeface="Arial"/>
              </a:defRPr>
            </a:lvl3pPr>
            <a:lvl4pPr algn="r">
              <a:defRPr sz="975" b="1">
                <a:solidFill>
                  <a:srgbClr val="243537"/>
                </a:solidFill>
                <a:latin typeface="Arial"/>
                <a:ea typeface="Arial"/>
                <a:cs typeface="Arial"/>
              </a:defRPr>
            </a:lvl4pPr>
            <a:lvl5pPr algn="r">
              <a:defRPr sz="975" b="1">
                <a:solidFill>
                  <a:srgbClr val="243537"/>
                </a:solidFill>
                <a:latin typeface="Arial"/>
                <a:ea typeface="Arial"/>
                <a:cs typeface="Arial"/>
              </a:defRPr>
            </a:lvl5pPr>
            <a:lvl6pPr algn="r">
              <a:defRPr sz="975" b="1">
                <a:solidFill>
                  <a:srgbClr val="243537"/>
                </a:solidFill>
                <a:latin typeface="Arial"/>
                <a:ea typeface="Arial"/>
                <a:cs typeface="Arial"/>
              </a:defRPr>
            </a:lvl6pPr>
            <a:lvl7pPr algn="r">
              <a:defRPr sz="975" b="1">
                <a:solidFill>
                  <a:srgbClr val="243537"/>
                </a:solidFill>
                <a:latin typeface="Arial"/>
                <a:ea typeface="Arial"/>
                <a:cs typeface="Arial"/>
              </a:defRPr>
            </a:lvl7pPr>
            <a:lvl8pPr algn="r">
              <a:defRPr sz="975" b="1">
                <a:solidFill>
                  <a:srgbClr val="243537"/>
                </a:solidFill>
                <a:latin typeface="Arial"/>
                <a:ea typeface="Arial"/>
                <a:cs typeface="Arial"/>
              </a:defRPr>
            </a:lvl8pPr>
            <a:lvl9pPr algn="r">
              <a:defRPr sz="975" b="1">
                <a:solidFill>
                  <a:srgbClr val="243537"/>
                </a:solidFill>
                <a:latin typeface="Arial"/>
                <a:ea typeface="Arial"/>
                <a:cs typeface="Arial"/>
              </a:defRPr>
            </a:lvl9pPr>
          </a:lstStyle>
          <a:p>
            <a:pPr algn="r">
              <a:defRPr sz="975" b="1">
                <a:solidFill>
                  <a:srgbClr val="243537"/>
                </a:solidFill>
                <a:latin typeface="Arial"/>
                <a:ea typeface="Arial"/>
                <a:cs typeface="Arial"/>
              </a:defRPr>
            </a:pPr>
            <a:r>
              <a:rPr sz="975" b="1">
                <a:solidFill>
                  <a:srgbClr val="243537"/>
                </a:solidFill>
                <a:latin typeface="Arial"/>
                <a:ea typeface="Arial"/>
                <a:cs typeface="Arial"/>
              </a:rPr>
              <a:t>12</a:t>
            </a:r>
          </a:p>
        </p:txBody>
      </p:sp>
      <p:sp>
        <p:nvSpPr>
          <p:cNvPr id="6" name="Rectangle 5">
            <a:extLst>
              <a:ext uri="{FF2B5EF4-FFF2-40B4-BE49-F238E27FC236}">
                <a16:creationId xmlns:a16="http://schemas.microsoft.com/office/drawing/2014/main" id="{0FF47CD8-0AEE-4171-B2F9-3114E837A123}"/>
              </a:ext>
            </a:extLst>
          </p:cNvPr>
          <p:cNvSpPr>
            <a:spLocks noGrp="1"/>
          </p:cNvSpPr>
          <p:nvPr/>
        </p:nvSpPr>
        <p:spPr>
          <a:xfrm>
            <a:off x="628650" y="1524000"/>
            <a:ext cx="10287000" cy="361950"/>
          </a:xfrm>
          <a:prstGeom prst="rect">
            <a:avLst/>
          </a:prstGeom>
          <a:noFill/>
          <a:ln w="0">
            <a:noFill/>
            <a:prstDash val="solid"/>
          </a:ln>
        </p:spPr>
        <p:txBody>
          <a:bodyPr wrap="square" lIns="0" tIns="0" rIns="0" bIns="0" anchor="ctr">
            <a:normAutofit/>
          </a:bodyPr>
          <a:lstStyle>
            <a:defPPr algn="l">
              <a:defRPr sz="1725" b="1">
                <a:solidFill>
                  <a:srgbClr val="10191A"/>
                </a:solidFill>
                <a:latin typeface="Arial"/>
                <a:ea typeface="Arial"/>
                <a:cs typeface="Arial"/>
              </a:defRPr>
            </a:defPPr>
            <a:lvl1pPr algn="l">
              <a:defRPr sz="1725" b="1">
                <a:solidFill>
                  <a:srgbClr val="10191A"/>
                </a:solidFill>
                <a:latin typeface="Arial"/>
                <a:ea typeface="Arial"/>
                <a:cs typeface="Arial"/>
              </a:defRPr>
            </a:lvl1pPr>
            <a:lvl2pPr algn="l">
              <a:defRPr sz="1725" b="1">
                <a:solidFill>
                  <a:srgbClr val="10191A"/>
                </a:solidFill>
                <a:latin typeface="Arial"/>
                <a:ea typeface="Arial"/>
                <a:cs typeface="Arial"/>
              </a:defRPr>
            </a:lvl2pPr>
            <a:lvl3pPr algn="l">
              <a:defRPr sz="1725" b="1">
                <a:solidFill>
                  <a:srgbClr val="10191A"/>
                </a:solidFill>
                <a:latin typeface="Arial"/>
                <a:ea typeface="Arial"/>
                <a:cs typeface="Arial"/>
              </a:defRPr>
            </a:lvl3pPr>
            <a:lvl4pPr algn="l">
              <a:defRPr sz="1725" b="1">
                <a:solidFill>
                  <a:srgbClr val="10191A"/>
                </a:solidFill>
                <a:latin typeface="Arial"/>
                <a:ea typeface="Arial"/>
                <a:cs typeface="Arial"/>
              </a:defRPr>
            </a:lvl4pPr>
            <a:lvl5pPr algn="l">
              <a:defRPr sz="1725" b="1">
                <a:solidFill>
                  <a:srgbClr val="10191A"/>
                </a:solidFill>
                <a:latin typeface="Arial"/>
                <a:ea typeface="Arial"/>
                <a:cs typeface="Arial"/>
              </a:defRPr>
            </a:lvl5pPr>
            <a:lvl6pPr algn="l">
              <a:defRPr sz="1725" b="1">
                <a:solidFill>
                  <a:srgbClr val="10191A"/>
                </a:solidFill>
                <a:latin typeface="Arial"/>
                <a:ea typeface="Arial"/>
                <a:cs typeface="Arial"/>
              </a:defRPr>
            </a:lvl6pPr>
            <a:lvl7pPr algn="l">
              <a:defRPr sz="1725" b="1">
                <a:solidFill>
                  <a:srgbClr val="10191A"/>
                </a:solidFill>
                <a:latin typeface="Arial"/>
                <a:ea typeface="Arial"/>
                <a:cs typeface="Arial"/>
              </a:defRPr>
            </a:lvl7pPr>
            <a:lvl8pPr algn="l">
              <a:defRPr sz="1725" b="1">
                <a:solidFill>
                  <a:srgbClr val="10191A"/>
                </a:solidFill>
                <a:latin typeface="Arial"/>
                <a:ea typeface="Arial"/>
                <a:cs typeface="Arial"/>
              </a:defRPr>
            </a:lvl8pPr>
            <a:lvl9pPr algn="l">
              <a:defRPr sz="1725" b="1">
                <a:solidFill>
                  <a:srgbClr val="10191A"/>
                </a:solidFill>
                <a:latin typeface="Arial"/>
                <a:ea typeface="Arial"/>
                <a:cs typeface="Arial"/>
              </a:defRPr>
            </a:lvl9pPr>
          </a:lstStyle>
          <a:p>
            <a:pPr algn="l">
              <a:defRPr sz="1725" b="1">
                <a:solidFill>
                  <a:srgbClr val="10191A"/>
                </a:solidFill>
                <a:latin typeface="Arial"/>
                <a:ea typeface="Arial"/>
                <a:cs typeface="Arial"/>
              </a:defRPr>
            </a:pPr>
            <a:r>
              <a:rPr sz="1725" b="1">
                <a:solidFill>
                  <a:srgbClr val="10191A"/>
                </a:solidFill>
                <a:latin typeface="Arial"/>
                <a:ea typeface="Arial"/>
                <a:cs typeface="Arial"/>
              </a:rPr>
              <a:t>The interface brings the camera view and safety events into one local workflow.</a:t>
            </a:r>
          </a:p>
        </p:txBody>
      </p:sp>
      <p:sp>
        <p:nvSpPr>
          <p:cNvPr id="7" name="Rectangle 6">
            <a:extLst>
              <a:ext uri="{FF2B5EF4-FFF2-40B4-BE49-F238E27FC236}">
                <a16:creationId xmlns:a16="http://schemas.microsoft.com/office/drawing/2014/main" id="{62E45CE6-7402-43D9-A8F5-2323C4FAC39B}"/>
              </a:ext>
            </a:extLst>
          </p:cNvPr>
          <p:cNvSpPr>
            <a:spLocks noGrp="1"/>
          </p:cNvSpPr>
          <p:nvPr/>
        </p:nvSpPr>
        <p:spPr>
          <a:xfrm>
            <a:off x="647700" y="2209800"/>
            <a:ext cx="85725" cy="609600"/>
          </a:xfrm>
          <a:prstGeom prst="rect">
            <a:avLst/>
          </a:prstGeom>
          <a:solidFill>
            <a:srgbClr val="32CDBA"/>
          </a:solidFill>
          <a:ln w="0">
            <a:noFill/>
            <a:prstDash val="solid"/>
          </a:ln>
        </p:spPr>
        <p:txBody>
          <a:bodyPr/>
          <a:lstStyle/>
          <a:p>
            <a:endParaRPr lang="en-IN"/>
          </a:p>
        </p:txBody>
      </p:sp>
      <p:sp>
        <p:nvSpPr>
          <p:cNvPr id="8" name="Rectangle 7">
            <a:extLst>
              <a:ext uri="{FF2B5EF4-FFF2-40B4-BE49-F238E27FC236}">
                <a16:creationId xmlns:a16="http://schemas.microsoft.com/office/drawing/2014/main" id="{4646E618-8BCE-4179-9A8B-6582215968F9}"/>
              </a:ext>
            </a:extLst>
          </p:cNvPr>
          <p:cNvSpPr>
            <a:spLocks noGrp="1"/>
          </p:cNvSpPr>
          <p:nvPr/>
        </p:nvSpPr>
        <p:spPr>
          <a:xfrm>
            <a:off x="933450" y="2209800"/>
            <a:ext cx="3048000" cy="257175"/>
          </a:xfrm>
          <a:prstGeom prst="rect">
            <a:avLst/>
          </a:prstGeom>
          <a:noFill/>
          <a:ln w="0">
            <a:noFill/>
            <a:prstDash val="solid"/>
          </a:ln>
        </p:spPr>
        <p:txBody>
          <a:bodyPr wrap="square" lIns="0" tIns="0" rIns="0" bIns="0" anchor="ctr">
            <a:normAutofit/>
          </a:bodyPr>
          <a:lstStyle>
            <a:defPPr algn="l">
              <a:defRPr sz="1275" b="1">
                <a:solidFill>
                  <a:srgbClr val="243537"/>
                </a:solidFill>
                <a:latin typeface="Arial"/>
                <a:ea typeface="Arial"/>
                <a:cs typeface="Arial"/>
              </a:defRPr>
            </a:defPPr>
            <a:lvl1pPr algn="l">
              <a:defRPr sz="1275" b="1">
                <a:solidFill>
                  <a:srgbClr val="243537"/>
                </a:solidFill>
                <a:latin typeface="Arial"/>
                <a:ea typeface="Arial"/>
                <a:cs typeface="Arial"/>
              </a:defRPr>
            </a:lvl1pPr>
            <a:lvl2pPr algn="l">
              <a:defRPr sz="1275" b="1">
                <a:solidFill>
                  <a:srgbClr val="243537"/>
                </a:solidFill>
                <a:latin typeface="Arial"/>
                <a:ea typeface="Arial"/>
                <a:cs typeface="Arial"/>
              </a:defRPr>
            </a:lvl2pPr>
            <a:lvl3pPr algn="l">
              <a:defRPr sz="1275" b="1">
                <a:solidFill>
                  <a:srgbClr val="243537"/>
                </a:solidFill>
                <a:latin typeface="Arial"/>
                <a:ea typeface="Arial"/>
                <a:cs typeface="Arial"/>
              </a:defRPr>
            </a:lvl3pPr>
            <a:lvl4pPr algn="l">
              <a:defRPr sz="1275" b="1">
                <a:solidFill>
                  <a:srgbClr val="243537"/>
                </a:solidFill>
                <a:latin typeface="Arial"/>
                <a:ea typeface="Arial"/>
                <a:cs typeface="Arial"/>
              </a:defRPr>
            </a:lvl4pPr>
            <a:lvl5pPr algn="l">
              <a:defRPr sz="1275" b="1">
                <a:solidFill>
                  <a:srgbClr val="243537"/>
                </a:solidFill>
                <a:latin typeface="Arial"/>
                <a:ea typeface="Arial"/>
                <a:cs typeface="Arial"/>
              </a:defRPr>
            </a:lvl5pPr>
            <a:lvl6pPr algn="l">
              <a:defRPr sz="1275" b="1">
                <a:solidFill>
                  <a:srgbClr val="243537"/>
                </a:solidFill>
                <a:latin typeface="Arial"/>
                <a:ea typeface="Arial"/>
                <a:cs typeface="Arial"/>
              </a:defRPr>
            </a:lvl6pPr>
            <a:lvl7pPr algn="l">
              <a:defRPr sz="1275" b="1">
                <a:solidFill>
                  <a:srgbClr val="243537"/>
                </a:solidFill>
                <a:latin typeface="Arial"/>
                <a:ea typeface="Arial"/>
                <a:cs typeface="Arial"/>
              </a:defRPr>
            </a:lvl7pPr>
            <a:lvl8pPr algn="l">
              <a:defRPr sz="1275" b="1">
                <a:solidFill>
                  <a:srgbClr val="243537"/>
                </a:solidFill>
                <a:latin typeface="Arial"/>
                <a:ea typeface="Arial"/>
                <a:cs typeface="Arial"/>
              </a:defRPr>
            </a:lvl8pPr>
            <a:lvl9pPr algn="l">
              <a:defRPr sz="1275" b="1">
                <a:solidFill>
                  <a:srgbClr val="243537"/>
                </a:solidFill>
                <a:latin typeface="Arial"/>
                <a:ea typeface="Arial"/>
                <a:cs typeface="Arial"/>
              </a:defRPr>
            </a:lvl9pPr>
          </a:lstStyle>
          <a:p>
            <a:pPr algn="l">
              <a:defRPr sz="1275" b="1">
                <a:solidFill>
                  <a:srgbClr val="243537"/>
                </a:solidFill>
                <a:latin typeface="Arial"/>
                <a:ea typeface="Arial"/>
                <a:cs typeface="Arial"/>
              </a:defRPr>
            </a:pPr>
            <a:r>
              <a:rPr sz="1275" b="1">
                <a:solidFill>
                  <a:srgbClr val="243537"/>
                </a:solidFill>
                <a:latin typeface="Arial"/>
                <a:ea typeface="Arial"/>
                <a:cs typeface="Arial"/>
              </a:rPr>
              <a:t>LIVE VIEW</a:t>
            </a:r>
          </a:p>
        </p:txBody>
      </p:sp>
      <p:sp>
        <p:nvSpPr>
          <p:cNvPr id="9" name="Rectangle 8">
            <a:extLst>
              <a:ext uri="{FF2B5EF4-FFF2-40B4-BE49-F238E27FC236}">
                <a16:creationId xmlns:a16="http://schemas.microsoft.com/office/drawing/2014/main" id="{A8B856D3-8D66-4E08-B578-C445D2A23F8B}"/>
              </a:ext>
            </a:extLst>
          </p:cNvPr>
          <p:cNvSpPr>
            <a:spLocks noGrp="1"/>
          </p:cNvSpPr>
          <p:nvPr/>
        </p:nvSpPr>
        <p:spPr>
          <a:xfrm>
            <a:off x="4076700" y="2209800"/>
            <a:ext cx="7000875" cy="495300"/>
          </a:xfrm>
          <a:prstGeom prst="rect">
            <a:avLst/>
          </a:prstGeom>
          <a:noFill/>
          <a:ln w="0">
            <a:noFill/>
            <a:prstDash val="solid"/>
          </a:ln>
        </p:spPr>
        <p:txBody>
          <a:bodyPr wrap="square" lIns="0" tIns="0" rIns="0" bIns="0" anchor="ctr">
            <a:normAutofit/>
          </a:bodyPr>
          <a:lstStyle>
            <a:defPPr algn="l">
              <a:defRPr sz="1500" b="0">
                <a:solidFill>
                  <a:srgbClr val="10191A"/>
                </a:solidFill>
                <a:latin typeface="Arial"/>
                <a:ea typeface="Arial"/>
                <a:cs typeface="Arial"/>
              </a:defRPr>
            </a:defPPr>
            <a:lvl1pPr algn="l">
              <a:defRPr sz="1500" b="0">
                <a:solidFill>
                  <a:srgbClr val="10191A"/>
                </a:solidFill>
                <a:latin typeface="Arial"/>
                <a:ea typeface="Arial"/>
                <a:cs typeface="Arial"/>
              </a:defRPr>
            </a:lvl1pPr>
            <a:lvl2pPr algn="l">
              <a:defRPr sz="1500" b="0">
                <a:solidFill>
                  <a:srgbClr val="10191A"/>
                </a:solidFill>
                <a:latin typeface="Arial"/>
                <a:ea typeface="Arial"/>
                <a:cs typeface="Arial"/>
              </a:defRPr>
            </a:lvl2pPr>
            <a:lvl3pPr algn="l">
              <a:defRPr sz="1500" b="0">
                <a:solidFill>
                  <a:srgbClr val="10191A"/>
                </a:solidFill>
                <a:latin typeface="Arial"/>
                <a:ea typeface="Arial"/>
                <a:cs typeface="Arial"/>
              </a:defRPr>
            </a:lvl3pPr>
            <a:lvl4pPr algn="l">
              <a:defRPr sz="1500" b="0">
                <a:solidFill>
                  <a:srgbClr val="10191A"/>
                </a:solidFill>
                <a:latin typeface="Arial"/>
                <a:ea typeface="Arial"/>
                <a:cs typeface="Arial"/>
              </a:defRPr>
            </a:lvl4pPr>
            <a:lvl5pPr algn="l">
              <a:defRPr sz="1500" b="0">
                <a:solidFill>
                  <a:srgbClr val="10191A"/>
                </a:solidFill>
                <a:latin typeface="Arial"/>
                <a:ea typeface="Arial"/>
                <a:cs typeface="Arial"/>
              </a:defRPr>
            </a:lvl5pPr>
            <a:lvl6pPr algn="l">
              <a:defRPr sz="1500" b="0">
                <a:solidFill>
                  <a:srgbClr val="10191A"/>
                </a:solidFill>
                <a:latin typeface="Arial"/>
                <a:ea typeface="Arial"/>
                <a:cs typeface="Arial"/>
              </a:defRPr>
            </a:lvl6pPr>
            <a:lvl7pPr algn="l">
              <a:defRPr sz="1500" b="0">
                <a:solidFill>
                  <a:srgbClr val="10191A"/>
                </a:solidFill>
                <a:latin typeface="Arial"/>
                <a:ea typeface="Arial"/>
                <a:cs typeface="Arial"/>
              </a:defRPr>
            </a:lvl7pPr>
            <a:lvl8pPr algn="l">
              <a:defRPr sz="1500" b="0">
                <a:solidFill>
                  <a:srgbClr val="10191A"/>
                </a:solidFill>
                <a:latin typeface="Arial"/>
                <a:ea typeface="Arial"/>
                <a:cs typeface="Arial"/>
              </a:defRPr>
            </a:lvl8pPr>
            <a:lvl9pPr algn="l">
              <a:defRPr sz="1500" b="0">
                <a:solidFill>
                  <a:srgbClr val="10191A"/>
                </a:solidFill>
                <a:latin typeface="Arial"/>
                <a:ea typeface="Arial"/>
                <a:cs typeface="Arial"/>
              </a:defRPr>
            </a:lvl9pPr>
          </a:lstStyle>
          <a:p>
            <a:pPr algn="l">
              <a:defRPr sz="1500" b="0">
                <a:solidFill>
                  <a:srgbClr val="10191A"/>
                </a:solidFill>
                <a:latin typeface="Arial"/>
                <a:ea typeface="Arial"/>
                <a:cs typeface="Arial"/>
              </a:defRPr>
            </a:pPr>
            <a:r>
              <a:rPr sz="1500" b="0">
                <a:solidFill>
                  <a:srgbClr val="10191A"/>
                </a:solidFill>
                <a:latin typeface="Arial"/>
                <a:ea typeface="Arial"/>
                <a:cs typeface="Arial"/>
              </a:rPr>
              <a:t>Annotated camera feed and current detections</a:t>
            </a:r>
          </a:p>
        </p:txBody>
      </p:sp>
      <p:sp>
        <p:nvSpPr>
          <p:cNvPr id="10" name="Rectangle 9">
            <a:extLst>
              <a:ext uri="{FF2B5EF4-FFF2-40B4-BE49-F238E27FC236}">
                <a16:creationId xmlns:a16="http://schemas.microsoft.com/office/drawing/2014/main" id="{E637F861-DD32-4CC3-BFB9-D13C6D044766}"/>
              </a:ext>
            </a:extLst>
          </p:cNvPr>
          <p:cNvSpPr>
            <a:spLocks noGrp="1"/>
          </p:cNvSpPr>
          <p:nvPr/>
        </p:nvSpPr>
        <p:spPr>
          <a:xfrm>
            <a:off x="647700" y="3086100"/>
            <a:ext cx="85725" cy="609600"/>
          </a:xfrm>
          <a:prstGeom prst="rect">
            <a:avLst/>
          </a:prstGeom>
          <a:solidFill>
            <a:srgbClr val="32CDBA"/>
          </a:solidFill>
          <a:ln w="0">
            <a:noFill/>
            <a:prstDash val="solid"/>
          </a:ln>
        </p:spPr>
        <p:txBody>
          <a:bodyPr/>
          <a:lstStyle/>
          <a:p>
            <a:endParaRPr lang="en-IN"/>
          </a:p>
        </p:txBody>
      </p:sp>
      <p:sp>
        <p:nvSpPr>
          <p:cNvPr id="11" name="Rectangle 10">
            <a:extLst>
              <a:ext uri="{FF2B5EF4-FFF2-40B4-BE49-F238E27FC236}">
                <a16:creationId xmlns:a16="http://schemas.microsoft.com/office/drawing/2014/main" id="{264FC791-5442-492B-902A-E495D9E9FA8B}"/>
              </a:ext>
            </a:extLst>
          </p:cNvPr>
          <p:cNvSpPr>
            <a:spLocks noGrp="1"/>
          </p:cNvSpPr>
          <p:nvPr/>
        </p:nvSpPr>
        <p:spPr>
          <a:xfrm>
            <a:off x="933450" y="3086100"/>
            <a:ext cx="3048000" cy="257175"/>
          </a:xfrm>
          <a:prstGeom prst="rect">
            <a:avLst/>
          </a:prstGeom>
          <a:noFill/>
          <a:ln w="0">
            <a:noFill/>
            <a:prstDash val="solid"/>
          </a:ln>
        </p:spPr>
        <p:txBody>
          <a:bodyPr wrap="square" lIns="0" tIns="0" rIns="0" bIns="0" anchor="ctr">
            <a:normAutofit/>
          </a:bodyPr>
          <a:lstStyle>
            <a:defPPr algn="l">
              <a:defRPr sz="1275" b="1">
                <a:solidFill>
                  <a:srgbClr val="243537"/>
                </a:solidFill>
                <a:latin typeface="Arial"/>
                <a:ea typeface="Arial"/>
                <a:cs typeface="Arial"/>
              </a:defRPr>
            </a:defPPr>
            <a:lvl1pPr algn="l">
              <a:defRPr sz="1275" b="1">
                <a:solidFill>
                  <a:srgbClr val="243537"/>
                </a:solidFill>
                <a:latin typeface="Arial"/>
                <a:ea typeface="Arial"/>
                <a:cs typeface="Arial"/>
              </a:defRPr>
            </a:lvl1pPr>
            <a:lvl2pPr algn="l">
              <a:defRPr sz="1275" b="1">
                <a:solidFill>
                  <a:srgbClr val="243537"/>
                </a:solidFill>
                <a:latin typeface="Arial"/>
                <a:ea typeface="Arial"/>
                <a:cs typeface="Arial"/>
              </a:defRPr>
            </a:lvl2pPr>
            <a:lvl3pPr algn="l">
              <a:defRPr sz="1275" b="1">
                <a:solidFill>
                  <a:srgbClr val="243537"/>
                </a:solidFill>
                <a:latin typeface="Arial"/>
                <a:ea typeface="Arial"/>
                <a:cs typeface="Arial"/>
              </a:defRPr>
            </a:lvl3pPr>
            <a:lvl4pPr algn="l">
              <a:defRPr sz="1275" b="1">
                <a:solidFill>
                  <a:srgbClr val="243537"/>
                </a:solidFill>
                <a:latin typeface="Arial"/>
                <a:ea typeface="Arial"/>
                <a:cs typeface="Arial"/>
              </a:defRPr>
            </a:lvl4pPr>
            <a:lvl5pPr algn="l">
              <a:defRPr sz="1275" b="1">
                <a:solidFill>
                  <a:srgbClr val="243537"/>
                </a:solidFill>
                <a:latin typeface="Arial"/>
                <a:ea typeface="Arial"/>
                <a:cs typeface="Arial"/>
              </a:defRPr>
            </a:lvl5pPr>
            <a:lvl6pPr algn="l">
              <a:defRPr sz="1275" b="1">
                <a:solidFill>
                  <a:srgbClr val="243537"/>
                </a:solidFill>
                <a:latin typeface="Arial"/>
                <a:ea typeface="Arial"/>
                <a:cs typeface="Arial"/>
              </a:defRPr>
            </a:lvl6pPr>
            <a:lvl7pPr algn="l">
              <a:defRPr sz="1275" b="1">
                <a:solidFill>
                  <a:srgbClr val="243537"/>
                </a:solidFill>
                <a:latin typeface="Arial"/>
                <a:ea typeface="Arial"/>
                <a:cs typeface="Arial"/>
              </a:defRPr>
            </a:lvl7pPr>
            <a:lvl8pPr algn="l">
              <a:defRPr sz="1275" b="1">
                <a:solidFill>
                  <a:srgbClr val="243537"/>
                </a:solidFill>
                <a:latin typeface="Arial"/>
                <a:ea typeface="Arial"/>
                <a:cs typeface="Arial"/>
              </a:defRPr>
            </a:lvl8pPr>
            <a:lvl9pPr algn="l">
              <a:defRPr sz="1275" b="1">
                <a:solidFill>
                  <a:srgbClr val="243537"/>
                </a:solidFill>
                <a:latin typeface="Arial"/>
                <a:ea typeface="Arial"/>
                <a:cs typeface="Arial"/>
              </a:defRPr>
            </a:lvl9pPr>
          </a:lstStyle>
          <a:p>
            <a:pPr algn="l">
              <a:defRPr sz="1275" b="1">
                <a:solidFill>
                  <a:srgbClr val="243537"/>
                </a:solidFill>
                <a:latin typeface="Arial"/>
                <a:ea typeface="Arial"/>
                <a:cs typeface="Arial"/>
              </a:defRPr>
            </a:pPr>
            <a:r>
              <a:rPr sz="1275" b="1">
                <a:solidFill>
                  <a:srgbClr val="243537"/>
                </a:solidFill>
                <a:latin typeface="Arial"/>
                <a:ea typeface="Arial"/>
                <a:cs typeface="Arial"/>
              </a:rPr>
              <a:t>SITE STATUS</a:t>
            </a:r>
          </a:p>
        </p:txBody>
      </p:sp>
      <p:sp>
        <p:nvSpPr>
          <p:cNvPr id="12" name="Rectangle 11">
            <a:extLst>
              <a:ext uri="{FF2B5EF4-FFF2-40B4-BE49-F238E27FC236}">
                <a16:creationId xmlns:a16="http://schemas.microsoft.com/office/drawing/2014/main" id="{4A3F3C38-BFB2-4C63-8B7E-6F77B3ADD8B5}"/>
              </a:ext>
            </a:extLst>
          </p:cNvPr>
          <p:cNvSpPr>
            <a:spLocks noGrp="1"/>
          </p:cNvSpPr>
          <p:nvPr/>
        </p:nvSpPr>
        <p:spPr>
          <a:xfrm>
            <a:off x="4076700" y="3086100"/>
            <a:ext cx="7000875" cy="495300"/>
          </a:xfrm>
          <a:prstGeom prst="rect">
            <a:avLst/>
          </a:prstGeom>
          <a:noFill/>
          <a:ln w="0">
            <a:noFill/>
            <a:prstDash val="solid"/>
          </a:ln>
        </p:spPr>
        <p:txBody>
          <a:bodyPr wrap="square" lIns="0" tIns="0" rIns="0" bIns="0" anchor="ctr">
            <a:normAutofit/>
          </a:bodyPr>
          <a:lstStyle>
            <a:defPPr algn="l">
              <a:defRPr sz="1500" b="0">
                <a:solidFill>
                  <a:srgbClr val="10191A"/>
                </a:solidFill>
                <a:latin typeface="Arial"/>
                <a:ea typeface="Arial"/>
                <a:cs typeface="Arial"/>
              </a:defRPr>
            </a:defPPr>
            <a:lvl1pPr algn="l">
              <a:defRPr sz="1500" b="0">
                <a:solidFill>
                  <a:srgbClr val="10191A"/>
                </a:solidFill>
                <a:latin typeface="Arial"/>
                <a:ea typeface="Arial"/>
                <a:cs typeface="Arial"/>
              </a:defRPr>
            </a:lvl1pPr>
            <a:lvl2pPr algn="l">
              <a:defRPr sz="1500" b="0">
                <a:solidFill>
                  <a:srgbClr val="10191A"/>
                </a:solidFill>
                <a:latin typeface="Arial"/>
                <a:ea typeface="Arial"/>
                <a:cs typeface="Arial"/>
              </a:defRPr>
            </a:lvl2pPr>
            <a:lvl3pPr algn="l">
              <a:defRPr sz="1500" b="0">
                <a:solidFill>
                  <a:srgbClr val="10191A"/>
                </a:solidFill>
                <a:latin typeface="Arial"/>
                <a:ea typeface="Arial"/>
                <a:cs typeface="Arial"/>
              </a:defRPr>
            </a:lvl3pPr>
            <a:lvl4pPr algn="l">
              <a:defRPr sz="1500" b="0">
                <a:solidFill>
                  <a:srgbClr val="10191A"/>
                </a:solidFill>
                <a:latin typeface="Arial"/>
                <a:ea typeface="Arial"/>
                <a:cs typeface="Arial"/>
              </a:defRPr>
            </a:lvl4pPr>
            <a:lvl5pPr algn="l">
              <a:defRPr sz="1500" b="0">
                <a:solidFill>
                  <a:srgbClr val="10191A"/>
                </a:solidFill>
                <a:latin typeface="Arial"/>
                <a:ea typeface="Arial"/>
                <a:cs typeface="Arial"/>
              </a:defRPr>
            </a:lvl5pPr>
            <a:lvl6pPr algn="l">
              <a:defRPr sz="1500" b="0">
                <a:solidFill>
                  <a:srgbClr val="10191A"/>
                </a:solidFill>
                <a:latin typeface="Arial"/>
                <a:ea typeface="Arial"/>
                <a:cs typeface="Arial"/>
              </a:defRPr>
            </a:lvl6pPr>
            <a:lvl7pPr algn="l">
              <a:defRPr sz="1500" b="0">
                <a:solidFill>
                  <a:srgbClr val="10191A"/>
                </a:solidFill>
                <a:latin typeface="Arial"/>
                <a:ea typeface="Arial"/>
                <a:cs typeface="Arial"/>
              </a:defRPr>
            </a:lvl7pPr>
            <a:lvl8pPr algn="l">
              <a:defRPr sz="1500" b="0">
                <a:solidFill>
                  <a:srgbClr val="10191A"/>
                </a:solidFill>
                <a:latin typeface="Arial"/>
                <a:ea typeface="Arial"/>
                <a:cs typeface="Arial"/>
              </a:defRPr>
            </a:lvl8pPr>
            <a:lvl9pPr algn="l">
              <a:defRPr sz="1500" b="0">
                <a:solidFill>
                  <a:srgbClr val="10191A"/>
                </a:solidFill>
                <a:latin typeface="Arial"/>
                <a:ea typeface="Arial"/>
                <a:cs typeface="Arial"/>
              </a:defRPr>
            </a:lvl9pPr>
          </a:lstStyle>
          <a:p>
            <a:pPr algn="l">
              <a:defRPr sz="1500" b="0">
                <a:solidFill>
                  <a:srgbClr val="10191A"/>
                </a:solidFill>
                <a:latin typeface="Arial"/>
                <a:ea typeface="Arial"/>
                <a:cs typeface="Arial"/>
              </a:defRPr>
            </a:pPr>
            <a:r>
              <a:rPr sz="1500" b="0">
                <a:solidFill>
                  <a:srgbClr val="10191A"/>
                </a:solidFill>
                <a:latin typeface="Arial"/>
                <a:ea typeface="Arial"/>
                <a:cs typeface="Arial"/>
              </a:rPr>
              <a:t>Tracked people, zone occupancy, PPE alerts and machinery counts</a:t>
            </a:r>
          </a:p>
        </p:txBody>
      </p:sp>
      <p:sp>
        <p:nvSpPr>
          <p:cNvPr id="13" name="Rectangle 12">
            <a:extLst>
              <a:ext uri="{FF2B5EF4-FFF2-40B4-BE49-F238E27FC236}">
                <a16:creationId xmlns:a16="http://schemas.microsoft.com/office/drawing/2014/main" id="{995667BC-80EE-4909-921A-E7BAFE89AEF8}"/>
              </a:ext>
            </a:extLst>
          </p:cNvPr>
          <p:cNvSpPr>
            <a:spLocks noGrp="1"/>
          </p:cNvSpPr>
          <p:nvPr/>
        </p:nvSpPr>
        <p:spPr>
          <a:xfrm>
            <a:off x="647700" y="3962400"/>
            <a:ext cx="85725" cy="609600"/>
          </a:xfrm>
          <a:prstGeom prst="rect">
            <a:avLst/>
          </a:prstGeom>
          <a:solidFill>
            <a:srgbClr val="F39A46"/>
          </a:solidFill>
          <a:ln w="0">
            <a:noFill/>
            <a:prstDash val="solid"/>
          </a:ln>
        </p:spPr>
        <p:txBody>
          <a:bodyPr/>
          <a:lstStyle/>
          <a:p>
            <a:endParaRPr lang="en-IN"/>
          </a:p>
        </p:txBody>
      </p:sp>
      <p:sp>
        <p:nvSpPr>
          <p:cNvPr id="14" name="Rectangle 13">
            <a:extLst>
              <a:ext uri="{FF2B5EF4-FFF2-40B4-BE49-F238E27FC236}">
                <a16:creationId xmlns:a16="http://schemas.microsoft.com/office/drawing/2014/main" id="{FD2F38EC-721B-4763-8EE0-6ACF4D5BD69F}"/>
              </a:ext>
            </a:extLst>
          </p:cNvPr>
          <p:cNvSpPr>
            <a:spLocks noGrp="1"/>
          </p:cNvSpPr>
          <p:nvPr/>
        </p:nvSpPr>
        <p:spPr>
          <a:xfrm>
            <a:off x="933450" y="3962400"/>
            <a:ext cx="3048000" cy="257175"/>
          </a:xfrm>
          <a:prstGeom prst="rect">
            <a:avLst/>
          </a:prstGeom>
          <a:noFill/>
          <a:ln w="0">
            <a:noFill/>
            <a:prstDash val="solid"/>
          </a:ln>
        </p:spPr>
        <p:txBody>
          <a:bodyPr wrap="square" lIns="0" tIns="0" rIns="0" bIns="0" anchor="ctr">
            <a:normAutofit/>
          </a:bodyPr>
          <a:lstStyle>
            <a:defPPr algn="l">
              <a:defRPr sz="1275" b="1">
                <a:solidFill>
                  <a:srgbClr val="243537"/>
                </a:solidFill>
                <a:latin typeface="Arial"/>
                <a:ea typeface="Arial"/>
                <a:cs typeface="Arial"/>
              </a:defRPr>
            </a:defPPr>
            <a:lvl1pPr algn="l">
              <a:defRPr sz="1275" b="1">
                <a:solidFill>
                  <a:srgbClr val="243537"/>
                </a:solidFill>
                <a:latin typeface="Arial"/>
                <a:ea typeface="Arial"/>
                <a:cs typeface="Arial"/>
              </a:defRPr>
            </a:lvl1pPr>
            <a:lvl2pPr algn="l">
              <a:defRPr sz="1275" b="1">
                <a:solidFill>
                  <a:srgbClr val="243537"/>
                </a:solidFill>
                <a:latin typeface="Arial"/>
                <a:ea typeface="Arial"/>
                <a:cs typeface="Arial"/>
              </a:defRPr>
            </a:lvl2pPr>
            <a:lvl3pPr algn="l">
              <a:defRPr sz="1275" b="1">
                <a:solidFill>
                  <a:srgbClr val="243537"/>
                </a:solidFill>
                <a:latin typeface="Arial"/>
                <a:ea typeface="Arial"/>
                <a:cs typeface="Arial"/>
              </a:defRPr>
            </a:lvl3pPr>
            <a:lvl4pPr algn="l">
              <a:defRPr sz="1275" b="1">
                <a:solidFill>
                  <a:srgbClr val="243537"/>
                </a:solidFill>
                <a:latin typeface="Arial"/>
                <a:ea typeface="Arial"/>
                <a:cs typeface="Arial"/>
              </a:defRPr>
            </a:lvl4pPr>
            <a:lvl5pPr algn="l">
              <a:defRPr sz="1275" b="1">
                <a:solidFill>
                  <a:srgbClr val="243537"/>
                </a:solidFill>
                <a:latin typeface="Arial"/>
                <a:ea typeface="Arial"/>
                <a:cs typeface="Arial"/>
              </a:defRPr>
            </a:lvl5pPr>
            <a:lvl6pPr algn="l">
              <a:defRPr sz="1275" b="1">
                <a:solidFill>
                  <a:srgbClr val="243537"/>
                </a:solidFill>
                <a:latin typeface="Arial"/>
                <a:ea typeface="Arial"/>
                <a:cs typeface="Arial"/>
              </a:defRPr>
            </a:lvl6pPr>
            <a:lvl7pPr algn="l">
              <a:defRPr sz="1275" b="1">
                <a:solidFill>
                  <a:srgbClr val="243537"/>
                </a:solidFill>
                <a:latin typeface="Arial"/>
                <a:ea typeface="Arial"/>
                <a:cs typeface="Arial"/>
              </a:defRPr>
            </a:lvl7pPr>
            <a:lvl8pPr algn="l">
              <a:defRPr sz="1275" b="1">
                <a:solidFill>
                  <a:srgbClr val="243537"/>
                </a:solidFill>
                <a:latin typeface="Arial"/>
                <a:ea typeface="Arial"/>
                <a:cs typeface="Arial"/>
              </a:defRPr>
            </a:lvl8pPr>
            <a:lvl9pPr algn="l">
              <a:defRPr sz="1275" b="1">
                <a:solidFill>
                  <a:srgbClr val="243537"/>
                </a:solidFill>
                <a:latin typeface="Arial"/>
                <a:ea typeface="Arial"/>
                <a:cs typeface="Arial"/>
              </a:defRPr>
            </a:lvl9pPr>
          </a:lstStyle>
          <a:p>
            <a:pPr algn="l">
              <a:defRPr sz="1275" b="1">
                <a:solidFill>
                  <a:srgbClr val="243537"/>
                </a:solidFill>
                <a:latin typeface="Arial"/>
                <a:ea typeface="Arial"/>
                <a:cs typeface="Arial"/>
              </a:defRPr>
            </a:pPr>
            <a:r>
              <a:rPr sz="1275" b="1">
                <a:solidFill>
                  <a:srgbClr val="243537"/>
                </a:solidFill>
                <a:latin typeface="Arial"/>
                <a:ea typeface="Arial"/>
                <a:cs typeface="Arial"/>
              </a:rPr>
              <a:t>HEAD ENGINEER ALERTS</a:t>
            </a:r>
          </a:p>
        </p:txBody>
      </p:sp>
      <p:sp>
        <p:nvSpPr>
          <p:cNvPr id="15" name="Rectangle 14">
            <a:extLst>
              <a:ext uri="{FF2B5EF4-FFF2-40B4-BE49-F238E27FC236}">
                <a16:creationId xmlns:a16="http://schemas.microsoft.com/office/drawing/2014/main" id="{B9006AC4-A340-494D-8A97-BAFF8CDF9958}"/>
              </a:ext>
            </a:extLst>
          </p:cNvPr>
          <p:cNvSpPr>
            <a:spLocks noGrp="1"/>
          </p:cNvSpPr>
          <p:nvPr/>
        </p:nvSpPr>
        <p:spPr>
          <a:xfrm>
            <a:off x="4076700" y="3962400"/>
            <a:ext cx="7000875" cy="495300"/>
          </a:xfrm>
          <a:prstGeom prst="rect">
            <a:avLst/>
          </a:prstGeom>
          <a:noFill/>
          <a:ln w="0">
            <a:noFill/>
            <a:prstDash val="solid"/>
          </a:ln>
        </p:spPr>
        <p:txBody>
          <a:bodyPr wrap="square" lIns="0" tIns="0" rIns="0" bIns="0" anchor="ctr">
            <a:normAutofit/>
          </a:bodyPr>
          <a:lstStyle>
            <a:defPPr algn="l">
              <a:defRPr sz="1500" b="0">
                <a:solidFill>
                  <a:srgbClr val="10191A"/>
                </a:solidFill>
                <a:latin typeface="Arial"/>
                <a:ea typeface="Arial"/>
                <a:cs typeface="Arial"/>
              </a:defRPr>
            </a:defPPr>
            <a:lvl1pPr algn="l">
              <a:defRPr sz="1500" b="0">
                <a:solidFill>
                  <a:srgbClr val="10191A"/>
                </a:solidFill>
                <a:latin typeface="Arial"/>
                <a:ea typeface="Arial"/>
                <a:cs typeface="Arial"/>
              </a:defRPr>
            </a:lvl1pPr>
            <a:lvl2pPr algn="l">
              <a:defRPr sz="1500" b="0">
                <a:solidFill>
                  <a:srgbClr val="10191A"/>
                </a:solidFill>
                <a:latin typeface="Arial"/>
                <a:ea typeface="Arial"/>
                <a:cs typeface="Arial"/>
              </a:defRPr>
            </a:lvl2pPr>
            <a:lvl3pPr algn="l">
              <a:defRPr sz="1500" b="0">
                <a:solidFill>
                  <a:srgbClr val="10191A"/>
                </a:solidFill>
                <a:latin typeface="Arial"/>
                <a:ea typeface="Arial"/>
                <a:cs typeface="Arial"/>
              </a:defRPr>
            </a:lvl3pPr>
            <a:lvl4pPr algn="l">
              <a:defRPr sz="1500" b="0">
                <a:solidFill>
                  <a:srgbClr val="10191A"/>
                </a:solidFill>
                <a:latin typeface="Arial"/>
                <a:ea typeface="Arial"/>
                <a:cs typeface="Arial"/>
              </a:defRPr>
            </a:lvl4pPr>
            <a:lvl5pPr algn="l">
              <a:defRPr sz="1500" b="0">
                <a:solidFill>
                  <a:srgbClr val="10191A"/>
                </a:solidFill>
                <a:latin typeface="Arial"/>
                <a:ea typeface="Arial"/>
                <a:cs typeface="Arial"/>
              </a:defRPr>
            </a:lvl5pPr>
            <a:lvl6pPr algn="l">
              <a:defRPr sz="1500" b="0">
                <a:solidFill>
                  <a:srgbClr val="10191A"/>
                </a:solidFill>
                <a:latin typeface="Arial"/>
                <a:ea typeface="Arial"/>
                <a:cs typeface="Arial"/>
              </a:defRPr>
            </a:lvl6pPr>
            <a:lvl7pPr algn="l">
              <a:defRPr sz="1500" b="0">
                <a:solidFill>
                  <a:srgbClr val="10191A"/>
                </a:solidFill>
                <a:latin typeface="Arial"/>
                <a:ea typeface="Arial"/>
                <a:cs typeface="Arial"/>
              </a:defRPr>
            </a:lvl7pPr>
            <a:lvl8pPr algn="l">
              <a:defRPr sz="1500" b="0">
                <a:solidFill>
                  <a:srgbClr val="10191A"/>
                </a:solidFill>
                <a:latin typeface="Arial"/>
                <a:ea typeface="Arial"/>
                <a:cs typeface="Arial"/>
              </a:defRPr>
            </a:lvl8pPr>
            <a:lvl9pPr algn="l">
              <a:defRPr sz="1500" b="0">
                <a:solidFill>
                  <a:srgbClr val="10191A"/>
                </a:solidFill>
                <a:latin typeface="Arial"/>
                <a:ea typeface="Arial"/>
                <a:cs typeface="Arial"/>
              </a:defRPr>
            </a:lvl9pPr>
          </a:lstStyle>
          <a:p>
            <a:pPr algn="l">
              <a:defRPr sz="1500" b="0">
                <a:solidFill>
                  <a:srgbClr val="10191A"/>
                </a:solidFill>
                <a:latin typeface="Arial"/>
                <a:ea typeface="Arial"/>
                <a:cs typeface="Arial"/>
              </a:defRPr>
            </a:pPr>
            <a:r>
              <a:rPr sz="1500" b="0">
                <a:solidFill>
                  <a:srgbClr val="10191A"/>
                </a:solidFill>
                <a:latin typeface="Arial"/>
                <a:ea typeface="Arial"/>
                <a:cs typeface="Arial"/>
              </a:rPr>
              <a:t>Browser alert prompts for configured conditions</a:t>
            </a:r>
          </a:p>
        </p:txBody>
      </p:sp>
      <p:sp>
        <p:nvSpPr>
          <p:cNvPr id="16" name="Rectangle 15">
            <a:extLst>
              <a:ext uri="{FF2B5EF4-FFF2-40B4-BE49-F238E27FC236}">
                <a16:creationId xmlns:a16="http://schemas.microsoft.com/office/drawing/2014/main" id="{6A119006-EE99-4709-9CAF-9838C2F0EFEA}"/>
              </a:ext>
            </a:extLst>
          </p:cNvPr>
          <p:cNvSpPr>
            <a:spLocks noGrp="1"/>
          </p:cNvSpPr>
          <p:nvPr/>
        </p:nvSpPr>
        <p:spPr>
          <a:xfrm>
            <a:off x="647700" y="4838700"/>
            <a:ext cx="85725" cy="609600"/>
          </a:xfrm>
          <a:prstGeom prst="rect">
            <a:avLst/>
          </a:prstGeom>
          <a:solidFill>
            <a:srgbClr val="32CDBA"/>
          </a:solidFill>
          <a:ln w="0">
            <a:noFill/>
            <a:prstDash val="solid"/>
          </a:ln>
        </p:spPr>
        <p:txBody>
          <a:bodyPr/>
          <a:lstStyle/>
          <a:p>
            <a:endParaRPr lang="en-IN"/>
          </a:p>
        </p:txBody>
      </p:sp>
      <p:sp>
        <p:nvSpPr>
          <p:cNvPr id="17" name="Rectangle 16">
            <a:extLst>
              <a:ext uri="{FF2B5EF4-FFF2-40B4-BE49-F238E27FC236}">
                <a16:creationId xmlns:a16="http://schemas.microsoft.com/office/drawing/2014/main" id="{18672B1C-0F5A-4763-A375-3CB6842CD250}"/>
              </a:ext>
            </a:extLst>
          </p:cNvPr>
          <p:cNvSpPr>
            <a:spLocks noGrp="1"/>
          </p:cNvSpPr>
          <p:nvPr/>
        </p:nvSpPr>
        <p:spPr>
          <a:xfrm>
            <a:off x="933450" y="4838700"/>
            <a:ext cx="3048000" cy="257175"/>
          </a:xfrm>
          <a:prstGeom prst="rect">
            <a:avLst/>
          </a:prstGeom>
          <a:noFill/>
          <a:ln w="0">
            <a:noFill/>
            <a:prstDash val="solid"/>
          </a:ln>
        </p:spPr>
        <p:txBody>
          <a:bodyPr wrap="square" lIns="0" tIns="0" rIns="0" bIns="0" anchor="ctr">
            <a:normAutofit/>
          </a:bodyPr>
          <a:lstStyle>
            <a:defPPr algn="l">
              <a:defRPr sz="1275" b="1">
                <a:solidFill>
                  <a:srgbClr val="243537"/>
                </a:solidFill>
                <a:latin typeface="Arial"/>
                <a:ea typeface="Arial"/>
                <a:cs typeface="Arial"/>
              </a:defRPr>
            </a:defPPr>
            <a:lvl1pPr algn="l">
              <a:defRPr sz="1275" b="1">
                <a:solidFill>
                  <a:srgbClr val="243537"/>
                </a:solidFill>
                <a:latin typeface="Arial"/>
                <a:ea typeface="Arial"/>
                <a:cs typeface="Arial"/>
              </a:defRPr>
            </a:lvl1pPr>
            <a:lvl2pPr algn="l">
              <a:defRPr sz="1275" b="1">
                <a:solidFill>
                  <a:srgbClr val="243537"/>
                </a:solidFill>
                <a:latin typeface="Arial"/>
                <a:ea typeface="Arial"/>
                <a:cs typeface="Arial"/>
              </a:defRPr>
            </a:lvl2pPr>
            <a:lvl3pPr algn="l">
              <a:defRPr sz="1275" b="1">
                <a:solidFill>
                  <a:srgbClr val="243537"/>
                </a:solidFill>
                <a:latin typeface="Arial"/>
                <a:ea typeface="Arial"/>
                <a:cs typeface="Arial"/>
              </a:defRPr>
            </a:lvl3pPr>
            <a:lvl4pPr algn="l">
              <a:defRPr sz="1275" b="1">
                <a:solidFill>
                  <a:srgbClr val="243537"/>
                </a:solidFill>
                <a:latin typeface="Arial"/>
                <a:ea typeface="Arial"/>
                <a:cs typeface="Arial"/>
              </a:defRPr>
            </a:lvl4pPr>
            <a:lvl5pPr algn="l">
              <a:defRPr sz="1275" b="1">
                <a:solidFill>
                  <a:srgbClr val="243537"/>
                </a:solidFill>
                <a:latin typeface="Arial"/>
                <a:ea typeface="Arial"/>
                <a:cs typeface="Arial"/>
              </a:defRPr>
            </a:lvl5pPr>
            <a:lvl6pPr algn="l">
              <a:defRPr sz="1275" b="1">
                <a:solidFill>
                  <a:srgbClr val="243537"/>
                </a:solidFill>
                <a:latin typeface="Arial"/>
                <a:ea typeface="Arial"/>
                <a:cs typeface="Arial"/>
              </a:defRPr>
            </a:lvl6pPr>
            <a:lvl7pPr algn="l">
              <a:defRPr sz="1275" b="1">
                <a:solidFill>
                  <a:srgbClr val="243537"/>
                </a:solidFill>
                <a:latin typeface="Arial"/>
                <a:ea typeface="Arial"/>
                <a:cs typeface="Arial"/>
              </a:defRPr>
            </a:lvl7pPr>
            <a:lvl8pPr algn="l">
              <a:defRPr sz="1275" b="1">
                <a:solidFill>
                  <a:srgbClr val="243537"/>
                </a:solidFill>
                <a:latin typeface="Arial"/>
                <a:ea typeface="Arial"/>
                <a:cs typeface="Arial"/>
              </a:defRPr>
            </a:lvl8pPr>
            <a:lvl9pPr algn="l">
              <a:defRPr sz="1275" b="1">
                <a:solidFill>
                  <a:srgbClr val="243537"/>
                </a:solidFill>
                <a:latin typeface="Arial"/>
                <a:ea typeface="Arial"/>
                <a:cs typeface="Arial"/>
              </a:defRPr>
            </a:lvl9pPr>
          </a:lstStyle>
          <a:p>
            <a:pPr algn="l">
              <a:defRPr sz="1275" b="1">
                <a:solidFill>
                  <a:srgbClr val="243537"/>
                </a:solidFill>
                <a:latin typeface="Arial"/>
                <a:ea typeface="Arial"/>
                <a:cs typeface="Arial"/>
              </a:defRPr>
            </a:pPr>
            <a:r>
              <a:rPr sz="1275" b="1">
                <a:solidFill>
                  <a:srgbClr val="243537"/>
                </a:solidFill>
                <a:latin typeface="Arial"/>
                <a:ea typeface="Arial"/>
                <a:cs typeface="Arial"/>
              </a:rPr>
              <a:t>EVENT TIMELINE</a:t>
            </a:r>
          </a:p>
        </p:txBody>
      </p:sp>
      <p:sp>
        <p:nvSpPr>
          <p:cNvPr id="18" name="Rectangle 17">
            <a:extLst>
              <a:ext uri="{FF2B5EF4-FFF2-40B4-BE49-F238E27FC236}">
                <a16:creationId xmlns:a16="http://schemas.microsoft.com/office/drawing/2014/main" id="{A0EA2429-BE90-4BF3-9B17-928046B39A95}"/>
              </a:ext>
            </a:extLst>
          </p:cNvPr>
          <p:cNvSpPr>
            <a:spLocks noGrp="1"/>
          </p:cNvSpPr>
          <p:nvPr/>
        </p:nvSpPr>
        <p:spPr>
          <a:xfrm>
            <a:off x="4076700" y="4838700"/>
            <a:ext cx="7000875" cy="495300"/>
          </a:xfrm>
          <a:prstGeom prst="rect">
            <a:avLst/>
          </a:prstGeom>
          <a:noFill/>
          <a:ln w="0">
            <a:noFill/>
            <a:prstDash val="solid"/>
          </a:ln>
        </p:spPr>
        <p:txBody>
          <a:bodyPr wrap="square" lIns="0" tIns="0" rIns="0" bIns="0" anchor="ctr">
            <a:normAutofit/>
          </a:bodyPr>
          <a:lstStyle>
            <a:defPPr algn="l">
              <a:defRPr sz="1500" b="0">
                <a:solidFill>
                  <a:srgbClr val="10191A"/>
                </a:solidFill>
                <a:latin typeface="Arial"/>
                <a:ea typeface="Arial"/>
                <a:cs typeface="Arial"/>
              </a:defRPr>
            </a:defPPr>
            <a:lvl1pPr algn="l">
              <a:defRPr sz="1500" b="0">
                <a:solidFill>
                  <a:srgbClr val="10191A"/>
                </a:solidFill>
                <a:latin typeface="Arial"/>
                <a:ea typeface="Arial"/>
                <a:cs typeface="Arial"/>
              </a:defRPr>
            </a:lvl1pPr>
            <a:lvl2pPr algn="l">
              <a:defRPr sz="1500" b="0">
                <a:solidFill>
                  <a:srgbClr val="10191A"/>
                </a:solidFill>
                <a:latin typeface="Arial"/>
                <a:ea typeface="Arial"/>
                <a:cs typeface="Arial"/>
              </a:defRPr>
            </a:lvl2pPr>
            <a:lvl3pPr algn="l">
              <a:defRPr sz="1500" b="0">
                <a:solidFill>
                  <a:srgbClr val="10191A"/>
                </a:solidFill>
                <a:latin typeface="Arial"/>
                <a:ea typeface="Arial"/>
                <a:cs typeface="Arial"/>
              </a:defRPr>
            </a:lvl3pPr>
            <a:lvl4pPr algn="l">
              <a:defRPr sz="1500" b="0">
                <a:solidFill>
                  <a:srgbClr val="10191A"/>
                </a:solidFill>
                <a:latin typeface="Arial"/>
                <a:ea typeface="Arial"/>
                <a:cs typeface="Arial"/>
              </a:defRPr>
            </a:lvl4pPr>
            <a:lvl5pPr algn="l">
              <a:defRPr sz="1500" b="0">
                <a:solidFill>
                  <a:srgbClr val="10191A"/>
                </a:solidFill>
                <a:latin typeface="Arial"/>
                <a:ea typeface="Arial"/>
                <a:cs typeface="Arial"/>
              </a:defRPr>
            </a:lvl5pPr>
            <a:lvl6pPr algn="l">
              <a:defRPr sz="1500" b="0">
                <a:solidFill>
                  <a:srgbClr val="10191A"/>
                </a:solidFill>
                <a:latin typeface="Arial"/>
                <a:ea typeface="Arial"/>
                <a:cs typeface="Arial"/>
              </a:defRPr>
            </a:lvl6pPr>
            <a:lvl7pPr algn="l">
              <a:defRPr sz="1500" b="0">
                <a:solidFill>
                  <a:srgbClr val="10191A"/>
                </a:solidFill>
                <a:latin typeface="Arial"/>
                <a:ea typeface="Arial"/>
                <a:cs typeface="Arial"/>
              </a:defRPr>
            </a:lvl7pPr>
            <a:lvl8pPr algn="l">
              <a:defRPr sz="1500" b="0">
                <a:solidFill>
                  <a:srgbClr val="10191A"/>
                </a:solidFill>
                <a:latin typeface="Arial"/>
                <a:ea typeface="Arial"/>
                <a:cs typeface="Arial"/>
              </a:defRPr>
            </a:lvl8pPr>
            <a:lvl9pPr algn="l">
              <a:defRPr sz="1500" b="0">
                <a:solidFill>
                  <a:srgbClr val="10191A"/>
                </a:solidFill>
                <a:latin typeface="Arial"/>
                <a:ea typeface="Arial"/>
                <a:cs typeface="Arial"/>
              </a:defRPr>
            </a:lvl9pPr>
          </a:lstStyle>
          <a:p>
            <a:pPr algn="l">
              <a:defRPr sz="1500" b="0">
                <a:solidFill>
                  <a:srgbClr val="10191A"/>
                </a:solidFill>
                <a:latin typeface="Arial"/>
                <a:ea typeface="Arial"/>
                <a:cs typeface="Arial"/>
              </a:defRPr>
            </a:pPr>
            <a:r>
              <a:rPr sz="1500" b="0">
                <a:solidFill>
                  <a:srgbClr val="10191A"/>
                </a:solidFill>
                <a:latin typeface="Arial"/>
                <a:ea typeface="Arial"/>
                <a:cs typeface="Arial"/>
              </a:rPr>
              <a:t>Time, track, zone, PPE assessment and saved evidence image</a:t>
            </a:r>
          </a:p>
        </p:txBody>
      </p:sp>
      <p:sp>
        <p:nvSpPr>
          <p:cNvPr id="19" name="Rectangle 18">
            <a:extLst>
              <a:ext uri="{FF2B5EF4-FFF2-40B4-BE49-F238E27FC236}">
                <a16:creationId xmlns:a16="http://schemas.microsoft.com/office/drawing/2014/main" id="{103DABEA-AE72-41F9-8AB6-5DF278EF92A2}"/>
              </a:ext>
            </a:extLst>
          </p:cNvPr>
          <p:cNvSpPr>
            <a:spLocks noGrp="1"/>
          </p:cNvSpPr>
          <p:nvPr/>
        </p:nvSpPr>
        <p:spPr>
          <a:xfrm>
            <a:off x="647700" y="5886450"/>
            <a:ext cx="10477500" cy="304800"/>
          </a:xfrm>
          <a:prstGeom prst="rect">
            <a:avLst/>
          </a:prstGeom>
          <a:noFill/>
          <a:ln w="0">
            <a:noFill/>
            <a:prstDash val="solid"/>
          </a:ln>
        </p:spPr>
        <p:txBody>
          <a:bodyPr wrap="square" lIns="0" tIns="0" rIns="0" bIns="0" anchor="ctr">
            <a:normAutofit/>
          </a:bodyPr>
          <a:lstStyle>
            <a:defPPr algn="l">
              <a:defRPr sz="1200" b="1">
                <a:solidFill>
                  <a:srgbClr val="243537"/>
                </a:solidFill>
                <a:latin typeface="Arial"/>
                <a:ea typeface="Arial"/>
                <a:cs typeface="Arial"/>
              </a:defRPr>
            </a:defPPr>
            <a:lvl1pPr algn="l">
              <a:defRPr sz="1200" b="1">
                <a:solidFill>
                  <a:srgbClr val="243537"/>
                </a:solidFill>
                <a:latin typeface="Arial"/>
                <a:ea typeface="Arial"/>
                <a:cs typeface="Arial"/>
              </a:defRPr>
            </a:lvl1pPr>
            <a:lvl2pPr algn="l">
              <a:defRPr sz="1200" b="1">
                <a:solidFill>
                  <a:srgbClr val="243537"/>
                </a:solidFill>
                <a:latin typeface="Arial"/>
                <a:ea typeface="Arial"/>
                <a:cs typeface="Arial"/>
              </a:defRPr>
            </a:lvl2pPr>
            <a:lvl3pPr algn="l">
              <a:defRPr sz="1200" b="1">
                <a:solidFill>
                  <a:srgbClr val="243537"/>
                </a:solidFill>
                <a:latin typeface="Arial"/>
                <a:ea typeface="Arial"/>
                <a:cs typeface="Arial"/>
              </a:defRPr>
            </a:lvl3pPr>
            <a:lvl4pPr algn="l">
              <a:defRPr sz="1200" b="1">
                <a:solidFill>
                  <a:srgbClr val="243537"/>
                </a:solidFill>
                <a:latin typeface="Arial"/>
                <a:ea typeface="Arial"/>
                <a:cs typeface="Arial"/>
              </a:defRPr>
            </a:lvl4pPr>
            <a:lvl5pPr algn="l">
              <a:defRPr sz="1200" b="1">
                <a:solidFill>
                  <a:srgbClr val="243537"/>
                </a:solidFill>
                <a:latin typeface="Arial"/>
                <a:ea typeface="Arial"/>
                <a:cs typeface="Arial"/>
              </a:defRPr>
            </a:lvl5pPr>
            <a:lvl6pPr algn="l">
              <a:defRPr sz="1200" b="1">
                <a:solidFill>
                  <a:srgbClr val="243537"/>
                </a:solidFill>
                <a:latin typeface="Arial"/>
                <a:ea typeface="Arial"/>
                <a:cs typeface="Arial"/>
              </a:defRPr>
            </a:lvl6pPr>
            <a:lvl7pPr algn="l">
              <a:defRPr sz="1200" b="1">
                <a:solidFill>
                  <a:srgbClr val="243537"/>
                </a:solidFill>
                <a:latin typeface="Arial"/>
                <a:ea typeface="Arial"/>
                <a:cs typeface="Arial"/>
              </a:defRPr>
            </a:lvl7pPr>
            <a:lvl8pPr algn="l">
              <a:defRPr sz="1200" b="1">
                <a:solidFill>
                  <a:srgbClr val="243537"/>
                </a:solidFill>
                <a:latin typeface="Arial"/>
                <a:ea typeface="Arial"/>
                <a:cs typeface="Arial"/>
              </a:defRPr>
            </a:lvl8pPr>
            <a:lvl9pPr algn="l">
              <a:defRPr sz="1200" b="1">
                <a:solidFill>
                  <a:srgbClr val="243537"/>
                </a:solidFill>
                <a:latin typeface="Arial"/>
                <a:ea typeface="Arial"/>
                <a:cs typeface="Arial"/>
              </a:defRPr>
            </a:lvl9pPr>
          </a:lstStyle>
          <a:p>
            <a:pPr algn="l">
              <a:defRPr sz="1200" b="1">
                <a:solidFill>
                  <a:srgbClr val="243537"/>
                </a:solidFill>
                <a:latin typeface="Arial"/>
                <a:ea typeface="Arial"/>
                <a:cs typeface="Arial"/>
              </a:defRPr>
            </a:pPr>
            <a:r>
              <a:rPr sz="1200" b="1">
                <a:solidFill>
                  <a:srgbClr val="243537"/>
                </a:solidFill>
                <a:latin typeface="Arial"/>
                <a:ea typeface="Arial"/>
                <a:cs typeface="Arial"/>
              </a:rPr>
              <a:t>Notifications shown in the prototype are browser-side. External email, SMS or Telegram delivery is not configured.</a:t>
            </a:r>
          </a:p>
        </p:txBody>
      </p:sp>
    </p:spTree>
    <p:extLst>
      <p:ext uri="{BB962C8B-B14F-4D97-AF65-F5344CB8AC3E}">
        <p14:creationId xmlns:p14="http://schemas.microsoft.com/office/powerpoint/2010/main" val="12906018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3F1E8"/>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176A1999-F2BB-4A5F-B73E-25ECA51BF45D}"/>
              </a:ext>
            </a:extLst>
          </p:cNvPr>
          <p:cNvSpPr>
            <a:spLocks noGrp="1"/>
          </p:cNvSpPr>
          <p:nvPr/>
        </p:nvSpPr>
        <p:spPr>
          <a:xfrm>
            <a:off x="0" y="0"/>
            <a:ext cx="133350" cy="6858000"/>
          </a:xfrm>
          <a:prstGeom prst="rect">
            <a:avLst/>
          </a:prstGeom>
          <a:solidFill>
            <a:srgbClr val="C6F36B"/>
          </a:solidFill>
          <a:ln w="0">
            <a:noFill/>
            <a:prstDash val="solid"/>
          </a:ln>
        </p:spPr>
        <p:txBody>
          <a:bodyPr/>
          <a:lstStyle/>
          <a:p>
            <a:endParaRPr lang="en-IN"/>
          </a:p>
        </p:txBody>
      </p:sp>
      <p:sp>
        <p:nvSpPr>
          <p:cNvPr id="2" name="Rectangle 1">
            <a:extLst>
              <a:ext uri="{FF2B5EF4-FFF2-40B4-BE49-F238E27FC236}">
                <a16:creationId xmlns:a16="http://schemas.microsoft.com/office/drawing/2014/main" id="{340D71D2-B195-4D73-BCCE-D6441ADABBBA}"/>
              </a:ext>
            </a:extLst>
          </p:cNvPr>
          <p:cNvSpPr>
            <a:spLocks noGrp="1"/>
          </p:cNvSpPr>
          <p:nvPr/>
        </p:nvSpPr>
        <p:spPr>
          <a:xfrm>
            <a:off x="590550" y="285750"/>
            <a:ext cx="8572500" cy="219075"/>
          </a:xfrm>
          <a:prstGeom prst="rect">
            <a:avLst/>
          </a:prstGeom>
          <a:noFill/>
          <a:ln w="0">
            <a:noFill/>
            <a:prstDash val="solid"/>
          </a:ln>
        </p:spPr>
        <p:txBody>
          <a:bodyPr wrap="square" lIns="0" tIns="0" rIns="0" bIns="0" anchor="ctr">
            <a:normAutofit/>
          </a:bodyPr>
          <a:lstStyle>
            <a:defPPr algn="l">
              <a:defRPr sz="1050" b="1">
                <a:solidFill>
                  <a:srgbClr val="243537"/>
                </a:solidFill>
                <a:latin typeface="Arial"/>
                <a:ea typeface="Arial"/>
                <a:cs typeface="Arial"/>
              </a:defRPr>
            </a:defPPr>
            <a:lvl1pPr algn="l">
              <a:defRPr sz="1050" b="1">
                <a:solidFill>
                  <a:srgbClr val="243537"/>
                </a:solidFill>
                <a:latin typeface="Arial"/>
                <a:ea typeface="Arial"/>
                <a:cs typeface="Arial"/>
              </a:defRPr>
            </a:lvl1pPr>
            <a:lvl2pPr algn="l">
              <a:defRPr sz="1050" b="1">
                <a:solidFill>
                  <a:srgbClr val="243537"/>
                </a:solidFill>
                <a:latin typeface="Arial"/>
                <a:ea typeface="Arial"/>
                <a:cs typeface="Arial"/>
              </a:defRPr>
            </a:lvl2pPr>
            <a:lvl3pPr algn="l">
              <a:defRPr sz="1050" b="1">
                <a:solidFill>
                  <a:srgbClr val="243537"/>
                </a:solidFill>
                <a:latin typeface="Arial"/>
                <a:ea typeface="Arial"/>
                <a:cs typeface="Arial"/>
              </a:defRPr>
            </a:lvl3pPr>
            <a:lvl4pPr algn="l">
              <a:defRPr sz="1050" b="1">
                <a:solidFill>
                  <a:srgbClr val="243537"/>
                </a:solidFill>
                <a:latin typeface="Arial"/>
                <a:ea typeface="Arial"/>
                <a:cs typeface="Arial"/>
              </a:defRPr>
            </a:lvl4pPr>
            <a:lvl5pPr algn="l">
              <a:defRPr sz="1050" b="1">
                <a:solidFill>
                  <a:srgbClr val="243537"/>
                </a:solidFill>
                <a:latin typeface="Arial"/>
                <a:ea typeface="Arial"/>
                <a:cs typeface="Arial"/>
              </a:defRPr>
            </a:lvl5pPr>
            <a:lvl6pPr algn="l">
              <a:defRPr sz="1050" b="1">
                <a:solidFill>
                  <a:srgbClr val="243537"/>
                </a:solidFill>
                <a:latin typeface="Arial"/>
                <a:ea typeface="Arial"/>
                <a:cs typeface="Arial"/>
              </a:defRPr>
            </a:lvl6pPr>
            <a:lvl7pPr algn="l">
              <a:defRPr sz="1050" b="1">
                <a:solidFill>
                  <a:srgbClr val="243537"/>
                </a:solidFill>
                <a:latin typeface="Arial"/>
                <a:ea typeface="Arial"/>
                <a:cs typeface="Arial"/>
              </a:defRPr>
            </a:lvl7pPr>
            <a:lvl8pPr algn="l">
              <a:defRPr sz="1050" b="1">
                <a:solidFill>
                  <a:srgbClr val="243537"/>
                </a:solidFill>
                <a:latin typeface="Arial"/>
                <a:ea typeface="Arial"/>
                <a:cs typeface="Arial"/>
              </a:defRPr>
            </a:lvl8pPr>
            <a:lvl9pPr algn="l">
              <a:defRPr sz="1050" b="1">
                <a:solidFill>
                  <a:srgbClr val="243537"/>
                </a:solidFill>
                <a:latin typeface="Arial"/>
                <a:ea typeface="Arial"/>
                <a:cs typeface="Arial"/>
              </a:defRPr>
            </a:lvl9pPr>
          </a:lstStyle>
          <a:p>
            <a:pPr algn="l">
              <a:defRPr sz="1050" b="1">
                <a:solidFill>
                  <a:srgbClr val="243537"/>
                </a:solidFill>
                <a:latin typeface="Arial"/>
                <a:ea typeface="Arial"/>
                <a:cs typeface="Arial"/>
              </a:defRPr>
            </a:pPr>
            <a:r>
              <a:rPr sz="1050" b="1">
                <a:solidFill>
                  <a:srgbClr val="243537"/>
                </a:solidFill>
                <a:latin typeface="Arial"/>
                <a:ea typeface="Arial"/>
                <a:cs typeface="Arial"/>
              </a:rPr>
              <a:t>11  /  LITERATURE</a:t>
            </a:r>
          </a:p>
        </p:txBody>
      </p:sp>
      <p:sp>
        <p:nvSpPr>
          <p:cNvPr id="3" name="Rectangle 2">
            <a:extLst>
              <a:ext uri="{FF2B5EF4-FFF2-40B4-BE49-F238E27FC236}">
                <a16:creationId xmlns:a16="http://schemas.microsoft.com/office/drawing/2014/main" id="{6B2CA152-5917-409C-B4EE-7D0FAC6037DE}"/>
              </a:ext>
            </a:extLst>
          </p:cNvPr>
          <p:cNvSpPr>
            <a:spLocks noGrp="1"/>
          </p:cNvSpPr>
          <p:nvPr/>
        </p:nvSpPr>
        <p:spPr>
          <a:xfrm>
            <a:off x="590550" y="647700"/>
            <a:ext cx="10858500" cy="514350"/>
          </a:xfrm>
          <a:prstGeom prst="rect">
            <a:avLst/>
          </a:prstGeom>
          <a:noFill/>
          <a:ln w="0">
            <a:noFill/>
            <a:prstDash val="solid"/>
          </a:ln>
        </p:spPr>
        <p:txBody>
          <a:bodyPr wrap="square" lIns="0" tIns="0" rIns="0" bIns="0" anchor="ctr">
            <a:normAutofit/>
          </a:bodyPr>
          <a:lstStyle>
            <a:defPPr algn="l">
              <a:defRPr sz="2700" b="1">
                <a:solidFill>
                  <a:srgbClr val="10191A"/>
                </a:solidFill>
                <a:latin typeface="Arial"/>
                <a:ea typeface="Arial"/>
                <a:cs typeface="Arial"/>
              </a:defRPr>
            </a:defPPr>
            <a:lvl1pPr algn="l">
              <a:defRPr sz="2700" b="1">
                <a:solidFill>
                  <a:srgbClr val="10191A"/>
                </a:solidFill>
                <a:latin typeface="Arial"/>
                <a:ea typeface="Arial"/>
                <a:cs typeface="Arial"/>
              </a:defRPr>
            </a:lvl1pPr>
            <a:lvl2pPr algn="l">
              <a:defRPr sz="2700" b="1">
                <a:solidFill>
                  <a:srgbClr val="10191A"/>
                </a:solidFill>
                <a:latin typeface="Arial"/>
                <a:ea typeface="Arial"/>
                <a:cs typeface="Arial"/>
              </a:defRPr>
            </a:lvl2pPr>
            <a:lvl3pPr algn="l">
              <a:defRPr sz="2700" b="1">
                <a:solidFill>
                  <a:srgbClr val="10191A"/>
                </a:solidFill>
                <a:latin typeface="Arial"/>
                <a:ea typeface="Arial"/>
                <a:cs typeface="Arial"/>
              </a:defRPr>
            </a:lvl3pPr>
            <a:lvl4pPr algn="l">
              <a:defRPr sz="2700" b="1">
                <a:solidFill>
                  <a:srgbClr val="10191A"/>
                </a:solidFill>
                <a:latin typeface="Arial"/>
                <a:ea typeface="Arial"/>
                <a:cs typeface="Arial"/>
              </a:defRPr>
            </a:lvl4pPr>
            <a:lvl5pPr algn="l">
              <a:defRPr sz="2700" b="1">
                <a:solidFill>
                  <a:srgbClr val="10191A"/>
                </a:solidFill>
                <a:latin typeface="Arial"/>
                <a:ea typeface="Arial"/>
                <a:cs typeface="Arial"/>
              </a:defRPr>
            </a:lvl5pPr>
            <a:lvl6pPr algn="l">
              <a:defRPr sz="2700" b="1">
                <a:solidFill>
                  <a:srgbClr val="10191A"/>
                </a:solidFill>
                <a:latin typeface="Arial"/>
                <a:ea typeface="Arial"/>
                <a:cs typeface="Arial"/>
              </a:defRPr>
            </a:lvl6pPr>
            <a:lvl7pPr algn="l">
              <a:defRPr sz="2700" b="1">
                <a:solidFill>
                  <a:srgbClr val="10191A"/>
                </a:solidFill>
                <a:latin typeface="Arial"/>
                <a:ea typeface="Arial"/>
                <a:cs typeface="Arial"/>
              </a:defRPr>
            </a:lvl7pPr>
            <a:lvl8pPr algn="l">
              <a:defRPr sz="2700" b="1">
                <a:solidFill>
                  <a:srgbClr val="10191A"/>
                </a:solidFill>
                <a:latin typeface="Arial"/>
                <a:ea typeface="Arial"/>
                <a:cs typeface="Arial"/>
              </a:defRPr>
            </a:lvl8pPr>
            <a:lvl9pPr algn="l">
              <a:defRPr sz="2700" b="1">
                <a:solidFill>
                  <a:srgbClr val="10191A"/>
                </a:solidFill>
                <a:latin typeface="Arial"/>
                <a:ea typeface="Arial"/>
                <a:cs typeface="Arial"/>
              </a:defRPr>
            </a:lvl9pPr>
          </a:lstStyle>
          <a:p>
            <a:pPr algn="l">
              <a:defRPr sz="2700" b="1">
                <a:solidFill>
                  <a:srgbClr val="10191A"/>
                </a:solidFill>
                <a:latin typeface="Arial"/>
                <a:ea typeface="Arial"/>
                <a:cs typeface="Arial"/>
              </a:defRPr>
            </a:pPr>
            <a:r>
              <a:rPr sz="2700" b="1">
                <a:solidFill>
                  <a:srgbClr val="10191A"/>
                </a:solidFill>
                <a:latin typeface="Arial"/>
                <a:ea typeface="Arial"/>
                <a:cs typeface="Arial"/>
              </a:rPr>
              <a:t>Research context and base paper</a:t>
            </a:r>
          </a:p>
        </p:txBody>
      </p:sp>
      <p:sp>
        <p:nvSpPr>
          <p:cNvPr id="4" name="Straight Connector 3">
            <a:extLst>
              <a:ext uri="{FF2B5EF4-FFF2-40B4-BE49-F238E27FC236}">
                <a16:creationId xmlns:a16="http://schemas.microsoft.com/office/drawing/2014/main" id="{D4E6AA17-CD38-48AD-8C28-0E162DF5F401}"/>
              </a:ext>
            </a:extLst>
          </p:cNvPr>
          <p:cNvSpPr>
            <a:spLocks noGrp="1"/>
          </p:cNvSpPr>
          <p:nvPr/>
        </p:nvSpPr>
        <p:spPr>
          <a:xfrm>
            <a:off x="590550" y="1304925"/>
            <a:ext cx="11010900" cy="9525"/>
          </a:xfrm>
          <a:prstGeom prst="line">
            <a:avLst/>
          </a:prstGeom>
          <a:noFill/>
          <a:ln w="9525">
            <a:solidFill>
              <a:srgbClr val="D1D6CC"/>
            </a:solidFill>
            <a:prstDash val="solid"/>
          </a:ln>
        </p:spPr>
        <p:txBody>
          <a:bodyPr/>
          <a:lstStyle/>
          <a:p>
            <a:endParaRPr lang="en-IN"/>
          </a:p>
        </p:txBody>
      </p:sp>
      <p:sp>
        <p:nvSpPr>
          <p:cNvPr id="5" name="Rectangle 4">
            <a:extLst>
              <a:ext uri="{FF2B5EF4-FFF2-40B4-BE49-F238E27FC236}">
                <a16:creationId xmlns:a16="http://schemas.microsoft.com/office/drawing/2014/main" id="{902B8145-5871-4CBA-90C8-78DFDA5F4C13}"/>
              </a:ext>
            </a:extLst>
          </p:cNvPr>
          <p:cNvSpPr>
            <a:spLocks noGrp="1"/>
          </p:cNvSpPr>
          <p:nvPr/>
        </p:nvSpPr>
        <p:spPr>
          <a:xfrm>
            <a:off x="11144250" y="6410325"/>
            <a:ext cx="457200" cy="190500"/>
          </a:xfrm>
          <a:prstGeom prst="rect">
            <a:avLst/>
          </a:prstGeom>
          <a:noFill/>
          <a:ln w="0">
            <a:noFill/>
            <a:prstDash val="solid"/>
          </a:ln>
        </p:spPr>
        <p:txBody>
          <a:bodyPr wrap="square" lIns="0" tIns="0" rIns="0" bIns="0" anchor="ctr">
            <a:normAutofit/>
          </a:bodyPr>
          <a:lstStyle>
            <a:defPPr algn="r">
              <a:defRPr sz="975" b="1">
                <a:solidFill>
                  <a:srgbClr val="243537"/>
                </a:solidFill>
                <a:latin typeface="Arial"/>
                <a:ea typeface="Arial"/>
                <a:cs typeface="Arial"/>
              </a:defRPr>
            </a:defPPr>
            <a:lvl1pPr algn="r">
              <a:defRPr sz="975" b="1">
                <a:solidFill>
                  <a:srgbClr val="243537"/>
                </a:solidFill>
                <a:latin typeface="Arial"/>
                <a:ea typeface="Arial"/>
                <a:cs typeface="Arial"/>
              </a:defRPr>
            </a:lvl1pPr>
            <a:lvl2pPr algn="r">
              <a:defRPr sz="975" b="1">
                <a:solidFill>
                  <a:srgbClr val="243537"/>
                </a:solidFill>
                <a:latin typeface="Arial"/>
                <a:ea typeface="Arial"/>
                <a:cs typeface="Arial"/>
              </a:defRPr>
            </a:lvl2pPr>
            <a:lvl3pPr algn="r">
              <a:defRPr sz="975" b="1">
                <a:solidFill>
                  <a:srgbClr val="243537"/>
                </a:solidFill>
                <a:latin typeface="Arial"/>
                <a:ea typeface="Arial"/>
                <a:cs typeface="Arial"/>
              </a:defRPr>
            </a:lvl3pPr>
            <a:lvl4pPr algn="r">
              <a:defRPr sz="975" b="1">
                <a:solidFill>
                  <a:srgbClr val="243537"/>
                </a:solidFill>
                <a:latin typeface="Arial"/>
                <a:ea typeface="Arial"/>
                <a:cs typeface="Arial"/>
              </a:defRPr>
            </a:lvl4pPr>
            <a:lvl5pPr algn="r">
              <a:defRPr sz="975" b="1">
                <a:solidFill>
                  <a:srgbClr val="243537"/>
                </a:solidFill>
                <a:latin typeface="Arial"/>
                <a:ea typeface="Arial"/>
                <a:cs typeface="Arial"/>
              </a:defRPr>
            </a:lvl5pPr>
            <a:lvl6pPr algn="r">
              <a:defRPr sz="975" b="1">
                <a:solidFill>
                  <a:srgbClr val="243537"/>
                </a:solidFill>
                <a:latin typeface="Arial"/>
                <a:ea typeface="Arial"/>
                <a:cs typeface="Arial"/>
              </a:defRPr>
            </a:lvl6pPr>
            <a:lvl7pPr algn="r">
              <a:defRPr sz="975" b="1">
                <a:solidFill>
                  <a:srgbClr val="243537"/>
                </a:solidFill>
                <a:latin typeface="Arial"/>
                <a:ea typeface="Arial"/>
                <a:cs typeface="Arial"/>
              </a:defRPr>
            </a:lvl7pPr>
            <a:lvl8pPr algn="r">
              <a:defRPr sz="975" b="1">
                <a:solidFill>
                  <a:srgbClr val="243537"/>
                </a:solidFill>
                <a:latin typeface="Arial"/>
                <a:ea typeface="Arial"/>
                <a:cs typeface="Arial"/>
              </a:defRPr>
            </a:lvl8pPr>
            <a:lvl9pPr algn="r">
              <a:defRPr sz="975" b="1">
                <a:solidFill>
                  <a:srgbClr val="243537"/>
                </a:solidFill>
                <a:latin typeface="Arial"/>
                <a:ea typeface="Arial"/>
                <a:cs typeface="Arial"/>
              </a:defRPr>
            </a:lvl9pPr>
          </a:lstStyle>
          <a:p>
            <a:pPr algn="r">
              <a:defRPr sz="975" b="1">
                <a:solidFill>
                  <a:srgbClr val="243537"/>
                </a:solidFill>
                <a:latin typeface="Arial"/>
                <a:ea typeface="Arial"/>
                <a:cs typeface="Arial"/>
              </a:defRPr>
            </a:pPr>
            <a:r>
              <a:rPr sz="975" b="1">
                <a:solidFill>
                  <a:srgbClr val="243537"/>
                </a:solidFill>
                <a:latin typeface="Arial"/>
                <a:ea typeface="Arial"/>
                <a:cs typeface="Arial"/>
              </a:rPr>
              <a:t>13</a:t>
            </a:r>
          </a:p>
        </p:txBody>
      </p:sp>
      <p:sp>
        <p:nvSpPr>
          <p:cNvPr id="6" name="Rectangle 5">
            <a:extLst>
              <a:ext uri="{FF2B5EF4-FFF2-40B4-BE49-F238E27FC236}">
                <a16:creationId xmlns:a16="http://schemas.microsoft.com/office/drawing/2014/main" id="{EE24910D-B7C0-4375-AC63-83C5B6CDD427}"/>
              </a:ext>
            </a:extLst>
          </p:cNvPr>
          <p:cNvSpPr>
            <a:spLocks noGrp="1"/>
          </p:cNvSpPr>
          <p:nvPr/>
        </p:nvSpPr>
        <p:spPr>
          <a:xfrm>
            <a:off x="628650" y="1581150"/>
            <a:ext cx="3714750" cy="304800"/>
          </a:xfrm>
          <a:prstGeom prst="rect">
            <a:avLst/>
          </a:prstGeom>
          <a:noFill/>
          <a:ln w="0">
            <a:noFill/>
            <a:prstDash val="solid"/>
          </a:ln>
        </p:spPr>
        <p:txBody>
          <a:bodyPr wrap="square" lIns="0" tIns="0" rIns="0" bIns="0" anchor="ctr">
            <a:normAutofit/>
          </a:bodyPr>
          <a:lstStyle>
            <a:defPPr algn="l">
              <a:defRPr sz="1575" b="1">
                <a:solidFill>
                  <a:srgbClr val="32CDBA"/>
                </a:solidFill>
                <a:latin typeface="Arial"/>
                <a:ea typeface="Arial"/>
                <a:cs typeface="Arial"/>
              </a:defRPr>
            </a:defPPr>
            <a:lvl1pPr algn="l">
              <a:defRPr sz="1575" b="1">
                <a:solidFill>
                  <a:srgbClr val="32CDBA"/>
                </a:solidFill>
                <a:latin typeface="Arial"/>
                <a:ea typeface="Arial"/>
                <a:cs typeface="Arial"/>
              </a:defRPr>
            </a:lvl1pPr>
            <a:lvl2pPr algn="l">
              <a:defRPr sz="1575" b="1">
                <a:solidFill>
                  <a:srgbClr val="32CDBA"/>
                </a:solidFill>
                <a:latin typeface="Arial"/>
                <a:ea typeface="Arial"/>
                <a:cs typeface="Arial"/>
              </a:defRPr>
            </a:lvl2pPr>
            <a:lvl3pPr algn="l">
              <a:defRPr sz="1575" b="1">
                <a:solidFill>
                  <a:srgbClr val="32CDBA"/>
                </a:solidFill>
                <a:latin typeface="Arial"/>
                <a:ea typeface="Arial"/>
                <a:cs typeface="Arial"/>
              </a:defRPr>
            </a:lvl3pPr>
            <a:lvl4pPr algn="l">
              <a:defRPr sz="1575" b="1">
                <a:solidFill>
                  <a:srgbClr val="32CDBA"/>
                </a:solidFill>
                <a:latin typeface="Arial"/>
                <a:ea typeface="Arial"/>
                <a:cs typeface="Arial"/>
              </a:defRPr>
            </a:lvl4pPr>
            <a:lvl5pPr algn="l">
              <a:defRPr sz="1575" b="1">
                <a:solidFill>
                  <a:srgbClr val="32CDBA"/>
                </a:solidFill>
                <a:latin typeface="Arial"/>
                <a:ea typeface="Arial"/>
                <a:cs typeface="Arial"/>
              </a:defRPr>
            </a:lvl5pPr>
            <a:lvl6pPr algn="l">
              <a:defRPr sz="1575" b="1">
                <a:solidFill>
                  <a:srgbClr val="32CDBA"/>
                </a:solidFill>
                <a:latin typeface="Arial"/>
                <a:ea typeface="Arial"/>
                <a:cs typeface="Arial"/>
              </a:defRPr>
            </a:lvl6pPr>
            <a:lvl7pPr algn="l">
              <a:defRPr sz="1575" b="1">
                <a:solidFill>
                  <a:srgbClr val="32CDBA"/>
                </a:solidFill>
                <a:latin typeface="Arial"/>
                <a:ea typeface="Arial"/>
                <a:cs typeface="Arial"/>
              </a:defRPr>
            </a:lvl7pPr>
            <a:lvl8pPr algn="l">
              <a:defRPr sz="1575" b="1">
                <a:solidFill>
                  <a:srgbClr val="32CDBA"/>
                </a:solidFill>
                <a:latin typeface="Arial"/>
                <a:ea typeface="Arial"/>
                <a:cs typeface="Arial"/>
              </a:defRPr>
            </a:lvl8pPr>
            <a:lvl9pPr algn="l">
              <a:defRPr sz="1575" b="1">
                <a:solidFill>
                  <a:srgbClr val="32CDBA"/>
                </a:solidFill>
                <a:latin typeface="Arial"/>
                <a:ea typeface="Arial"/>
                <a:cs typeface="Arial"/>
              </a:defRPr>
            </a:lvl9pPr>
          </a:lstStyle>
          <a:p>
            <a:pPr algn="l">
              <a:defRPr sz="1575" b="1">
                <a:solidFill>
                  <a:srgbClr val="32CDBA"/>
                </a:solidFill>
                <a:latin typeface="Arial"/>
                <a:ea typeface="Arial"/>
                <a:cs typeface="Arial"/>
              </a:defRPr>
            </a:pPr>
            <a:r>
              <a:rPr sz="1575" b="1">
                <a:solidFill>
                  <a:srgbClr val="32CDBA"/>
                </a:solidFill>
                <a:latin typeface="Arial"/>
                <a:ea typeface="Arial"/>
                <a:cs typeface="Arial"/>
              </a:rPr>
              <a:t>Selected base paper</a:t>
            </a:r>
          </a:p>
        </p:txBody>
      </p:sp>
      <p:sp>
        <p:nvSpPr>
          <p:cNvPr id="7" name="Rectangle 6">
            <a:extLst>
              <a:ext uri="{FF2B5EF4-FFF2-40B4-BE49-F238E27FC236}">
                <a16:creationId xmlns:a16="http://schemas.microsoft.com/office/drawing/2014/main" id="{B9673C72-E3B5-4A8E-AE94-22EA50A8B255}"/>
              </a:ext>
            </a:extLst>
          </p:cNvPr>
          <p:cNvSpPr>
            <a:spLocks noGrp="1"/>
          </p:cNvSpPr>
          <p:nvPr/>
        </p:nvSpPr>
        <p:spPr>
          <a:xfrm>
            <a:off x="628650" y="2009775"/>
            <a:ext cx="4857750" cy="361950"/>
          </a:xfrm>
          <a:prstGeom prst="rect">
            <a:avLst/>
          </a:prstGeom>
          <a:noFill/>
          <a:ln w="0">
            <a:noFill/>
            <a:prstDash val="solid"/>
          </a:ln>
        </p:spPr>
        <p:txBody>
          <a:bodyPr wrap="square" lIns="0" tIns="0" rIns="0" bIns="0" anchor="ctr">
            <a:normAutofit/>
          </a:bodyPr>
          <a:lstStyle>
            <a:defPPr algn="l">
              <a:defRPr sz="2100" b="1">
                <a:solidFill>
                  <a:srgbClr val="10191A"/>
                </a:solidFill>
                <a:latin typeface="Arial"/>
                <a:ea typeface="Arial"/>
                <a:cs typeface="Arial"/>
              </a:defRPr>
            </a:defPPr>
            <a:lvl1pPr algn="l">
              <a:defRPr sz="2100" b="1">
                <a:solidFill>
                  <a:srgbClr val="10191A"/>
                </a:solidFill>
                <a:latin typeface="Arial"/>
                <a:ea typeface="Arial"/>
                <a:cs typeface="Arial"/>
              </a:defRPr>
            </a:lvl1pPr>
            <a:lvl2pPr algn="l">
              <a:defRPr sz="2100" b="1">
                <a:solidFill>
                  <a:srgbClr val="10191A"/>
                </a:solidFill>
                <a:latin typeface="Arial"/>
                <a:ea typeface="Arial"/>
                <a:cs typeface="Arial"/>
              </a:defRPr>
            </a:lvl2pPr>
            <a:lvl3pPr algn="l">
              <a:defRPr sz="2100" b="1">
                <a:solidFill>
                  <a:srgbClr val="10191A"/>
                </a:solidFill>
                <a:latin typeface="Arial"/>
                <a:ea typeface="Arial"/>
                <a:cs typeface="Arial"/>
              </a:defRPr>
            </a:lvl3pPr>
            <a:lvl4pPr algn="l">
              <a:defRPr sz="2100" b="1">
                <a:solidFill>
                  <a:srgbClr val="10191A"/>
                </a:solidFill>
                <a:latin typeface="Arial"/>
                <a:ea typeface="Arial"/>
                <a:cs typeface="Arial"/>
              </a:defRPr>
            </a:lvl4pPr>
            <a:lvl5pPr algn="l">
              <a:defRPr sz="2100" b="1">
                <a:solidFill>
                  <a:srgbClr val="10191A"/>
                </a:solidFill>
                <a:latin typeface="Arial"/>
                <a:ea typeface="Arial"/>
                <a:cs typeface="Arial"/>
              </a:defRPr>
            </a:lvl5pPr>
            <a:lvl6pPr algn="l">
              <a:defRPr sz="2100" b="1">
                <a:solidFill>
                  <a:srgbClr val="10191A"/>
                </a:solidFill>
                <a:latin typeface="Arial"/>
                <a:ea typeface="Arial"/>
                <a:cs typeface="Arial"/>
              </a:defRPr>
            </a:lvl6pPr>
            <a:lvl7pPr algn="l">
              <a:defRPr sz="2100" b="1">
                <a:solidFill>
                  <a:srgbClr val="10191A"/>
                </a:solidFill>
                <a:latin typeface="Arial"/>
                <a:ea typeface="Arial"/>
                <a:cs typeface="Arial"/>
              </a:defRPr>
            </a:lvl7pPr>
            <a:lvl8pPr algn="l">
              <a:defRPr sz="2100" b="1">
                <a:solidFill>
                  <a:srgbClr val="10191A"/>
                </a:solidFill>
                <a:latin typeface="Arial"/>
                <a:ea typeface="Arial"/>
                <a:cs typeface="Arial"/>
              </a:defRPr>
            </a:lvl8pPr>
            <a:lvl9pPr algn="l">
              <a:defRPr sz="2100" b="1">
                <a:solidFill>
                  <a:srgbClr val="10191A"/>
                </a:solidFill>
                <a:latin typeface="Arial"/>
                <a:ea typeface="Arial"/>
                <a:cs typeface="Arial"/>
              </a:defRPr>
            </a:lvl9pPr>
          </a:lstStyle>
          <a:p>
            <a:pPr algn="l">
              <a:defRPr sz="2100" b="1">
                <a:solidFill>
                  <a:srgbClr val="10191A"/>
                </a:solidFill>
                <a:latin typeface="Arial"/>
                <a:ea typeface="Arial"/>
                <a:cs typeface="Arial"/>
              </a:defRPr>
            </a:pPr>
            <a:r>
              <a:rPr sz="2100" b="1">
                <a:solidFill>
                  <a:srgbClr val="10191A"/>
                </a:solidFill>
                <a:latin typeface="Arial"/>
                <a:ea typeface="Arial"/>
                <a:cs typeface="Arial"/>
              </a:rPr>
              <a:t>Cheng et al. (2022)</a:t>
            </a:r>
          </a:p>
        </p:txBody>
      </p:sp>
      <p:sp>
        <p:nvSpPr>
          <p:cNvPr id="8" name="Rectangle 7">
            <a:extLst>
              <a:ext uri="{FF2B5EF4-FFF2-40B4-BE49-F238E27FC236}">
                <a16:creationId xmlns:a16="http://schemas.microsoft.com/office/drawing/2014/main" id="{2C2FE6DC-E5BD-41DA-892D-E74D6D40A496}"/>
              </a:ext>
            </a:extLst>
          </p:cNvPr>
          <p:cNvSpPr>
            <a:spLocks noGrp="1"/>
          </p:cNvSpPr>
          <p:nvPr/>
        </p:nvSpPr>
        <p:spPr>
          <a:xfrm>
            <a:off x="628650" y="2457450"/>
            <a:ext cx="4905375" cy="1000125"/>
          </a:xfrm>
          <a:prstGeom prst="rect">
            <a:avLst/>
          </a:prstGeom>
          <a:noFill/>
          <a:ln w="0">
            <a:noFill/>
            <a:prstDash val="solid"/>
          </a:ln>
        </p:spPr>
        <p:txBody>
          <a:bodyPr wrap="square" lIns="0" tIns="0" rIns="0" bIns="0" anchor="ctr">
            <a:normAutofit/>
          </a:bodyPr>
          <a:lstStyle>
            <a:defPPr algn="l">
              <a:defRPr sz="1425" b="0">
                <a:solidFill>
                  <a:srgbClr val="243537"/>
                </a:solidFill>
                <a:latin typeface="Arial"/>
                <a:ea typeface="Arial"/>
                <a:cs typeface="Arial"/>
              </a:defRPr>
            </a:defPPr>
            <a:lvl1pPr algn="l">
              <a:defRPr sz="1425" b="0">
                <a:solidFill>
                  <a:srgbClr val="243537"/>
                </a:solidFill>
                <a:latin typeface="Arial"/>
                <a:ea typeface="Arial"/>
                <a:cs typeface="Arial"/>
              </a:defRPr>
            </a:lvl1pPr>
            <a:lvl2pPr algn="l">
              <a:defRPr sz="1425" b="0">
                <a:solidFill>
                  <a:srgbClr val="243537"/>
                </a:solidFill>
                <a:latin typeface="Arial"/>
                <a:ea typeface="Arial"/>
                <a:cs typeface="Arial"/>
              </a:defRPr>
            </a:lvl2pPr>
            <a:lvl3pPr algn="l">
              <a:defRPr sz="1425" b="0">
                <a:solidFill>
                  <a:srgbClr val="243537"/>
                </a:solidFill>
                <a:latin typeface="Arial"/>
                <a:ea typeface="Arial"/>
                <a:cs typeface="Arial"/>
              </a:defRPr>
            </a:lvl3pPr>
            <a:lvl4pPr algn="l">
              <a:defRPr sz="1425" b="0">
                <a:solidFill>
                  <a:srgbClr val="243537"/>
                </a:solidFill>
                <a:latin typeface="Arial"/>
                <a:ea typeface="Arial"/>
                <a:cs typeface="Arial"/>
              </a:defRPr>
            </a:lvl4pPr>
            <a:lvl5pPr algn="l">
              <a:defRPr sz="1425" b="0">
                <a:solidFill>
                  <a:srgbClr val="243537"/>
                </a:solidFill>
                <a:latin typeface="Arial"/>
                <a:ea typeface="Arial"/>
                <a:cs typeface="Arial"/>
              </a:defRPr>
            </a:lvl5pPr>
            <a:lvl6pPr algn="l">
              <a:defRPr sz="1425" b="0">
                <a:solidFill>
                  <a:srgbClr val="243537"/>
                </a:solidFill>
                <a:latin typeface="Arial"/>
                <a:ea typeface="Arial"/>
                <a:cs typeface="Arial"/>
              </a:defRPr>
            </a:lvl6pPr>
            <a:lvl7pPr algn="l">
              <a:defRPr sz="1425" b="0">
                <a:solidFill>
                  <a:srgbClr val="243537"/>
                </a:solidFill>
                <a:latin typeface="Arial"/>
                <a:ea typeface="Arial"/>
                <a:cs typeface="Arial"/>
              </a:defRPr>
            </a:lvl7pPr>
            <a:lvl8pPr algn="l">
              <a:defRPr sz="1425" b="0">
                <a:solidFill>
                  <a:srgbClr val="243537"/>
                </a:solidFill>
                <a:latin typeface="Arial"/>
                <a:ea typeface="Arial"/>
                <a:cs typeface="Arial"/>
              </a:defRPr>
            </a:lvl8pPr>
            <a:lvl9pPr algn="l">
              <a:defRPr sz="1425" b="0">
                <a:solidFill>
                  <a:srgbClr val="243537"/>
                </a:solidFill>
                <a:latin typeface="Arial"/>
                <a:ea typeface="Arial"/>
                <a:cs typeface="Arial"/>
              </a:defRPr>
            </a:lvl9pPr>
          </a:lstStyle>
          <a:p>
            <a:pPr algn="l">
              <a:defRPr sz="1425" b="0">
                <a:solidFill>
                  <a:srgbClr val="243537"/>
                </a:solidFill>
                <a:latin typeface="Arial"/>
                <a:ea typeface="Arial"/>
                <a:cs typeface="Arial"/>
              </a:defRPr>
            </a:pPr>
            <a:r>
              <a:rPr sz="1425" b="0">
                <a:solidFill>
                  <a:srgbClr val="243537"/>
                </a:solidFill>
                <a:latin typeface="Arial"/>
                <a:ea typeface="Arial"/>
                <a:cs typeface="Arial"/>
              </a:rPr>
              <a:t>Vision-based monitoring of site safety compliance based on worker re-identification and personal protective equipment classification</a:t>
            </a:r>
          </a:p>
        </p:txBody>
      </p:sp>
      <p:sp>
        <p:nvSpPr>
          <p:cNvPr id="9" name="Rectangle 8">
            <a:extLst>
              <a:ext uri="{FF2B5EF4-FFF2-40B4-BE49-F238E27FC236}">
                <a16:creationId xmlns:a16="http://schemas.microsoft.com/office/drawing/2014/main" id="{0A087EB6-AEB4-46AA-9D49-D4BBDEF9B9D5}"/>
              </a:ext>
            </a:extLst>
          </p:cNvPr>
          <p:cNvSpPr>
            <a:spLocks noGrp="1"/>
          </p:cNvSpPr>
          <p:nvPr/>
        </p:nvSpPr>
        <p:spPr>
          <a:xfrm>
            <a:off x="628650" y="3810000"/>
            <a:ext cx="2571750" cy="266700"/>
          </a:xfrm>
          <a:prstGeom prst="rect">
            <a:avLst/>
          </a:prstGeom>
          <a:noFill/>
          <a:ln w="0">
            <a:noFill/>
            <a:prstDash val="solid"/>
          </a:ln>
        </p:spPr>
        <p:txBody>
          <a:bodyPr wrap="square" lIns="0" tIns="0" rIns="0" bIns="0" anchor="ctr">
            <a:normAutofit/>
          </a:bodyPr>
          <a:lstStyle>
            <a:defPPr algn="l">
              <a:defRPr sz="1350" b="1">
                <a:solidFill>
                  <a:srgbClr val="C6F36B"/>
                </a:solidFill>
                <a:latin typeface="Arial"/>
                <a:ea typeface="Arial"/>
                <a:cs typeface="Arial"/>
              </a:defRPr>
            </a:defPPr>
            <a:lvl1pPr algn="l">
              <a:defRPr sz="1350" b="1">
                <a:solidFill>
                  <a:srgbClr val="C6F36B"/>
                </a:solidFill>
                <a:latin typeface="Arial"/>
                <a:ea typeface="Arial"/>
                <a:cs typeface="Arial"/>
              </a:defRPr>
            </a:lvl1pPr>
            <a:lvl2pPr algn="l">
              <a:defRPr sz="1350" b="1">
                <a:solidFill>
                  <a:srgbClr val="C6F36B"/>
                </a:solidFill>
                <a:latin typeface="Arial"/>
                <a:ea typeface="Arial"/>
                <a:cs typeface="Arial"/>
              </a:defRPr>
            </a:lvl2pPr>
            <a:lvl3pPr algn="l">
              <a:defRPr sz="1350" b="1">
                <a:solidFill>
                  <a:srgbClr val="C6F36B"/>
                </a:solidFill>
                <a:latin typeface="Arial"/>
                <a:ea typeface="Arial"/>
                <a:cs typeface="Arial"/>
              </a:defRPr>
            </a:lvl3pPr>
            <a:lvl4pPr algn="l">
              <a:defRPr sz="1350" b="1">
                <a:solidFill>
                  <a:srgbClr val="C6F36B"/>
                </a:solidFill>
                <a:latin typeface="Arial"/>
                <a:ea typeface="Arial"/>
                <a:cs typeface="Arial"/>
              </a:defRPr>
            </a:lvl4pPr>
            <a:lvl5pPr algn="l">
              <a:defRPr sz="1350" b="1">
                <a:solidFill>
                  <a:srgbClr val="C6F36B"/>
                </a:solidFill>
                <a:latin typeface="Arial"/>
                <a:ea typeface="Arial"/>
                <a:cs typeface="Arial"/>
              </a:defRPr>
            </a:lvl5pPr>
            <a:lvl6pPr algn="l">
              <a:defRPr sz="1350" b="1">
                <a:solidFill>
                  <a:srgbClr val="C6F36B"/>
                </a:solidFill>
                <a:latin typeface="Arial"/>
                <a:ea typeface="Arial"/>
                <a:cs typeface="Arial"/>
              </a:defRPr>
            </a:lvl6pPr>
            <a:lvl7pPr algn="l">
              <a:defRPr sz="1350" b="1">
                <a:solidFill>
                  <a:srgbClr val="C6F36B"/>
                </a:solidFill>
                <a:latin typeface="Arial"/>
                <a:ea typeface="Arial"/>
                <a:cs typeface="Arial"/>
              </a:defRPr>
            </a:lvl7pPr>
            <a:lvl8pPr algn="l">
              <a:defRPr sz="1350" b="1">
                <a:solidFill>
                  <a:srgbClr val="C6F36B"/>
                </a:solidFill>
                <a:latin typeface="Arial"/>
                <a:ea typeface="Arial"/>
                <a:cs typeface="Arial"/>
              </a:defRPr>
            </a:lvl8pPr>
            <a:lvl9pPr algn="l">
              <a:defRPr sz="1350" b="1">
                <a:solidFill>
                  <a:srgbClr val="C6F36B"/>
                </a:solidFill>
                <a:latin typeface="Arial"/>
                <a:ea typeface="Arial"/>
                <a:cs typeface="Arial"/>
              </a:defRPr>
            </a:lvl9pPr>
          </a:lstStyle>
          <a:p>
            <a:pPr algn="l">
              <a:defRPr sz="1350" b="1">
                <a:solidFill>
                  <a:srgbClr val="C6F36B"/>
                </a:solidFill>
                <a:latin typeface="Arial"/>
                <a:ea typeface="Arial"/>
                <a:cs typeface="Arial"/>
              </a:defRPr>
            </a:pPr>
            <a:r>
              <a:rPr sz="1350" b="1">
                <a:solidFill>
                  <a:srgbClr val="C6F36B"/>
                </a:solidFill>
                <a:latin typeface="Arial"/>
                <a:ea typeface="Arial"/>
                <a:cs typeface="Arial"/>
              </a:rPr>
              <a:t>Why it is relevant</a:t>
            </a:r>
          </a:p>
        </p:txBody>
      </p:sp>
      <p:sp>
        <p:nvSpPr>
          <p:cNvPr id="10" name="Rectangle 9">
            <a:extLst>
              <a:ext uri="{FF2B5EF4-FFF2-40B4-BE49-F238E27FC236}">
                <a16:creationId xmlns:a16="http://schemas.microsoft.com/office/drawing/2014/main" id="{C6DA0396-8177-4DC4-9BFC-FA0DD94FCC0E}"/>
              </a:ext>
            </a:extLst>
          </p:cNvPr>
          <p:cNvSpPr>
            <a:spLocks noGrp="1"/>
          </p:cNvSpPr>
          <p:nvPr/>
        </p:nvSpPr>
        <p:spPr>
          <a:xfrm>
            <a:off x="628650" y="4171950"/>
            <a:ext cx="4762500" cy="781050"/>
          </a:xfrm>
          <a:prstGeom prst="rect">
            <a:avLst/>
          </a:prstGeom>
          <a:noFill/>
          <a:ln w="0">
            <a:noFill/>
            <a:prstDash val="solid"/>
          </a:ln>
        </p:spPr>
        <p:txBody>
          <a:bodyPr wrap="square" lIns="0" tIns="0" rIns="0" bIns="0" anchor="ctr">
            <a:normAutofit/>
          </a:bodyPr>
          <a:lstStyle>
            <a:defPPr algn="l">
              <a:defRPr sz="1425" b="0">
                <a:solidFill>
                  <a:srgbClr val="10191A"/>
                </a:solidFill>
                <a:latin typeface="Arial"/>
                <a:ea typeface="Arial"/>
                <a:cs typeface="Arial"/>
              </a:defRPr>
            </a:defPPr>
            <a:lvl1pPr algn="l">
              <a:defRPr sz="1425" b="0">
                <a:solidFill>
                  <a:srgbClr val="10191A"/>
                </a:solidFill>
                <a:latin typeface="Arial"/>
                <a:ea typeface="Arial"/>
                <a:cs typeface="Arial"/>
              </a:defRPr>
            </a:lvl1pPr>
            <a:lvl2pPr algn="l">
              <a:defRPr sz="1425" b="0">
                <a:solidFill>
                  <a:srgbClr val="10191A"/>
                </a:solidFill>
                <a:latin typeface="Arial"/>
                <a:ea typeface="Arial"/>
                <a:cs typeface="Arial"/>
              </a:defRPr>
            </a:lvl2pPr>
            <a:lvl3pPr algn="l">
              <a:defRPr sz="1425" b="0">
                <a:solidFill>
                  <a:srgbClr val="10191A"/>
                </a:solidFill>
                <a:latin typeface="Arial"/>
                <a:ea typeface="Arial"/>
                <a:cs typeface="Arial"/>
              </a:defRPr>
            </a:lvl3pPr>
            <a:lvl4pPr algn="l">
              <a:defRPr sz="1425" b="0">
                <a:solidFill>
                  <a:srgbClr val="10191A"/>
                </a:solidFill>
                <a:latin typeface="Arial"/>
                <a:ea typeface="Arial"/>
                <a:cs typeface="Arial"/>
              </a:defRPr>
            </a:lvl4pPr>
            <a:lvl5pPr algn="l">
              <a:defRPr sz="1425" b="0">
                <a:solidFill>
                  <a:srgbClr val="10191A"/>
                </a:solidFill>
                <a:latin typeface="Arial"/>
                <a:ea typeface="Arial"/>
                <a:cs typeface="Arial"/>
              </a:defRPr>
            </a:lvl5pPr>
            <a:lvl6pPr algn="l">
              <a:defRPr sz="1425" b="0">
                <a:solidFill>
                  <a:srgbClr val="10191A"/>
                </a:solidFill>
                <a:latin typeface="Arial"/>
                <a:ea typeface="Arial"/>
                <a:cs typeface="Arial"/>
              </a:defRPr>
            </a:lvl6pPr>
            <a:lvl7pPr algn="l">
              <a:defRPr sz="1425" b="0">
                <a:solidFill>
                  <a:srgbClr val="10191A"/>
                </a:solidFill>
                <a:latin typeface="Arial"/>
                <a:ea typeface="Arial"/>
                <a:cs typeface="Arial"/>
              </a:defRPr>
            </a:lvl7pPr>
            <a:lvl8pPr algn="l">
              <a:defRPr sz="1425" b="0">
                <a:solidFill>
                  <a:srgbClr val="10191A"/>
                </a:solidFill>
                <a:latin typeface="Arial"/>
                <a:ea typeface="Arial"/>
                <a:cs typeface="Arial"/>
              </a:defRPr>
            </a:lvl8pPr>
            <a:lvl9pPr algn="l">
              <a:defRPr sz="1425" b="0">
                <a:solidFill>
                  <a:srgbClr val="10191A"/>
                </a:solidFill>
                <a:latin typeface="Arial"/>
                <a:ea typeface="Arial"/>
                <a:cs typeface="Arial"/>
              </a:defRPr>
            </a:lvl9pPr>
          </a:lstStyle>
          <a:p>
            <a:pPr algn="l">
              <a:defRPr sz="1425" b="0">
                <a:solidFill>
                  <a:srgbClr val="10191A"/>
                </a:solidFill>
                <a:latin typeface="Arial"/>
                <a:ea typeface="Arial"/>
                <a:cs typeface="Arial"/>
              </a:defRPr>
            </a:pPr>
            <a:r>
              <a:rPr sz="1425" b="0">
                <a:solidFill>
                  <a:srgbClr val="10191A"/>
                </a:solidFill>
                <a:latin typeface="Arial"/>
                <a:ea typeface="Arial"/>
                <a:cs typeface="Arial"/>
              </a:rPr>
              <a:t>It links worker identity with PPE status and incident logging, the key association challenge in this project.</a:t>
            </a:r>
          </a:p>
        </p:txBody>
      </p:sp>
      <p:sp>
        <p:nvSpPr>
          <p:cNvPr id="11" name="Straight Connector 10">
            <a:extLst>
              <a:ext uri="{FF2B5EF4-FFF2-40B4-BE49-F238E27FC236}">
                <a16:creationId xmlns:a16="http://schemas.microsoft.com/office/drawing/2014/main" id="{9574D033-3217-49BD-B03B-34186B27B57A}"/>
              </a:ext>
            </a:extLst>
          </p:cNvPr>
          <p:cNvSpPr>
            <a:spLocks noGrp="1"/>
          </p:cNvSpPr>
          <p:nvPr/>
        </p:nvSpPr>
        <p:spPr>
          <a:xfrm>
            <a:off x="5924550" y="1657350"/>
            <a:ext cx="9525" cy="4019550"/>
          </a:xfrm>
          <a:prstGeom prst="line">
            <a:avLst/>
          </a:prstGeom>
          <a:noFill/>
          <a:ln w="9525">
            <a:solidFill>
              <a:srgbClr val="CDD5CB"/>
            </a:solidFill>
            <a:prstDash val="solid"/>
          </a:ln>
        </p:spPr>
        <p:txBody>
          <a:bodyPr/>
          <a:lstStyle/>
          <a:p>
            <a:endParaRPr lang="en-IN"/>
          </a:p>
        </p:txBody>
      </p:sp>
      <p:sp>
        <p:nvSpPr>
          <p:cNvPr id="12" name="Rectangle 11">
            <a:extLst>
              <a:ext uri="{FF2B5EF4-FFF2-40B4-BE49-F238E27FC236}">
                <a16:creationId xmlns:a16="http://schemas.microsoft.com/office/drawing/2014/main" id="{31B10069-BC7A-4572-BB91-BBDCEF38E613}"/>
              </a:ext>
            </a:extLst>
          </p:cNvPr>
          <p:cNvSpPr>
            <a:spLocks noGrp="1"/>
          </p:cNvSpPr>
          <p:nvPr/>
        </p:nvSpPr>
        <p:spPr>
          <a:xfrm>
            <a:off x="6477000" y="1581150"/>
            <a:ext cx="4667250" cy="304800"/>
          </a:xfrm>
          <a:prstGeom prst="rect">
            <a:avLst/>
          </a:prstGeom>
          <a:noFill/>
          <a:ln w="0">
            <a:noFill/>
            <a:prstDash val="solid"/>
          </a:ln>
        </p:spPr>
        <p:txBody>
          <a:bodyPr wrap="square" lIns="0" tIns="0" rIns="0" bIns="0" anchor="ctr">
            <a:normAutofit/>
          </a:bodyPr>
          <a:lstStyle>
            <a:defPPr algn="l">
              <a:defRPr sz="1575" b="1">
                <a:solidFill>
                  <a:srgbClr val="32CDBA"/>
                </a:solidFill>
                <a:latin typeface="Arial"/>
                <a:ea typeface="Arial"/>
                <a:cs typeface="Arial"/>
              </a:defRPr>
            </a:defPPr>
            <a:lvl1pPr algn="l">
              <a:defRPr sz="1575" b="1">
                <a:solidFill>
                  <a:srgbClr val="32CDBA"/>
                </a:solidFill>
                <a:latin typeface="Arial"/>
                <a:ea typeface="Arial"/>
                <a:cs typeface="Arial"/>
              </a:defRPr>
            </a:lvl1pPr>
            <a:lvl2pPr algn="l">
              <a:defRPr sz="1575" b="1">
                <a:solidFill>
                  <a:srgbClr val="32CDBA"/>
                </a:solidFill>
                <a:latin typeface="Arial"/>
                <a:ea typeface="Arial"/>
                <a:cs typeface="Arial"/>
              </a:defRPr>
            </a:lvl2pPr>
            <a:lvl3pPr algn="l">
              <a:defRPr sz="1575" b="1">
                <a:solidFill>
                  <a:srgbClr val="32CDBA"/>
                </a:solidFill>
                <a:latin typeface="Arial"/>
                <a:ea typeface="Arial"/>
                <a:cs typeface="Arial"/>
              </a:defRPr>
            </a:lvl3pPr>
            <a:lvl4pPr algn="l">
              <a:defRPr sz="1575" b="1">
                <a:solidFill>
                  <a:srgbClr val="32CDBA"/>
                </a:solidFill>
                <a:latin typeface="Arial"/>
                <a:ea typeface="Arial"/>
                <a:cs typeface="Arial"/>
              </a:defRPr>
            </a:lvl4pPr>
            <a:lvl5pPr algn="l">
              <a:defRPr sz="1575" b="1">
                <a:solidFill>
                  <a:srgbClr val="32CDBA"/>
                </a:solidFill>
                <a:latin typeface="Arial"/>
                <a:ea typeface="Arial"/>
                <a:cs typeface="Arial"/>
              </a:defRPr>
            </a:lvl5pPr>
            <a:lvl6pPr algn="l">
              <a:defRPr sz="1575" b="1">
                <a:solidFill>
                  <a:srgbClr val="32CDBA"/>
                </a:solidFill>
                <a:latin typeface="Arial"/>
                <a:ea typeface="Arial"/>
                <a:cs typeface="Arial"/>
              </a:defRPr>
            </a:lvl6pPr>
            <a:lvl7pPr algn="l">
              <a:defRPr sz="1575" b="1">
                <a:solidFill>
                  <a:srgbClr val="32CDBA"/>
                </a:solidFill>
                <a:latin typeface="Arial"/>
                <a:ea typeface="Arial"/>
                <a:cs typeface="Arial"/>
              </a:defRPr>
            </a:lvl7pPr>
            <a:lvl8pPr algn="l">
              <a:defRPr sz="1575" b="1">
                <a:solidFill>
                  <a:srgbClr val="32CDBA"/>
                </a:solidFill>
                <a:latin typeface="Arial"/>
                <a:ea typeface="Arial"/>
                <a:cs typeface="Arial"/>
              </a:defRPr>
            </a:lvl8pPr>
            <a:lvl9pPr algn="l">
              <a:defRPr sz="1575" b="1">
                <a:solidFill>
                  <a:srgbClr val="32CDBA"/>
                </a:solidFill>
                <a:latin typeface="Arial"/>
                <a:ea typeface="Arial"/>
                <a:cs typeface="Arial"/>
              </a:defRPr>
            </a:lvl9pPr>
          </a:lstStyle>
          <a:p>
            <a:pPr algn="l">
              <a:defRPr sz="1575" b="1">
                <a:solidFill>
                  <a:srgbClr val="32CDBA"/>
                </a:solidFill>
                <a:latin typeface="Arial"/>
                <a:ea typeface="Arial"/>
                <a:cs typeface="Arial"/>
              </a:defRPr>
            </a:pPr>
            <a:r>
              <a:rPr sz="1575" b="1">
                <a:solidFill>
                  <a:srgbClr val="32CDBA"/>
                </a:solidFill>
                <a:latin typeface="Arial"/>
                <a:ea typeface="Arial"/>
                <a:cs typeface="Arial"/>
              </a:rPr>
              <a:t>Project distinction</a:t>
            </a:r>
          </a:p>
        </p:txBody>
      </p:sp>
      <p:sp>
        <p:nvSpPr>
          <p:cNvPr id="13" name="Rectangle 12">
            <a:extLst>
              <a:ext uri="{FF2B5EF4-FFF2-40B4-BE49-F238E27FC236}">
                <a16:creationId xmlns:a16="http://schemas.microsoft.com/office/drawing/2014/main" id="{1C797254-6CA6-46CD-BD84-D6E0F3249944}"/>
              </a:ext>
            </a:extLst>
          </p:cNvPr>
          <p:cNvSpPr>
            <a:spLocks noGrp="1"/>
          </p:cNvSpPr>
          <p:nvPr/>
        </p:nvSpPr>
        <p:spPr>
          <a:xfrm>
            <a:off x="6477000" y="2009775"/>
            <a:ext cx="4762500" cy="990600"/>
          </a:xfrm>
          <a:prstGeom prst="rect">
            <a:avLst/>
          </a:prstGeom>
          <a:noFill/>
          <a:ln w="0">
            <a:noFill/>
            <a:prstDash val="solid"/>
          </a:ln>
        </p:spPr>
        <p:txBody>
          <a:bodyPr wrap="square" lIns="0" tIns="0" rIns="0" bIns="0" anchor="ctr">
            <a:normAutofit/>
          </a:bodyPr>
          <a:lstStyle>
            <a:defPPr algn="l">
              <a:defRPr sz="1500" b="0">
                <a:solidFill>
                  <a:srgbClr val="10191A"/>
                </a:solidFill>
                <a:latin typeface="Arial"/>
                <a:ea typeface="Arial"/>
                <a:cs typeface="Arial"/>
              </a:defRPr>
            </a:defPPr>
            <a:lvl1pPr algn="l">
              <a:defRPr sz="1500" b="0">
                <a:solidFill>
                  <a:srgbClr val="10191A"/>
                </a:solidFill>
                <a:latin typeface="Arial"/>
                <a:ea typeface="Arial"/>
                <a:cs typeface="Arial"/>
              </a:defRPr>
            </a:lvl1pPr>
            <a:lvl2pPr algn="l">
              <a:defRPr sz="1500" b="0">
                <a:solidFill>
                  <a:srgbClr val="10191A"/>
                </a:solidFill>
                <a:latin typeface="Arial"/>
                <a:ea typeface="Arial"/>
                <a:cs typeface="Arial"/>
              </a:defRPr>
            </a:lvl2pPr>
            <a:lvl3pPr algn="l">
              <a:defRPr sz="1500" b="0">
                <a:solidFill>
                  <a:srgbClr val="10191A"/>
                </a:solidFill>
                <a:latin typeface="Arial"/>
                <a:ea typeface="Arial"/>
                <a:cs typeface="Arial"/>
              </a:defRPr>
            </a:lvl3pPr>
            <a:lvl4pPr algn="l">
              <a:defRPr sz="1500" b="0">
                <a:solidFill>
                  <a:srgbClr val="10191A"/>
                </a:solidFill>
                <a:latin typeface="Arial"/>
                <a:ea typeface="Arial"/>
                <a:cs typeface="Arial"/>
              </a:defRPr>
            </a:lvl4pPr>
            <a:lvl5pPr algn="l">
              <a:defRPr sz="1500" b="0">
                <a:solidFill>
                  <a:srgbClr val="10191A"/>
                </a:solidFill>
                <a:latin typeface="Arial"/>
                <a:ea typeface="Arial"/>
                <a:cs typeface="Arial"/>
              </a:defRPr>
            </a:lvl5pPr>
            <a:lvl6pPr algn="l">
              <a:defRPr sz="1500" b="0">
                <a:solidFill>
                  <a:srgbClr val="10191A"/>
                </a:solidFill>
                <a:latin typeface="Arial"/>
                <a:ea typeface="Arial"/>
                <a:cs typeface="Arial"/>
              </a:defRPr>
            </a:lvl6pPr>
            <a:lvl7pPr algn="l">
              <a:defRPr sz="1500" b="0">
                <a:solidFill>
                  <a:srgbClr val="10191A"/>
                </a:solidFill>
                <a:latin typeface="Arial"/>
                <a:ea typeface="Arial"/>
                <a:cs typeface="Arial"/>
              </a:defRPr>
            </a:lvl7pPr>
            <a:lvl8pPr algn="l">
              <a:defRPr sz="1500" b="0">
                <a:solidFill>
                  <a:srgbClr val="10191A"/>
                </a:solidFill>
                <a:latin typeface="Arial"/>
                <a:ea typeface="Arial"/>
                <a:cs typeface="Arial"/>
              </a:defRPr>
            </a:lvl8pPr>
            <a:lvl9pPr algn="l">
              <a:defRPr sz="1500" b="0">
                <a:solidFill>
                  <a:srgbClr val="10191A"/>
                </a:solidFill>
                <a:latin typeface="Arial"/>
                <a:ea typeface="Arial"/>
                <a:cs typeface="Arial"/>
              </a:defRPr>
            </a:lvl9pPr>
          </a:lstStyle>
          <a:p>
            <a:pPr algn="l">
              <a:defRPr sz="1500" b="0">
                <a:solidFill>
                  <a:srgbClr val="10191A"/>
                </a:solidFill>
                <a:latin typeface="Arial"/>
                <a:ea typeface="Arial"/>
                <a:cs typeface="Arial"/>
              </a:defRPr>
            </a:pPr>
            <a:r>
              <a:rPr sz="1500" b="0">
                <a:solidFill>
                  <a:srgbClr val="10191A"/>
                </a:solidFill>
                <a:latin typeface="Arial"/>
                <a:ea typeface="Arial"/>
                <a:cs typeface="Arial"/>
              </a:rPr>
              <a:t>Cheng et al. study cross-camera worker re-identification. SafeSight uses single-camera ByteTrack IDs and geometric PPE-to-person association.</a:t>
            </a:r>
          </a:p>
        </p:txBody>
      </p:sp>
      <p:sp>
        <p:nvSpPr>
          <p:cNvPr id="14" name="Rectangle 13">
            <a:extLst>
              <a:ext uri="{FF2B5EF4-FFF2-40B4-BE49-F238E27FC236}">
                <a16:creationId xmlns:a16="http://schemas.microsoft.com/office/drawing/2014/main" id="{FCE8EC40-040C-4831-821B-742B19166C57}"/>
              </a:ext>
            </a:extLst>
          </p:cNvPr>
          <p:cNvSpPr>
            <a:spLocks noGrp="1"/>
          </p:cNvSpPr>
          <p:nvPr/>
        </p:nvSpPr>
        <p:spPr>
          <a:xfrm>
            <a:off x="6477000" y="3390900"/>
            <a:ext cx="4667250" cy="266700"/>
          </a:xfrm>
          <a:prstGeom prst="rect">
            <a:avLst/>
          </a:prstGeom>
          <a:noFill/>
          <a:ln w="0">
            <a:noFill/>
            <a:prstDash val="solid"/>
          </a:ln>
        </p:spPr>
        <p:txBody>
          <a:bodyPr wrap="square" lIns="0" tIns="0" rIns="0" bIns="0" anchor="ctr">
            <a:normAutofit/>
          </a:bodyPr>
          <a:lstStyle>
            <a:defPPr algn="l">
              <a:defRPr sz="1350" b="1">
                <a:solidFill>
                  <a:srgbClr val="C6F36B"/>
                </a:solidFill>
                <a:latin typeface="Arial"/>
                <a:ea typeface="Arial"/>
                <a:cs typeface="Arial"/>
              </a:defRPr>
            </a:defPPr>
            <a:lvl1pPr algn="l">
              <a:defRPr sz="1350" b="1">
                <a:solidFill>
                  <a:srgbClr val="C6F36B"/>
                </a:solidFill>
                <a:latin typeface="Arial"/>
                <a:ea typeface="Arial"/>
                <a:cs typeface="Arial"/>
              </a:defRPr>
            </a:lvl1pPr>
            <a:lvl2pPr algn="l">
              <a:defRPr sz="1350" b="1">
                <a:solidFill>
                  <a:srgbClr val="C6F36B"/>
                </a:solidFill>
                <a:latin typeface="Arial"/>
                <a:ea typeface="Arial"/>
                <a:cs typeface="Arial"/>
              </a:defRPr>
            </a:lvl2pPr>
            <a:lvl3pPr algn="l">
              <a:defRPr sz="1350" b="1">
                <a:solidFill>
                  <a:srgbClr val="C6F36B"/>
                </a:solidFill>
                <a:latin typeface="Arial"/>
                <a:ea typeface="Arial"/>
                <a:cs typeface="Arial"/>
              </a:defRPr>
            </a:lvl3pPr>
            <a:lvl4pPr algn="l">
              <a:defRPr sz="1350" b="1">
                <a:solidFill>
                  <a:srgbClr val="C6F36B"/>
                </a:solidFill>
                <a:latin typeface="Arial"/>
                <a:ea typeface="Arial"/>
                <a:cs typeface="Arial"/>
              </a:defRPr>
            </a:lvl4pPr>
            <a:lvl5pPr algn="l">
              <a:defRPr sz="1350" b="1">
                <a:solidFill>
                  <a:srgbClr val="C6F36B"/>
                </a:solidFill>
                <a:latin typeface="Arial"/>
                <a:ea typeface="Arial"/>
                <a:cs typeface="Arial"/>
              </a:defRPr>
            </a:lvl5pPr>
            <a:lvl6pPr algn="l">
              <a:defRPr sz="1350" b="1">
                <a:solidFill>
                  <a:srgbClr val="C6F36B"/>
                </a:solidFill>
                <a:latin typeface="Arial"/>
                <a:ea typeface="Arial"/>
                <a:cs typeface="Arial"/>
              </a:defRPr>
            </a:lvl6pPr>
            <a:lvl7pPr algn="l">
              <a:defRPr sz="1350" b="1">
                <a:solidFill>
                  <a:srgbClr val="C6F36B"/>
                </a:solidFill>
                <a:latin typeface="Arial"/>
                <a:ea typeface="Arial"/>
                <a:cs typeface="Arial"/>
              </a:defRPr>
            </a:lvl7pPr>
            <a:lvl8pPr algn="l">
              <a:defRPr sz="1350" b="1">
                <a:solidFill>
                  <a:srgbClr val="C6F36B"/>
                </a:solidFill>
                <a:latin typeface="Arial"/>
                <a:ea typeface="Arial"/>
                <a:cs typeface="Arial"/>
              </a:defRPr>
            </a:lvl8pPr>
            <a:lvl9pPr algn="l">
              <a:defRPr sz="1350" b="1">
                <a:solidFill>
                  <a:srgbClr val="C6F36B"/>
                </a:solidFill>
                <a:latin typeface="Arial"/>
                <a:ea typeface="Arial"/>
                <a:cs typeface="Arial"/>
              </a:defRPr>
            </a:lvl9pPr>
          </a:lstStyle>
          <a:p>
            <a:pPr algn="l">
              <a:defRPr sz="1350" b="1">
                <a:solidFill>
                  <a:srgbClr val="C6F36B"/>
                </a:solidFill>
                <a:latin typeface="Arial"/>
                <a:ea typeface="Arial"/>
                <a:cs typeface="Arial"/>
              </a:defRPr>
            </a:pPr>
            <a:r>
              <a:rPr sz="1350" b="1">
                <a:solidFill>
                  <a:srgbClr val="C6F36B"/>
                </a:solidFill>
                <a:latin typeface="Arial"/>
                <a:ea typeface="Arial"/>
                <a:cs typeface="Arial"/>
              </a:rPr>
              <a:t>Related directions</a:t>
            </a:r>
          </a:p>
        </p:txBody>
      </p:sp>
      <p:sp>
        <p:nvSpPr>
          <p:cNvPr id="15" name="Rectangle 14">
            <a:extLst>
              <a:ext uri="{FF2B5EF4-FFF2-40B4-BE49-F238E27FC236}">
                <a16:creationId xmlns:a16="http://schemas.microsoft.com/office/drawing/2014/main" id="{EC48FF38-0F65-47A2-BD65-8461759E1FF6}"/>
              </a:ext>
            </a:extLst>
          </p:cNvPr>
          <p:cNvSpPr>
            <a:spLocks noGrp="1"/>
          </p:cNvSpPr>
          <p:nvPr/>
        </p:nvSpPr>
        <p:spPr>
          <a:xfrm>
            <a:off x="6477000" y="3810000"/>
            <a:ext cx="4762500" cy="1352550"/>
          </a:xfrm>
          <a:prstGeom prst="rect">
            <a:avLst/>
          </a:prstGeom>
          <a:noFill/>
          <a:ln w="0">
            <a:noFill/>
            <a:prstDash val="solid"/>
          </a:ln>
        </p:spPr>
        <p:txBody>
          <a:bodyPr wrap="square" lIns="0" tIns="0" rIns="0" bIns="0" anchor="ctr">
            <a:normAutofit/>
          </a:bodyPr>
          <a:lstStyle>
            <a:defPPr algn="l">
              <a:defRPr sz="1350" b="0">
                <a:solidFill>
                  <a:srgbClr val="243537"/>
                </a:solidFill>
                <a:latin typeface="Arial"/>
                <a:ea typeface="Arial"/>
                <a:cs typeface="Arial"/>
              </a:defRPr>
            </a:defPPr>
            <a:lvl1pPr algn="l">
              <a:defRPr sz="1350" b="0">
                <a:solidFill>
                  <a:srgbClr val="243537"/>
                </a:solidFill>
                <a:latin typeface="Arial"/>
                <a:ea typeface="Arial"/>
                <a:cs typeface="Arial"/>
              </a:defRPr>
            </a:lvl1pPr>
            <a:lvl2pPr algn="l">
              <a:defRPr sz="1350" b="0">
                <a:solidFill>
                  <a:srgbClr val="243537"/>
                </a:solidFill>
                <a:latin typeface="Arial"/>
                <a:ea typeface="Arial"/>
                <a:cs typeface="Arial"/>
              </a:defRPr>
            </a:lvl2pPr>
            <a:lvl3pPr algn="l">
              <a:defRPr sz="1350" b="0">
                <a:solidFill>
                  <a:srgbClr val="243537"/>
                </a:solidFill>
                <a:latin typeface="Arial"/>
                <a:ea typeface="Arial"/>
                <a:cs typeface="Arial"/>
              </a:defRPr>
            </a:lvl3pPr>
            <a:lvl4pPr algn="l">
              <a:defRPr sz="1350" b="0">
                <a:solidFill>
                  <a:srgbClr val="243537"/>
                </a:solidFill>
                <a:latin typeface="Arial"/>
                <a:ea typeface="Arial"/>
                <a:cs typeface="Arial"/>
              </a:defRPr>
            </a:lvl4pPr>
            <a:lvl5pPr algn="l">
              <a:defRPr sz="1350" b="0">
                <a:solidFill>
                  <a:srgbClr val="243537"/>
                </a:solidFill>
                <a:latin typeface="Arial"/>
                <a:ea typeface="Arial"/>
                <a:cs typeface="Arial"/>
              </a:defRPr>
            </a:lvl5pPr>
            <a:lvl6pPr algn="l">
              <a:defRPr sz="1350" b="0">
                <a:solidFill>
                  <a:srgbClr val="243537"/>
                </a:solidFill>
                <a:latin typeface="Arial"/>
                <a:ea typeface="Arial"/>
                <a:cs typeface="Arial"/>
              </a:defRPr>
            </a:lvl6pPr>
            <a:lvl7pPr algn="l">
              <a:defRPr sz="1350" b="0">
                <a:solidFill>
                  <a:srgbClr val="243537"/>
                </a:solidFill>
                <a:latin typeface="Arial"/>
                <a:ea typeface="Arial"/>
                <a:cs typeface="Arial"/>
              </a:defRPr>
            </a:lvl7pPr>
            <a:lvl8pPr algn="l">
              <a:defRPr sz="1350" b="0">
                <a:solidFill>
                  <a:srgbClr val="243537"/>
                </a:solidFill>
                <a:latin typeface="Arial"/>
                <a:ea typeface="Arial"/>
                <a:cs typeface="Arial"/>
              </a:defRPr>
            </a:lvl8pPr>
            <a:lvl9pPr algn="l">
              <a:defRPr sz="1350" b="0">
                <a:solidFill>
                  <a:srgbClr val="243537"/>
                </a:solidFill>
                <a:latin typeface="Arial"/>
                <a:ea typeface="Arial"/>
                <a:cs typeface="Arial"/>
              </a:defRPr>
            </a:lvl9pPr>
          </a:lstStyle>
          <a:p>
            <a:pPr algn="l">
              <a:defRPr sz="1350" b="0">
                <a:solidFill>
                  <a:srgbClr val="243537"/>
                </a:solidFill>
                <a:latin typeface="Arial"/>
                <a:ea typeface="Arial"/>
                <a:cs typeface="Arial"/>
              </a:defRPr>
            </a:pPr>
            <a:r>
              <a:rPr sz="1350" b="0">
                <a:solidFill>
                  <a:srgbClr val="243537"/>
                </a:solidFill>
                <a:latin typeface="Arial"/>
                <a:ea typeface="Arial"/>
                <a:cs typeface="Arial"/>
              </a:rPr>
              <a:t>Temporal alarm confirmation (Zaidi et al., 2024)</a:t>
            </a:r>
          </a:p>
          <a:p>
            <a:pPr algn="l">
              <a:defRPr sz="1350" b="0">
                <a:solidFill>
                  <a:srgbClr val="243537"/>
                </a:solidFill>
                <a:latin typeface="Arial"/>
                <a:ea typeface="Arial"/>
                <a:cs typeface="Arial"/>
              </a:defRPr>
            </a:pPr>
            <a:r>
              <a:rPr sz="1350" b="0">
                <a:solidFill>
                  <a:srgbClr val="243537"/>
                </a:solidFill>
                <a:latin typeface="Arial"/>
                <a:ea typeface="Arial"/>
                <a:cs typeface="Arial"/>
              </a:rPr>
              <a:t>Automated reporting (Wen et al., 2024)</a:t>
            </a:r>
          </a:p>
          <a:p>
            <a:pPr algn="l">
              <a:defRPr sz="1350" b="0">
                <a:solidFill>
                  <a:srgbClr val="243537"/>
                </a:solidFill>
                <a:latin typeface="Arial"/>
                <a:ea typeface="Arial"/>
                <a:cs typeface="Arial"/>
              </a:defRPr>
            </a:pPr>
            <a:r>
              <a:rPr sz="1350" b="0">
                <a:solidFill>
                  <a:srgbClr val="243537"/>
                </a:solidFill>
                <a:latin typeface="Arial"/>
                <a:ea typeface="Arial"/>
                <a:cs typeface="Arial"/>
              </a:rPr>
              <a:t>Vision-language monitoring with YOLO11s (Sivanraj et al., 2026)</a:t>
            </a:r>
          </a:p>
        </p:txBody>
      </p:sp>
      <p:sp>
        <p:nvSpPr>
          <p:cNvPr id="16" name="Rectangle 15">
            <a:extLst>
              <a:ext uri="{FF2B5EF4-FFF2-40B4-BE49-F238E27FC236}">
                <a16:creationId xmlns:a16="http://schemas.microsoft.com/office/drawing/2014/main" id="{F1194137-D5FD-4CE9-A891-8F887D58E459}"/>
              </a:ext>
            </a:extLst>
          </p:cNvPr>
          <p:cNvSpPr>
            <a:spLocks noGrp="1"/>
          </p:cNvSpPr>
          <p:nvPr/>
        </p:nvSpPr>
        <p:spPr>
          <a:xfrm>
            <a:off x="6477000" y="5610225"/>
            <a:ext cx="4857750" cy="238125"/>
          </a:xfrm>
          <a:prstGeom prst="rect">
            <a:avLst/>
          </a:prstGeom>
          <a:noFill/>
          <a:ln w="0">
            <a:noFill/>
            <a:prstDash val="solid"/>
          </a:ln>
        </p:spPr>
        <p:txBody>
          <a:bodyPr wrap="square" lIns="0" tIns="0" rIns="0" bIns="0" anchor="ctr">
            <a:normAutofit fontScale="99396"/>
          </a:bodyPr>
          <a:lstStyle>
            <a:defPPr algn="l">
              <a:defRPr sz="1050" b="1">
                <a:solidFill>
                  <a:srgbClr val="243537"/>
                </a:solidFill>
                <a:latin typeface="Arial"/>
                <a:ea typeface="Arial"/>
                <a:cs typeface="Arial"/>
              </a:defRPr>
            </a:defPPr>
            <a:lvl1pPr algn="l">
              <a:defRPr sz="1050" b="1">
                <a:solidFill>
                  <a:srgbClr val="243537"/>
                </a:solidFill>
                <a:latin typeface="Arial"/>
                <a:ea typeface="Arial"/>
                <a:cs typeface="Arial"/>
              </a:defRPr>
            </a:lvl1pPr>
            <a:lvl2pPr algn="l">
              <a:defRPr sz="1050" b="1">
                <a:solidFill>
                  <a:srgbClr val="243537"/>
                </a:solidFill>
                <a:latin typeface="Arial"/>
                <a:ea typeface="Arial"/>
                <a:cs typeface="Arial"/>
              </a:defRPr>
            </a:lvl2pPr>
            <a:lvl3pPr algn="l">
              <a:defRPr sz="1050" b="1">
                <a:solidFill>
                  <a:srgbClr val="243537"/>
                </a:solidFill>
                <a:latin typeface="Arial"/>
                <a:ea typeface="Arial"/>
                <a:cs typeface="Arial"/>
              </a:defRPr>
            </a:lvl3pPr>
            <a:lvl4pPr algn="l">
              <a:defRPr sz="1050" b="1">
                <a:solidFill>
                  <a:srgbClr val="243537"/>
                </a:solidFill>
                <a:latin typeface="Arial"/>
                <a:ea typeface="Arial"/>
                <a:cs typeface="Arial"/>
              </a:defRPr>
            </a:lvl4pPr>
            <a:lvl5pPr algn="l">
              <a:defRPr sz="1050" b="1">
                <a:solidFill>
                  <a:srgbClr val="243537"/>
                </a:solidFill>
                <a:latin typeface="Arial"/>
                <a:ea typeface="Arial"/>
                <a:cs typeface="Arial"/>
              </a:defRPr>
            </a:lvl5pPr>
            <a:lvl6pPr algn="l">
              <a:defRPr sz="1050" b="1">
                <a:solidFill>
                  <a:srgbClr val="243537"/>
                </a:solidFill>
                <a:latin typeface="Arial"/>
                <a:ea typeface="Arial"/>
                <a:cs typeface="Arial"/>
              </a:defRPr>
            </a:lvl6pPr>
            <a:lvl7pPr algn="l">
              <a:defRPr sz="1050" b="1">
                <a:solidFill>
                  <a:srgbClr val="243537"/>
                </a:solidFill>
                <a:latin typeface="Arial"/>
                <a:ea typeface="Arial"/>
                <a:cs typeface="Arial"/>
              </a:defRPr>
            </a:lvl7pPr>
            <a:lvl8pPr algn="l">
              <a:defRPr sz="1050" b="1">
                <a:solidFill>
                  <a:srgbClr val="243537"/>
                </a:solidFill>
                <a:latin typeface="Arial"/>
                <a:ea typeface="Arial"/>
                <a:cs typeface="Arial"/>
              </a:defRPr>
            </a:lvl8pPr>
            <a:lvl9pPr algn="l">
              <a:defRPr sz="1050" b="1">
                <a:solidFill>
                  <a:srgbClr val="243537"/>
                </a:solidFill>
                <a:latin typeface="Arial"/>
                <a:ea typeface="Arial"/>
                <a:cs typeface="Arial"/>
              </a:defRPr>
            </a:lvl9pPr>
          </a:lstStyle>
          <a:p>
            <a:pPr algn="l">
              <a:defRPr sz="1050" b="1">
                <a:solidFill>
                  <a:srgbClr val="243537"/>
                </a:solidFill>
                <a:latin typeface="Arial"/>
                <a:ea typeface="Arial"/>
                <a:cs typeface="Arial"/>
              </a:defRPr>
            </a:pPr>
            <a:r>
              <a:rPr sz="1050" b="1">
                <a:solidFill>
                  <a:srgbClr val="243537"/>
                </a:solidFill>
                <a:latin typeface="Arial"/>
                <a:ea typeface="Arial"/>
                <a:cs typeface="Arial"/>
              </a:rPr>
              <a:t>[5] base paper  |  [6] temporal analysis  |  [7] reporting  |  [8] recent monitoring</a:t>
            </a:r>
          </a:p>
        </p:txBody>
      </p:sp>
    </p:spTree>
    <p:extLst>
      <p:ext uri="{BB962C8B-B14F-4D97-AF65-F5344CB8AC3E}">
        <p14:creationId xmlns:p14="http://schemas.microsoft.com/office/powerpoint/2010/main" val="19465946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3F1E8"/>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ECB9793-204A-4489-AD64-F9666B904BED}"/>
              </a:ext>
            </a:extLst>
          </p:cNvPr>
          <p:cNvSpPr>
            <a:spLocks noGrp="1"/>
          </p:cNvSpPr>
          <p:nvPr/>
        </p:nvSpPr>
        <p:spPr>
          <a:xfrm>
            <a:off x="0" y="0"/>
            <a:ext cx="133350" cy="6858000"/>
          </a:xfrm>
          <a:prstGeom prst="rect">
            <a:avLst/>
          </a:prstGeom>
          <a:solidFill>
            <a:srgbClr val="C6F36B"/>
          </a:solidFill>
          <a:ln w="0">
            <a:noFill/>
            <a:prstDash val="solid"/>
          </a:ln>
        </p:spPr>
        <p:txBody>
          <a:bodyPr/>
          <a:lstStyle/>
          <a:p>
            <a:endParaRPr lang="en-IN"/>
          </a:p>
        </p:txBody>
      </p:sp>
      <p:sp>
        <p:nvSpPr>
          <p:cNvPr id="2" name="Rectangle 1">
            <a:extLst>
              <a:ext uri="{FF2B5EF4-FFF2-40B4-BE49-F238E27FC236}">
                <a16:creationId xmlns:a16="http://schemas.microsoft.com/office/drawing/2014/main" id="{350A971C-E318-4FD4-9065-E421EE770610}"/>
              </a:ext>
            </a:extLst>
          </p:cNvPr>
          <p:cNvSpPr>
            <a:spLocks noGrp="1"/>
          </p:cNvSpPr>
          <p:nvPr/>
        </p:nvSpPr>
        <p:spPr>
          <a:xfrm>
            <a:off x="590550" y="285750"/>
            <a:ext cx="8572500" cy="219075"/>
          </a:xfrm>
          <a:prstGeom prst="rect">
            <a:avLst/>
          </a:prstGeom>
          <a:noFill/>
          <a:ln w="0">
            <a:noFill/>
            <a:prstDash val="solid"/>
          </a:ln>
        </p:spPr>
        <p:txBody>
          <a:bodyPr wrap="square" lIns="0" tIns="0" rIns="0" bIns="0" anchor="ctr">
            <a:normAutofit/>
          </a:bodyPr>
          <a:lstStyle>
            <a:defPPr algn="l">
              <a:defRPr sz="1050" b="1">
                <a:solidFill>
                  <a:srgbClr val="243537"/>
                </a:solidFill>
                <a:latin typeface="Arial"/>
                <a:ea typeface="Arial"/>
                <a:cs typeface="Arial"/>
              </a:defRPr>
            </a:defPPr>
            <a:lvl1pPr algn="l">
              <a:defRPr sz="1050" b="1">
                <a:solidFill>
                  <a:srgbClr val="243537"/>
                </a:solidFill>
                <a:latin typeface="Arial"/>
                <a:ea typeface="Arial"/>
                <a:cs typeface="Arial"/>
              </a:defRPr>
            </a:lvl1pPr>
            <a:lvl2pPr algn="l">
              <a:defRPr sz="1050" b="1">
                <a:solidFill>
                  <a:srgbClr val="243537"/>
                </a:solidFill>
                <a:latin typeface="Arial"/>
                <a:ea typeface="Arial"/>
                <a:cs typeface="Arial"/>
              </a:defRPr>
            </a:lvl2pPr>
            <a:lvl3pPr algn="l">
              <a:defRPr sz="1050" b="1">
                <a:solidFill>
                  <a:srgbClr val="243537"/>
                </a:solidFill>
                <a:latin typeface="Arial"/>
                <a:ea typeface="Arial"/>
                <a:cs typeface="Arial"/>
              </a:defRPr>
            </a:lvl3pPr>
            <a:lvl4pPr algn="l">
              <a:defRPr sz="1050" b="1">
                <a:solidFill>
                  <a:srgbClr val="243537"/>
                </a:solidFill>
                <a:latin typeface="Arial"/>
                <a:ea typeface="Arial"/>
                <a:cs typeface="Arial"/>
              </a:defRPr>
            </a:lvl4pPr>
            <a:lvl5pPr algn="l">
              <a:defRPr sz="1050" b="1">
                <a:solidFill>
                  <a:srgbClr val="243537"/>
                </a:solidFill>
                <a:latin typeface="Arial"/>
                <a:ea typeface="Arial"/>
                <a:cs typeface="Arial"/>
              </a:defRPr>
            </a:lvl5pPr>
            <a:lvl6pPr algn="l">
              <a:defRPr sz="1050" b="1">
                <a:solidFill>
                  <a:srgbClr val="243537"/>
                </a:solidFill>
                <a:latin typeface="Arial"/>
                <a:ea typeface="Arial"/>
                <a:cs typeface="Arial"/>
              </a:defRPr>
            </a:lvl6pPr>
            <a:lvl7pPr algn="l">
              <a:defRPr sz="1050" b="1">
                <a:solidFill>
                  <a:srgbClr val="243537"/>
                </a:solidFill>
                <a:latin typeface="Arial"/>
                <a:ea typeface="Arial"/>
                <a:cs typeface="Arial"/>
              </a:defRPr>
            </a:lvl7pPr>
            <a:lvl8pPr algn="l">
              <a:defRPr sz="1050" b="1">
                <a:solidFill>
                  <a:srgbClr val="243537"/>
                </a:solidFill>
                <a:latin typeface="Arial"/>
                <a:ea typeface="Arial"/>
                <a:cs typeface="Arial"/>
              </a:defRPr>
            </a:lvl8pPr>
            <a:lvl9pPr algn="l">
              <a:defRPr sz="1050" b="1">
                <a:solidFill>
                  <a:srgbClr val="243537"/>
                </a:solidFill>
                <a:latin typeface="Arial"/>
                <a:ea typeface="Arial"/>
                <a:cs typeface="Arial"/>
              </a:defRPr>
            </a:lvl9pPr>
          </a:lstStyle>
          <a:p>
            <a:pPr algn="l">
              <a:defRPr sz="1050" b="1">
                <a:solidFill>
                  <a:srgbClr val="243537"/>
                </a:solidFill>
                <a:latin typeface="Arial"/>
                <a:ea typeface="Arial"/>
                <a:cs typeface="Arial"/>
              </a:defRPr>
            </a:pPr>
            <a:r>
              <a:rPr sz="1050" b="1">
                <a:solidFill>
                  <a:srgbClr val="243537"/>
                </a:solidFill>
                <a:latin typeface="Arial"/>
                <a:ea typeface="Arial"/>
                <a:cs typeface="Arial"/>
              </a:rPr>
              <a:t>12  /  POSITIONING</a:t>
            </a:r>
          </a:p>
        </p:txBody>
      </p:sp>
      <p:sp>
        <p:nvSpPr>
          <p:cNvPr id="3" name="Rectangle 2">
            <a:extLst>
              <a:ext uri="{FF2B5EF4-FFF2-40B4-BE49-F238E27FC236}">
                <a16:creationId xmlns:a16="http://schemas.microsoft.com/office/drawing/2014/main" id="{2AFAC956-E5F9-4363-A214-C10E03A3784F}"/>
              </a:ext>
            </a:extLst>
          </p:cNvPr>
          <p:cNvSpPr>
            <a:spLocks noGrp="1"/>
          </p:cNvSpPr>
          <p:nvPr/>
        </p:nvSpPr>
        <p:spPr>
          <a:xfrm>
            <a:off x="590550" y="647700"/>
            <a:ext cx="10858500" cy="514350"/>
          </a:xfrm>
          <a:prstGeom prst="rect">
            <a:avLst/>
          </a:prstGeom>
          <a:noFill/>
          <a:ln w="0">
            <a:noFill/>
            <a:prstDash val="solid"/>
          </a:ln>
        </p:spPr>
        <p:txBody>
          <a:bodyPr wrap="square" lIns="0" tIns="0" rIns="0" bIns="0" anchor="ctr">
            <a:normAutofit/>
          </a:bodyPr>
          <a:lstStyle>
            <a:defPPr algn="l">
              <a:defRPr sz="2700" b="1">
                <a:solidFill>
                  <a:srgbClr val="10191A"/>
                </a:solidFill>
                <a:latin typeface="Arial"/>
                <a:ea typeface="Arial"/>
                <a:cs typeface="Arial"/>
              </a:defRPr>
            </a:defPPr>
            <a:lvl1pPr algn="l">
              <a:defRPr sz="2700" b="1">
                <a:solidFill>
                  <a:srgbClr val="10191A"/>
                </a:solidFill>
                <a:latin typeface="Arial"/>
                <a:ea typeface="Arial"/>
                <a:cs typeface="Arial"/>
              </a:defRPr>
            </a:lvl1pPr>
            <a:lvl2pPr algn="l">
              <a:defRPr sz="2700" b="1">
                <a:solidFill>
                  <a:srgbClr val="10191A"/>
                </a:solidFill>
                <a:latin typeface="Arial"/>
                <a:ea typeface="Arial"/>
                <a:cs typeface="Arial"/>
              </a:defRPr>
            </a:lvl2pPr>
            <a:lvl3pPr algn="l">
              <a:defRPr sz="2700" b="1">
                <a:solidFill>
                  <a:srgbClr val="10191A"/>
                </a:solidFill>
                <a:latin typeface="Arial"/>
                <a:ea typeface="Arial"/>
                <a:cs typeface="Arial"/>
              </a:defRPr>
            </a:lvl3pPr>
            <a:lvl4pPr algn="l">
              <a:defRPr sz="2700" b="1">
                <a:solidFill>
                  <a:srgbClr val="10191A"/>
                </a:solidFill>
                <a:latin typeface="Arial"/>
                <a:ea typeface="Arial"/>
                <a:cs typeface="Arial"/>
              </a:defRPr>
            </a:lvl4pPr>
            <a:lvl5pPr algn="l">
              <a:defRPr sz="2700" b="1">
                <a:solidFill>
                  <a:srgbClr val="10191A"/>
                </a:solidFill>
                <a:latin typeface="Arial"/>
                <a:ea typeface="Arial"/>
                <a:cs typeface="Arial"/>
              </a:defRPr>
            </a:lvl5pPr>
            <a:lvl6pPr algn="l">
              <a:defRPr sz="2700" b="1">
                <a:solidFill>
                  <a:srgbClr val="10191A"/>
                </a:solidFill>
                <a:latin typeface="Arial"/>
                <a:ea typeface="Arial"/>
                <a:cs typeface="Arial"/>
              </a:defRPr>
            </a:lvl6pPr>
            <a:lvl7pPr algn="l">
              <a:defRPr sz="2700" b="1">
                <a:solidFill>
                  <a:srgbClr val="10191A"/>
                </a:solidFill>
                <a:latin typeface="Arial"/>
                <a:ea typeface="Arial"/>
                <a:cs typeface="Arial"/>
              </a:defRPr>
            </a:lvl7pPr>
            <a:lvl8pPr algn="l">
              <a:defRPr sz="2700" b="1">
                <a:solidFill>
                  <a:srgbClr val="10191A"/>
                </a:solidFill>
                <a:latin typeface="Arial"/>
                <a:ea typeface="Arial"/>
                <a:cs typeface="Arial"/>
              </a:defRPr>
            </a:lvl8pPr>
            <a:lvl9pPr algn="l">
              <a:defRPr sz="2700" b="1">
                <a:solidFill>
                  <a:srgbClr val="10191A"/>
                </a:solidFill>
                <a:latin typeface="Arial"/>
                <a:ea typeface="Arial"/>
                <a:cs typeface="Arial"/>
              </a:defRPr>
            </a:lvl9pPr>
          </a:lstStyle>
          <a:p>
            <a:pPr algn="l">
              <a:defRPr sz="2700" b="1">
                <a:solidFill>
                  <a:srgbClr val="10191A"/>
                </a:solidFill>
                <a:latin typeface="Arial"/>
                <a:ea typeface="Arial"/>
                <a:cs typeface="Arial"/>
              </a:defRPr>
            </a:pPr>
            <a:r>
              <a:rPr sz="2700" b="1">
                <a:solidFill>
                  <a:srgbClr val="10191A"/>
                </a:solidFill>
                <a:latin typeface="Arial"/>
                <a:ea typeface="Arial"/>
                <a:cs typeface="Arial"/>
              </a:rPr>
              <a:t>Research gap and project contribution</a:t>
            </a:r>
          </a:p>
        </p:txBody>
      </p:sp>
      <p:sp>
        <p:nvSpPr>
          <p:cNvPr id="4" name="Straight Connector 3">
            <a:extLst>
              <a:ext uri="{FF2B5EF4-FFF2-40B4-BE49-F238E27FC236}">
                <a16:creationId xmlns:a16="http://schemas.microsoft.com/office/drawing/2014/main" id="{1996B37F-3817-4EC7-BB1E-F09A1198F390}"/>
              </a:ext>
            </a:extLst>
          </p:cNvPr>
          <p:cNvSpPr>
            <a:spLocks noGrp="1"/>
          </p:cNvSpPr>
          <p:nvPr/>
        </p:nvSpPr>
        <p:spPr>
          <a:xfrm>
            <a:off x="590550" y="1304925"/>
            <a:ext cx="11010900" cy="9525"/>
          </a:xfrm>
          <a:prstGeom prst="line">
            <a:avLst/>
          </a:prstGeom>
          <a:noFill/>
          <a:ln w="9525">
            <a:solidFill>
              <a:srgbClr val="D1D6CC"/>
            </a:solidFill>
            <a:prstDash val="solid"/>
          </a:ln>
        </p:spPr>
        <p:txBody>
          <a:bodyPr/>
          <a:lstStyle/>
          <a:p>
            <a:endParaRPr lang="en-IN"/>
          </a:p>
        </p:txBody>
      </p:sp>
      <p:sp>
        <p:nvSpPr>
          <p:cNvPr id="5" name="Rectangle 4">
            <a:extLst>
              <a:ext uri="{FF2B5EF4-FFF2-40B4-BE49-F238E27FC236}">
                <a16:creationId xmlns:a16="http://schemas.microsoft.com/office/drawing/2014/main" id="{D0AD4BDB-9749-4CD7-99F5-AEC9694384B2}"/>
              </a:ext>
            </a:extLst>
          </p:cNvPr>
          <p:cNvSpPr>
            <a:spLocks noGrp="1"/>
          </p:cNvSpPr>
          <p:nvPr/>
        </p:nvSpPr>
        <p:spPr>
          <a:xfrm>
            <a:off x="11144250" y="6410325"/>
            <a:ext cx="457200" cy="190500"/>
          </a:xfrm>
          <a:prstGeom prst="rect">
            <a:avLst/>
          </a:prstGeom>
          <a:noFill/>
          <a:ln w="0">
            <a:noFill/>
            <a:prstDash val="solid"/>
          </a:ln>
        </p:spPr>
        <p:txBody>
          <a:bodyPr wrap="square" lIns="0" tIns="0" rIns="0" bIns="0" anchor="ctr">
            <a:normAutofit/>
          </a:bodyPr>
          <a:lstStyle>
            <a:defPPr algn="r">
              <a:defRPr sz="975" b="1">
                <a:solidFill>
                  <a:srgbClr val="243537"/>
                </a:solidFill>
                <a:latin typeface="Arial"/>
                <a:ea typeface="Arial"/>
                <a:cs typeface="Arial"/>
              </a:defRPr>
            </a:defPPr>
            <a:lvl1pPr algn="r">
              <a:defRPr sz="975" b="1">
                <a:solidFill>
                  <a:srgbClr val="243537"/>
                </a:solidFill>
                <a:latin typeface="Arial"/>
                <a:ea typeface="Arial"/>
                <a:cs typeface="Arial"/>
              </a:defRPr>
            </a:lvl1pPr>
            <a:lvl2pPr algn="r">
              <a:defRPr sz="975" b="1">
                <a:solidFill>
                  <a:srgbClr val="243537"/>
                </a:solidFill>
                <a:latin typeface="Arial"/>
                <a:ea typeface="Arial"/>
                <a:cs typeface="Arial"/>
              </a:defRPr>
            </a:lvl2pPr>
            <a:lvl3pPr algn="r">
              <a:defRPr sz="975" b="1">
                <a:solidFill>
                  <a:srgbClr val="243537"/>
                </a:solidFill>
                <a:latin typeface="Arial"/>
                <a:ea typeface="Arial"/>
                <a:cs typeface="Arial"/>
              </a:defRPr>
            </a:lvl3pPr>
            <a:lvl4pPr algn="r">
              <a:defRPr sz="975" b="1">
                <a:solidFill>
                  <a:srgbClr val="243537"/>
                </a:solidFill>
                <a:latin typeface="Arial"/>
                <a:ea typeface="Arial"/>
                <a:cs typeface="Arial"/>
              </a:defRPr>
            </a:lvl4pPr>
            <a:lvl5pPr algn="r">
              <a:defRPr sz="975" b="1">
                <a:solidFill>
                  <a:srgbClr val="243537"/>
                </a:solidFill>
                <a:latin typeface="Arial"/>
                <a:ea typeface="Arial"/>
                <a:cs typeface="Arial"/>
              </a:defRPr>
            </a:lvl5pPr>
            <a:lvl6pPr algn="r">
              <a:defRPr sz="975" b="1">
                <a:solidFill>
                  <a:srgbClr val="243537"/>
                </a:solidFill>
                <a:latin typeface="Arial"/>
                <a:ea typeface="Arial"/>
                <a:cs typeface="Arial"/>
              </a:defRPr>
            </a:lvl6pPr>
            <a:lvl7pPr algn="r">
              <a:defRPr sz="975" b="1">
                <a:solidFill>
                  <a:srgbClr val="243537"/>
                </a:solidFill>
                <a:latin typeface="Arial"/>
                <a:ea typeface="Arial"/>
                <a:cs typeface="Arial"/>
              </a:defRPr>
            </a:lvl7pPr>
            <a:lvl8pPr algn="r">
              <a:defRPr sz="975" b="1">
                <a:solidFill>
                  <a:srgbClr val="243537"/>
                </a:solidFill>
                <a:latin typeface="Arial"/>
                <a:ea typeface="Arial"/>
                <a:cs typeface="Arial"/>
              </a:defRPr>
            </a:lvl8pPr>
            <a:lvl9pPr algn="r">
              <a:defRPr sz="975" b="1">
                <a:solidFill>
                  <a:srgbClr val="243537"/>
                </a:solidFill>
                <a:latin typeface="Arial"/>
                <a:ea typeface="Arial"/>
                <a:cs typeface="Arial"/>
              </a:defRPr>
            </a:lvl9pPr>
          </a:lstStyle>
          <a:p>
            <a:pPr algn="r">
              <a:defRPr sz="975" b="1">
                <a:solidFill>
                  <a:srgbClr val="243537"/>
                </a:solidFill>
                <a:latin typeface="Arial"/>
                <a:ea typeface="Arial"/>
                <a:cs typeface="Arial"/>
              </a:defRPr>
            </a:pPr>
            <a:r>
              <a:rPr sz="975" b="1">
                <a:solidFill>
                  <a:srgbClr val="243537"/>
                </a:solidFill>
                <a:latin typeface="Arial"/>
                <a:ea typeface="Arial"/>
                <a:cs typeface="Arial"/>
              </a:rPr>
              <a:t>14</a:t>
            </a:r>
          </a:p>
        </p:txBody>
      </p:sp>
      <p:sp>
        <p:nvSpPr>
          <p:cNvPr id="6" name="Rectangle 5">
            <a:extLst>
              <a:ext uri="{FF2B5EF4-FFF2-40B4-BE49-F238E27FC236}">
                <a16:creationId xmlns:a16="http://schemas.microsoft.com/office/drawing/2014/main" id="{B019DF14-D1C9-4CC5-A3AC-3257E26D8B04}"/>
              </a:ext>
            </a:extLst>
          </p:cNvPr>
          <p:cNvSpPr>
            <a:spLocks noGrp="1"/>
          </p:cNvSpPr>
          <p:nvPr/>
        </p:nvSpPr>
        <p:spPr>
          <a:xfrm>
            <a:off x="628650" y="1600200"/>
            <a:ext cx="4905375" cy="323850"/>
          </a:xfrm>
          <a:prstGeom prst="rect">
            <a:avLst/>
          </a:prstGeom>
          <a:noFill/>
          <a:ln w="0">
            <a:noFill/>
            <a:prstDash val="solid"/>
          </a:ln>
        </p:spPr>
        <p:txBody>
          <a:bodyPr wrap="square" lIns="0" tIns="0" rIns="0" bIns="0" anchor="ctr">
            <a:normAutofit/>
          </a:bodyPr>
          <a:lstStyle>
            <a:defPPr algn="l">
              <a:defRPr sz="1575" b="1">
                <a:solidFill>
                  <a:srgbClr val="32CDBA"/>
                </a:solidFill>
                <a:latin typeface="Arial"/>
                <a:ea typeface="Arial"/>
                <a:cs typeface="Arial"/>
              </a:defRPr>
            </a:defPPr>
            <a:lvl1pPr algn="l">
              <a:defRPr sz="1575" b="1">
                <a:solidFill>
                  <a:srgbClr val="32CDBA"/>
                </a:solidFill>
                <a:latin typeface="Arial"/>
                <a:ea typeface="Arial"/>
                <a:cs typeface="Arial"/>
              </a:defRPr>
            </a:lvl1pPr>
            <a:lvl2pPr algn="l">
              <a:defRPr sz="1575" b="1">
                <a:solidFill>
                  <a:srgbClr val="32CDBA"/>
                </a:solidFill>
                <a:latin typeface="Arial"/>
                <a:ea typeface="Arial"/>
                <a:cs typeface="Arial"/>
              </a:defRPr>
            </a:lvl2pPr>
            <a:lvl3pPr algn="l">
              <a:defRPr sz="1575" b="1">
                <a:solidFill>
                  <a:srgbClr val="32CDBA"/>
                </a:solidFill>
                <a:latin typeface="Arial"/>
                <a:ea typeface="Arial"/>
                <a:cs typeface="Arial"/>
              </a:defRPr>
            </a:lvl3pPr>
            <a:lvl4pPr algn="l">
              <a:defRPr sz="1575" b="1">
                <a:solidFill>
                  <a:srgbClr val="32CDBA"/>
                </a:solidFill>
                <a:latin typeface="Arial"/>
                <a:ea typeface="Arial"/>
                <a:cs typeface="Arial"/>
              </a:defRPr>
            </a:lvl4pPr>
            <a:lvl5pPr algn="l">
              <a:defRPr sz="1575" b="1">
                <a:solidFill>
                  <a:srgbClr val="32CDBA"/>
                </a:solidFill>
                <a:latin typeface="Arial"/>
                <a:ea typeface="Arial"/>
                <a:cs typeface="Arial"/>
              </a:defRPr>
            </a:lvl5pPr>
            <a:lvl6pPr algn="l">
              <a:defRPr sz="1575" b="1">
                <a:solidFill>
                  <a:srgbClr val="32CDBA"/>
                </a:solidFill>
                <a:latin typeface="Arial"/>
                <a:ea typeface="Arial"/>
                <a:cs typeface="Arial"/>
              </a:defRPr>
            </a:lvl6pPr>
            <a:lvl7pPr algn="l">
              <a:defRPr sz="1575" b="1">
                <a:solidFill>
                  <a:srgbClr val="32CDBA"/>
                </a:solidFill>
                <a:latin typeface="Arial"/>
                <a:ea typeface="Arial"/>
                <a:cs typeface="Arial"/>
              </a:defRPr>
            </a:lvl7pPr>
            <a:lvl8pPr algn="l">
              <a:defRPr sz="1575" b="1">
                <a:solidFill>
                  <a:srgbClr val="32CDBA"/>
                </a:solidFill>
                <a:latin typeface="Arial"/>
                <a:ea typeface="Arial"/>
                <a:cs typeface="Arial"/>
              </a:defRPr>
            </a:lvl8pPr>
            <a:lvl9pPr algn="l">
              <a:defRPr sz="1575" b="1">
                <a:solidFill>
                  <a:srgbClr val="32CDBA"/>
                </a:solidFill>
                <a:latin typeface="Arial"/>
                <a:ea typeface="Arial"/>
                <a:cs typeface="Arial"/>
              </a:defRPr>
            </a:lvl9pPr>
          </a:lstStyle>
          <a:p>
            <a:pPr algn="l">
              <a:defRPr sz="1575" b="1">
                <a:solidFill>
                  <a:srgbClr val="32CDBA"/>
                </a:solidFill>
                <a:latin typeface="Arial"/>
                <a:ea typeface="Arial"/>
                <a:cs typeface="Arial"/>
              </a:defRPr>
            </a:pPr>
            <a:r>
              <a:rPr sz="1575" b="1">
                <a:solidFill>
                  <a:srgbClr val="32CDBA"/>
                </a:solidFill>
                <a:latin typeface="Arial"/>
                <a:ea typeface="Arial"/>
                <a:cs typeface="Arial"/>
              </a:rPr>
              <a:t>What the literature already covers</a:t>
            </a:r>
          </a:p>
        </p:txBody>
      </p:sp>
      <p:sp>
        <p:nvSpPr>
          <p:cNvPr id="7" name="Rectangle 6">
            <a:extLst>
              <a:ext uri="{FF2B5EF4-FFF2-40B4-BE49-F238E27FC236}">
                <a16:creationId xmlns:a16="http://schemas.microsoft.com/office/drawing/2014/main" id="{FE87EC76-D95E-4D38-988F-6FE6988C81E9}"/>
              </a:ext>
            </a:extLst>
          </p:cNvPr>
          <p:cNvSpPr>
            <a:spLocks noGrp="1"/>
          </p:cNvSpPr>
          <p:nvPr/>
        </p:nvSpPr>
        <p:spPr>
          <a:xfrm>
            <a:off x="628650" y="2095500"/>
            <a:ext cx="4905375" cy="1571625"/>
          </a:xfrm>
          <a:prstGeom prst="rect">
            <a:avLst/>
          </a:prstGeom>
          <a:noFill/>
          <a:ln w="0">
            <a:noFill/>
            <a:prstDash val="solid"/>
          </a:ln>
        </p:spPr>
        <p:txBody>
          <a:bodyPr wrap="square" lIns="0" tIns="0" rIns="0" bIns="0" anchor="ctr">
            <a:normAutofit/>
          </a:bodyPr>
          <a:lstStyle>
            <a:defPPr algn="l">
              <a:defRPr sz="1650" b="0">
                <a:solidFill>
                  <a:srgbClr val="243537"/>
                </a:solidFill>
                <a:latin typeface="Arial"/>
                <a:ea typeface="Arial"/>
                <a:cs typeface="Arial"/>
              </a:defRPr>
            </a:defPPr>
            <a:lvl1pPr algn="l">
              <a:defRPr sz="1650" b="0">
                <a:solidFill>
                  <a:srgbClr val="243537"/>
                </a:solidFill>
                <a:latin typeface="Arial"/>
                <a:ea typeface="Arial"/>
                <a:cs typeface="Arial"/>
              </a:defRPr>
            </a:lvl1pPr>
            <a:lvl2pPr algn="l">
              <a:defRPr sz="1650" b="0">
                <a:solidFill>
                  <a:srgbClr val="243537"/>
                </a:solidFill>
                <a:latin typeface="Arial"/>
                <a:ea typeface="Arial"/>
                <a:cs typeface="Arial"/>
              </a:defRPr>
            </a:lvl2pPr>
            <a:lvl3pPr algn="l">
              <a:defRPr sz="1650" b="0">
                <a:solidFill>
                  <a:srgbClr val="243537"/>
                </a:solidFill>
                <a:latin typeface="Arial"/>
                <a:ea typeface="Arial"/>
                <a:cs typeface="Arial"/>
              </a:defRPr>
            </a:lvl3pPr>
            <a:lvl4pPr algn="l">
              <a:defRPr sz="1650" b="0">
                <a:solidFill>
                  <a:srgbClr val="243537"/>
                </a:solidFill>
                <a:latin typeface="Arial"/>
                <a:ea typeface="Arial"/>
                <a:cs typeface="Arial"/>
              </a:defRPr>
            </a:lvl4pPr>
            <a:lvl5pPr algn="l">
              <a:defRPr sz="1650" b="0">
                <a:solidFill>
                  <a:srgbClr val="243537"/>
                </a:solidFill>
                <a:latin typeface="Arial"/>
                <a:ea typeface="Arial"/>
                <a:cs typeface="Arial"/>
              </a:defRPr>
            </a:lvl5pPr>
            <a:lvl6pPr algn="l">
              <a:defRPr sz="1650" b="0">
                <a:solidFill>
                  <a:srgbClr val="243537"/>
                </a:solidFill>
                <a:latin typeface="Arial"/>
                <a:ea typeface="Arial"/>
                <a:cs typeface="Arial"/>
              </a:defRPr>
            </a:lvl6pPr>
            <a:lvl7pPr algn="l">
              <a:defRPr sz="1650" b="0">
                <a:solidFill>
                  <a:srgbClr val="243537"/>
                </a:solidFill>
                <a:latin typeface="Arial"/>
                <a:ea typeface="Arial"/>
                <a:cs typeface="Arial"/>
              </a:defRPr>
            </a:lvl7pPr>
            <a:lvl8pPr algn="l">
              <a:defRPr sz="1650" b="0">
                <a:solidFill>
                  <a:srgbClr val="243537"/>
                </a:solidFill>
                <a:latin typeface="Arial"/>
                <a:ea typeface="Arial"/>
                <a:cs typeface="Arial"/>
              </a:defRPr>
            </a:lvl8pPr>
            <a:lvl9pPr algn="l">
              <a:defRPr sz="1650" b="0">
                <a:solidFill>
                  <a:srgbClr val="243537"/>
                </a:solidFill>
                <a:latin typeface="Arial"/>
                <a:ea typeface="Arial"/>
                <a:cs typeface="Arial"/>
              </a:defRPr>
            </a:lvl9pPr>
          </a:lstStyle>
          <a:p>
            <a:pPr algn="l">
              <a:defRPr sz="1650" b="0">
                <a:solidFill>
                  <a:srgbClr val="243537"/>
                </a:solidFill>
                <a:latin typeface="Arial"/>
                <a:ea typeface="Arial"/>
                <a:cs typeface="Arial"/>
              </a:defRPr>
            </a:pPr>
            <a:r>
              <a:rPr sz="1650" b="0">
                <a:solidFill>
                  <a:srgbClr val="243537"/>
                </a:solidFill>
                <a:latin typeface="Arial"/>
                <a:ea typeface="Arial"/>
                <a:cs typeface="Arial"/>
              </a:rPr>
              <a:t>PPE and equipment detection</a:t>
            </a:r>
          </a:p>
          <a:p>
            <a:pPr algn="l">
              <a:defRPr sz="1650" b="0">
                <a:solidFill>
                  <a:srgbClr val="243537"/>
                </a:solidFill>
                <a:latin typeface="Arial"/>
                <a:ea typeface="Arial"/>
                <a:cs typeface="Arial"/>
              </a:defRPr>
            </a:pPr>
            <a:r>
              <a:rPr sz="1650" b="0">
                <a:solidFill>
                  <a:srgbClr val="243537"/>
                </a:solidFill>
                <a:latin typeface="Arial"/>
                <a:ea typeface="Arial"/>
                <a:cs typeface="Arial"/>
              </a:rPr>
              <a:t>Worker tracking and PPE association</a:t>
            </a:r>
          </a:p>
          <a:p>
            <a:pPr algn="l">
              <a:defRPr sz="1650" b="0">
                <a:solidFill>
                  <a:srgbClr val="243537"/>
                </a:solidFill>
                <a:latin typeface="Arial"/>
                <a:ea typeface="Arial"/>
                <a:cs typeface="Arial"/>
              </a:defRPr>
            </a:pPr>
            <a:r>
              <a:rPr sz="1650" b="0">
                <a:solidFill>
                  <a:srgbClr val="243537"/>
                </a:solidFill>
                <a:latin typeface="Arial"/>
                <a:ea typeface="Arial"/>
                <a:cs typeface="Arial"/>
              </a:rPr>
              <a:t>Temporal alarm filtering</a:t>
            </a:r>
          </a:p>
          <a:p>
            <a:pPr algn="l">
              <a:defRPr sz="1650" b="0">
                <a:solidFill>
                  <a:srgbClr val="243537"/>
                </a:solidFill>
                <a:latin typeface="Arial"/>
                <a:ea typeface="Arial"/>
                <a:cs typeface="Arial"/>
              </a:defRPr>
            </a:pPr>
            <a:r>
              <a:rPr sz="1650" b="0">
                <a:solidFill>
                  <a:srgbClr val="243537"/>
                </a:solidFill>
                <a:latin typeface="Arial"/>
                <a:ea typeface="Arial"/>
                <a:cs typeface="Arial"/>
              </a:rPr>
              <a:t>Automated safety reporting</a:t>
            </a:r>
          </a:p>
        </p:txBody>
      </p:sp>
      <p:sp>
        <p:nvSpPr>
          <p:cNvPr id="8" name="Straight Connector 7">
            <a:extLst>
              <a:ext uri="{FF2B5EF4-FFF2-40B4-BE49-F238E27FC236}">
                <a16:creationId xmlns:a16="http://schemas.microsoft.com/office/drawing/2014/main" id="{0388B29E-410C-4D6F-B21F-1EB9C2D9B45A}"/>
              </a:ext>
            </a:extLst>
          </p:cNvPr>
          <p:cNvSpPr>
            <a:spLocks noGrp="1"/>
          </p:cNvSpPr>
          <p:nvPr/>
        </p:nvSpPr>
        <p:spPr>
          <a:xfrm>
            <a:off x="5953125" y="1685925"/>
            <a:ext cx="9525" cy="3600450"/>
          </a:xfrm>
          <a:prstGeom prst="line">
            <a:avLst/>
          </a:prstGeom>
          <a:noFill/>
          <a:ln w="9525">
            <a:solidFill>
              <a:srgbClr val="CBD3CA"/>
            </a:solidFill>
            <a:prstDash val="solid"/>
          </a:ln>
        </p:spPr>
        <p:txBody>
          <a:bodyPr/>
          <a:lstStyle/>
          <a:p>
            <a:endParaRPr lang="en-IN"/>
          </a:p>
        </p:txBody>
      </p:sp>
      <p:sp>
        <p:nvSpPr>
          <p:cNvPr id="9" name="Rectangle 8">
            <a:extLst>
              <a:ext uri="{FF2B5EF4-FFF2-40B4-BE49-F238E27FC236}">
                <a16:creationId xmlns:a16="http://schemas.microsoft.com/office/drawing/2014/main" id="{973B04C8-9E39-4908-87B1-3A3E321037F1}"/>
              </a:ext>
            </a:extLst>
          </p:cNvPr>
          <p:cNvSpPr>
            <a:spLocks noGrp="1"/>
          </p:cNvSpPr>
          <p:nvPr/>
        </p:nvSpPr>
        <p:spPr>
          <a:xfrm>
            <a:off x="6496050" y="1600200"/>
            <a:ext cx="4762500" cy="323850"/>
          </a:xfrm>
          <a:prstGeom prst="rect">
            <a:avLst/>
          </a:prstGeom>
          <a:noFill/>
          <a:ln w="0">
            <a:noFill/>
            <a:prstDash val="solid"/>
          </a:ln>
        </p:spPr>
        <p:txBody>
          <a:bodyPr wrap="square" lIns="0" tIns="0" rIns="0" bIns="0" anchor="ctr">
            <a:normAutofit/>
          </a:bodyPr>
          <a:lstStyle>
            <a:defPPr algn="l">
              <a:defRPr sz="1575" b="1">
                <a:solidFill>
                  <a:srgbClr val="C6F36B"/>
                </a:solidFill>
                <a:latin typeface="Arial"/>
                <a:ea typeface="Arial"/>
                <a:cs typeface="Arial"/>
              </a:defRPr>
            </a:defPPr>
            <a:lvl1pPr algn="l">
              <a:defRPr sz="1575" b="1">
                <a:solidFill>
                  <a:srgbClr val="C6F36B"/>
                </a:solidFill>
                <a:latin typeface="Arial"/>
                <a:ea typeface="Arial"/>
                <a:cs typeface="Arial"/>
              </a:defRPr>
            </a:lvl1pPr>
            <a:lvl2pPr algn="l">
              <a:defRPr sz="1575" b="1">
                <a:solidFill>
                  <a:srgbClr val="C6F36B"/>
                </a:solidFill>
                <a:latin typeface="Arial"/>
                <a:ea typeface="Arial"/>
                <a:cs typeface="Arial"/>
              </a:defRPr>
            </a:lvl2pPr>
            <a:lvl3pPr algn="l">
              <a:defRPr sz="1575" b="1">
                <a:solidFill>
                  <a:srgbClr val="C6F36B"/>
                </a:solidFill>
                <a:latin typeface="Arial"/>
                <a:ea typeface="Arial"/>
                <a:cs typeface="Arial"/>
              </a:defRPr>
            </a:lvl3pPr>
            <a:lvl4pPr algn="l">
              <a:defRPr sz="1575" b="1">
                <a:solidFill>
                  <a:srgbClr val="C6F36B"/>
                </a:solidFill>
                <a:latin typeface="Arial"/>
                <a:ea typeface="Arial"/>
                <a:cs typeface="Arial"/>
              </a:defRPr>
            </a:lvl4pPr>
            <a:lvl5pPr algn="l">
              <a:defRPr sz="1575" b="1">
                <a:solidFill>
                  <a:srgbClr val="C6F36B"/>
                </a:solidFill>
                <a:latin typeface="Arial"/>
                <a:ea typeface="Arial"/>
                <a:cs typeface="Arial"/>
              </a:defRPr>
            </a:lvl5pPr>
            <a:lvl6pPr algn="l">
              <a:defRPr sz="1575" b="1">
                <a:solidFill>
                  <a:srgbClr val="C6F36B"/>
                </a:solidFill>
                <a:latin typeface="Arial"/>
                <a:ea typeface="Arial"/>
                <a:cs typeface="Arial"/>
              </a:defRPr>
            </a:lvl6pPr>
            <a:lvl7pPr algn="l">
              <a:defRPr sz="1575" b="1">
                <a:solidFill>
                  <a:srgbClr val="C6F36B"/>
                </a:solidFill>
                <a:latin typeface="Arial"/>
                <a:ea typeface="Arial"/>
                <a:cs typeface="Arial"/>
              </a:defRPr>
            </a:lvl7pPr>
            <a:lvl8pPr algn="l">
              <a:defRPr sz="1575" b="1">
                <a:solidFill>
                  <a:srgbClr val="C6F36B"/>
                </a:solidFill>
                <a:latin typeface="Arial"/>
                <a:ea typeface="Arial"/>
                <a:cs typeface="Arial"/>
              </a:defRPr>
            </a:lvl8pPr>
            <a:lvl9pPr algn="l">
              <a:defRPr sz="1575" b="1">
                <a:solidFill>
                  <a:srgbClr val="C6F36B"/>
                </a:solidFill>
                <a:latin typeface="Arial"/>
                <a:ea typeface="Arial"/>
                <a:cs typeface="Arial"/>
              </a:defRPr>
            </a:lvl9pPr>
          </a:lstStyle>
          <a:p>
            <a:pPr algn="l">
              <a:defRPr sz="1575" b="1">
                <a:solidFill>
                  <a:srgbClr val="C6F36B"/>
                </a:solidFill>
                <a:latin typeface="Arial"/>
                <a:ea typeface="Arial"/>
                <a:cs typeface="Arial"/>
              </a:defRPr>
            </a:pPr>
            <a:r>
              <a:rPr sz="1575" b="1">
                <a:solidFill>
                  <a:srgbClr val="C6F36B"/>
                </a:solidFill>
                <a:latin typeface="Arial"/>
                <a:ea typeface="Arial"/>
                <a:cs typeface="Arial"/>
              </a:rPr>
              <a:t>What this prototype integrates</a:t>
            </a:r>
          </a:p>
        </p:txBody>
      </p:sp>
      <p:sp>
        <p:nvSpPr>
          <p:cNvPr id="10" name="Rectangle 9">
            <a:extLst>
              <a:ext uri="{FF2B5EF4-FFF2-40B4-BE49-F238E27FC236}">
                <a16:creationId xmlns:a16="http://schemas.microsoft.com/office/drawing/2014/main" id="{155386A4-6245-4BAA-B467-720C720B90FC}"/>
              </a:ext>
            </a:extLst>
          </p:cNvPr>
          <p:cNvSpPr>
            <a:spLocks noGrp="1"/>
          </p:cNvSpPr>
          <p:nvPr/>
        </p:nvSpPr>
        <p:spPr>
          <a:xfrm>
            <a:off x="6496050" y="2095500"/>
            <a:ext cx="4667250" cy="1447800"/>
          </a:xfrm>
          <a:prstGeom prst="rect">
            <a:avLst/>
          </a:prstGeom>
          <a:noFill/>
          <a:ln w="0">
            <a:noFill/>
            <a:prstDash val="solid"/>
          </a:ln>
        </p:spPr>
        <p:txBody>
          <a:bodyPr wrap="square" lIns="0" tIns="0" rIns="0" bIns="0" anchor="ctr">
            <a:normAutofit/>
          </a:bodyPr>
          <a:lstStyle>
            <a:defPPr algn="l">
              <a:defRPr sz="1650" b="0">
                <a:solidFill>
                  <a:srgbClr val="10191A"/>
                </a:solidFill>
                <a:latin typeface="Arial"/>
                <a:ea typeface="Arial"/>
                <a:cs typeface="Arial"/>
              </a:defRPr>
            </a:defPPr>
            <a:lvl1pPr algn="l">
              <a:defRPr sz="1650" b="0">
                <a:solidFill>
                  <a:srgbClr val="10191A"/>
                </a:solidFill>
                <a:latin typeface="Arial"/>
                <a:ea typeface="Arial"/>
                <a:cs typeface="Arial"/>
              </a:defRPr>
            </a:lvl1pPr>
            <a:lvl2pPr algn="l">
              <a:defRPr sz="1650" b="0">
                <a:solidFill>
                  <a:srgbClr val="10191A"/>
                </a:solidFill>
                <a:latin typeface="Arial"/>
                <a:ea typeface="Arial"/>
                <a:cs typeface="Arial"/>
              </a:defRPr>
            </a:lvl2pPr>
            <a:lvl3pPr algn="l">
              <a:defRPr sz="1650" b="0">
                <a:solidFill>
                  <a:srgbClr val="10191A"/>
                </a:solidFill>
                <a:latin typeface="Arial"/>
                <a:ea typeface="Arial"/>
                <a:cs typeface="Arial"/>
              </a:defRPr>
            </a:lvl3pPr>
            <a:lvl4pPr algn="l">
              <a:defRPr sz="1650" b="0">
                <a:solidFill>
                  <a:srgbClr val="10191A"/>
                </a:solidFill>
                <a:latin typeface="Arial"/>
                <a:ea typeface="Arial"/>
                <a:cs typeface="Arial"/>
              </a:defRPr>
            </a:lvl4pPr>
            <a:lvl5pPr algn="l">
              <a:defRPr sz="1650" b="0">
                <a:solidFill>
                  <a:srgbClr val="10191A"/>
                </a:solidFill>
                <a:latin typeface="Arial"/>
                <a:ea typeface="Arial"/>
                <a:cs typeface="Arial"/>
              </a:defRPr>
            </a:lvl5pPr>
            <a:lvl6pPr algn="l">
              <a:defRPr sz="1650" b="0">
                <a:solidFill>
                  <a:srgbClr val="10191A"/>
                </a:solidFill>
                <a:latin typeface="Arial"/>
                <a:ea typeface="Arial"/>
                <a:cs typeface="Arial"/>
              </a:defRPr>
            </a:lvl6pPr>
            <a:lvl7pPr algn="l">
              <a:defRPr sz="1650" b="0">
                <a:solidFill>
                  <a:srgbClr val="10191A"/>
                </a:solidFill>
                <a:latin typeface="Arial"/>
                <a:ea typeface="Arial"/>
                <a:cs typeface="Arial"/>
              </a:defRPr>
            </a:lvl7pPr>
            <a:lvl8pPr algn="l">
              <a:defRPr sz="1650" b="0">
                <a:solidFill>
                  <a:srgbClr val="10191A"/>
                </a:solidFill>
                <a:latin typeface="Arial"/>
                <a:ea typeface="Arial"/>
                <a:cs typeface="Arial"/>
              </a:defRPr>
            </a:lvl8pPr>
            <a:lvl9pPr algn="l">
              <a:defRPr sz="1650" b="0">
                <a:solidFill>
                  <a:srgbClr val="10191A"/>
                </a:solidFill>
                <a:latin typeface="Arial"/>
                <a:ea typeface="Arial"/>
                <a:cs typeface="Arial"/>
              </a:defRPr>
            </a:lvl9pPr>
          </a:lstStyle>
          <a:p>
            <a:pPr algn="l">
              <a:defRPr sz="1650" b="0">
                <a:solidFill>
                  <a:srgbClr val="10191A"/>
                </a:solidFill>
                <a:latin typeface="Arial"/>
                <a:ea typeface="Arial"/>
                <a:cs typeface="Arial"/>
              </a:defRPr>
            </a:pPr>
            <a:r>
              <a:rPr sz="1650" b="0">
                <a:solidFill>
                  <a:srgbClr val="10191A"/>
                </a:solidFill>
                <a:latin typeface="Arial"/>
                <a:ea typeface="Arial"/>
                <a:cs typeface="Arial"/>
              </a:rPr>
              <a:t>A local single-camera workflow where an operator configures zones and required PPE, while track-based dwell and closing-time rules create dashboard events with evidence.</a:t>
            </a:r>
          </a:p>
        </p:txBody>
      </p:sp>
      <p:sp>
        <p:nvSpPr>
          <p:cNvPr id="11" name="Rectangle 10">
            <a:extLst>
              <a:ext uri="{FF2B5EF4-FFF2-40B4-BE49-F238E27FC236}">
                <a16:creationId xmlns:a16="http://schemas.microsoft.com/office/drawing/2014/main" id="{7DBAD7A3-8983-4170-9518-43A56857E2B3}"/>
              </a:ext>
            </a:extLst>
          </p:cNvPr>
          <p:cNvSpPr>
            <a:spLocks noGrp="1"/>
          </p:cNvSpPr>
          <p:nvPr/>
        </p:nvSpPr>
        <p:spPr>
          <a:xfrm>
            <a:off x="628650" y="4143375"/>
            <a:ext cx="2857500" cy="266700"/>
          </a:xfrm>
          <a:prstGeom prst="rect">
            <a:avLst/>
          </a:prstGeom>
          <a:noFill/>
          <a:ln w="0">
            <a:noFill/>
            <a:prstDash val="solid"/>
          </a:ln>
        </p:spPr>
        <p:txBody>
          <a:bodyPr wrap="square" lIns="0" tIns="0" rIns="0" bIns="0" anchor="ctr">
            <a:normAutofit/>
          </a:bodyPr>
          <a:lstStyle>
            <a:defPPr algn="l">
              <a:defRPr sz="1350" b="1">
                <a:solidFill>
                  <a:srgbClr val="F39A46"/>
                </a:solidFill>
                <a:latin typeface="Arial"/>
                <a:ea typeface="Arial"/>
                <a:cs typeface="Arial"/>
              </a:defRPr>
            </a:defPPr>
            <a:lvl1pPr algn="l">
              <a:defRPr sz="1350" b="1">
                <a:solidFill>
                  <a:srgbClr val="F39A46"/>
                </a:solidFill>
                <a:latin typeface="Arial"/>
                <a:ea typeface="Arial"/>
                <a:cs typeface="Arial"/>
              </a:defRPr>
            </a:lvl1pPr>
            <a:lvl2pPr algn="l">
              <a:defRPr sz="1350" b="1">
                <a:solidFill>
                  <a:srgbClr val="F39A46"/>
                </a:solidFill>
                <a:latin typeface="Arial"/>
                <a:ea typeface="Arial"/>
                <a:cs typeface="Arial"/>
              </a:defRPr>
            </a:lvl2pPr>
            <a:lvl3pPr algn="l">
              <a:defRPr sz="1350" b="1">
                <a:solidFill>
                  <a:srgbClr val="F39A46"/>
                </a:solidFill>
                <a:latin typeface="Arial"/>
                <a:ea typeface="Arial"/>
                <a:cs typeface="Arial"/>
              </a:defRPr>
            </a:lvl3pPr>
            <a:lvl4pPr algn="l">
              <a:defRPr sz="1350" b="1">
                <a:solidFill>
                  <a:srgbClr val="F39A46"/>
                </a:solidFill>
                <a:latin typeface="Arial"/>
                <a:ea typeface="Arial"/>
                <a:cs typeface="Arial"/>
              </a:defRPr>
            </a:lvl4pPr>
            <a:lvl5pPr algn="l">
              <a:defRPr sz="1350" b="1">
                <a:solidFill>
                  <a:srgbClr val="F39A46"/>
                </a:solidFill>
                <a:latin typeface="Arial"/>
                <a:ea typeface="Arial"/>
                <a:cs typeface="Arial"/>
              </a:defRPr>
            </a:lvl5pPr>
            <a:lvl6pPr algn="l">
              <a:defRPr sz="1350" b="1">
                <a:solidFill>
                  <a:srgbClr val="F39A46"/>
                </a:solidFill>
                <a:latin typeface="Arial"/>
                <a:ea typeface="Arial"/>
                <a:cs typeface="Arial"/>
              </a:defRPr>
            </a:lvl6pPr>
            <a:lvl7pPr algn="l">
              <a:defRPr sz="1350" b="1">
                <a:solidFill>
                  <a:srgbClr val="F39A46"/>
                </a:solidFill>
                <a:latin typeface="Arial"/>
                <a:ea typeface="Arial"/>
                <a:cs typeface="Arial"/>
              </a:defRPr>
            </a:lvl7pPr>
            <a:lvl8pPr algn="l">
              <a:defRPr sz="1350" b="1">
                <a:solidFill>
                  <a:srgbClr val="F39A46"/>
                </a:solidFill>
                <a:latin typeface="Arial"/>
                <a:ea typeface="Arial"/>
                <a:cs typeface="Arial"/>
              </a:defRPr>
            </a:lvl8pPr>
            <a:lvl9pPr algn="l">
              <a:defRPr sz="1350" b="1">
                <a:solidFill>
                  <a:srgbClr val="F39A46"/>
                </a:solidFill>
                <a:latin typeface="Arial"/>
                <a:ea typeface="Arial"/>
                <a:cs typeface="Arial"/>
              </a:defRPr>
            </a:lvl9pPr>
          </a:lstStyle>
          <a:p>
            <a:pPr algn="l">
              <a:defRPr sz="1350" b="1">
                <a:solidFill>
                  <a:srgbClr val="F39A46"/>
                </a:solidFill>
                <a:latin typeface="Arial"/>
                <a:ea typeface="Arial"/>
                <a:cs typeface="Arial"/>
              </a:defRPr>
            </a:pPr>
            <a:r>
              <a:rPr sz="1350" b="1">
                <a:solidFill>
                  <a:srgbClr val="F39A46"/>
                </a:solidFill>
                <a:latin typeface="Arial"/>
                <a:ea typeface="Arial"/>
                <a:cs typeface="Arial"/>
              </a:rPr>
              <a:t>Defensible contribution</a:t>
            </a:r>
          </a:p>
        </p:txBody>
      </p:sp>
      <p:sp>
        <p:nvSpPr>
          <p:cNvPr id="12" name="Rectangle 11">
            <a:extLst>
              <a:ext uri="{FF2B5EF4-FFF2-40B4-BE49-F238E27FC236}">
                <a16:creationId xmlns:a16="http://schemas.microsoft.com/office/drawing/2014/main" id="{CECA07FD-0A60-4D0B-AA4E-265A830E4BD7}"/>
              </a:ext>
            </a:extLst>
          </p:cNvPr>
          <p:cNvSpPr>
            <a:spLocks noGrp="1"/>
          </p:cNvSpPr>
          <p:nvPr/>
        </p:nvSpPr>
        <p:spPr>
          <a:xfrm>
            <a:off x="628650" y="4495800"/>
            <a:ext cx="10477500" cy="857250"/>
          </a:xfrm>
          <a:prstGeom prst="rect">
            <a:avLst/>
          </a:prstGeom>
          <a:noFill/>
          <a:ln w="0">
            <a:noFill/>
            <a:prstDash val="solid"/>
          </a:ln>
        </p:spPr>
        <p:txBody>
          <a:bodyPr wrap="square" lIns="0" tIns="0" rIns="0" bIns="0" anchor="ctr">
            <a:normAutofit/>
          </a:bodyPr>
          <a:lstStyle>
            <a:defPPr algn="l">
              <a:defRPr sz="1425" b="0">
                <a:solidFill>
                  <a:srgbClr val="10191A"/>
                </a:solidFill>
                <a:latin typeface="Arial"/>
                <a:ea typeface="Arial"/>
                <a:cs typeface="Arial"/>
              </a:defRPr>
            </a:defPPr>
            <a:lvl1pPr algn="l">
              <a:defRPr sz="1425" b="0">
                <a:solidFill>
                  <a:srgbClr val="10191A"/>
                </a:solidFill>
                <a:latin typeface="Arial"/>
                <a:ea typeface="Arial"/>
                <a:cs typeface="Arial"/>
              </a:defRPr>
            </a:lvl1pPr>
            <a:lvl2pPr algn="l">
              <a:defRPr sz="1425" b="0">
                <a:solidFill>
                  <a:srgbClr val="10191A"/>
                </a:solidFill>
                <a:latin typeface="Arial"/>
                <a:ea typeface="Arial"/>
                <a:cs typeface="Arial"/>
              </a:defRPr>
            </a:lvl2pPr>
            <a:lvl3pPr algn="l">
              <a:defRPr sz="1425" b="0">
                <a:solidFill>
                  <a:srgbClr val="10191A"/>
                </a:solidFill>
                <a:latin typeface="Arial"/>
                <a:ea typeface="Arial"/>
                <a:cs typeface="Arial"/>
              </a:defRPr>
            </a:lvl3pPr>
            <a:lvl4pPr algn="l">
              <a:defRPr sz="1425" b="0">
                <a:solidFill>
                  <a:srgbClr val="10191A"/>
                </a:solidFill>
                <a:latin typeface="Arial"/>
                <a:ea typeface="Arial"/>
                <a:cs typeface="Arial"/>
              </a:defRPr>
            </a:lvl4pPr>
            <a:lvl5pPr algn="l">
              <a:defRPr sz="1425" b="0">
                <a:solidFill>
                  <a:srgbClr val="10191A"/>
                </a:solidFill>
                <a:latin typeface="Arial"/>
                <a:ea typeface="Arial"/>
                <a:cs typeface="Arial"/>
              </a:defRPr>
            </a:lvl5pPr>
            <a:lvl6pPr algn="l">
              <a:defRPr sz="1425" b="0">
                <a:solidFill>
                  <a:srgbClr val="10191A"/>
                </a:solidFill>
                <a:latin typeface="Arial"/>
                <a:ea typeface="Arial"/>
                <a:cs typeface="Arial"/>
              </a:defRPr>
            </a:lvl6pPr>
            <a:lvl7pPr algn="l">
              <a:defRPr sz="1425" b="0">
                <a:solidFill>
                  <a:srgbClr val="10191A"/>
                </a:solidFill>
                <a:latin typeface="Arial"/>
                <a:ea typeface="Arial"/>
                <a:cs typeface="Arial"/>
              </a:defRPr>
            </a:lvl7pPr>
            <a:lvl8pPr algn="l">
              <a:defRPr sz="1425" b="0">
                <a:solidFill>
                  <a:srgbClr val="10191A"/>
                </a:solidFill>
                <a:latin typeface="Arial"/>
                <a:ea typeface="Arial"/>
                <a:cs typeface="Arial"/>
              </a:defRPr>
            </a:lvl8pPr>
            <a:lvl9pPr algn="l">
              <a:defRPr sz="1425" b="0">
                <a:solidFill>
                  <a:srgbClr val="10191A"/>
                </a:solidFill>
                <a:latin typeface="Arial"/>
                <a:ea typeface="Arial"/>
                <a:cs typeface="Arial"/>
              </a:defRPr>
            </a:lvl9pPr>
          </a:lstStyle>
          <a:p>
            <a:pPr algn="l">
              <a:defRPr sz="1425" b="0">
                <a:solidFill>
                  <a:srgbClr val="10191A"/>
                </a:solidFill>
                <a:latin typeface="Arial"/>
                <a:ea typeface="Arial"/>
                <a:cs typeface="Arial"/>
              </a:defRPr>
            </a:pPr>
            <a:r>
              <a:rPr sz="1425" b="0">
                <a:solidFill>
                  <a:srgbClr val="10191A"/>
                </a:solidFill>
                <a:latin typeface="Arial"/>
                <a:ea typeface="Arial"/>
                <a:cs typeface="Arial"/>
              </a:rPr>
              <a:t>Integration and implementation of detection, configurable zones, track-associated PPE checks, timing rules and local event evidence. The literature review is limited to eight selected papers.</a:t>
            </a:r>
          </a:p>
        </p:txBody>
      </p:sp>
    </p:spTree>
    <p:extLst>
      <p:ext uri="{BB962C8B-B14F-4D97-AF65-F5344CB8AC3E}">
        <p14:creationId xmlns:p14="http://schemas.microsoft.com/office/powerpoint/2010/main" val="16961079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3F1E8"/>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1E1D293-7A56-4700-BABF-221425069930}"/>
              </a:ext>
            </a:extLst>
          </p:cNvPr>
          <p:cNvSpPr>
            <a:spLocks noGrp="1"/>
          </p:cNvSpPr>
          <p:nvPr/>
        </p:nvSpPr>
        <p:spPr>
          <a:xfrm>
            <a:off x="0" y="0"/>
            <a:ext cx="133350" cy="6858000"/>
          </a:xfrm>
          <a:prstGeom prst="rect">
            <a:avLst/>
          </a:prstGeom>
          <a:solidFill>
            <a:srgbClr val="C6F36B"/>
          </a:solidFill>
          <a:ln w="0">
            <a:noFill/>
            <a:prstDash val="solid"/>
          </a:ln>
        </p:spPr>
        <p:txBody>
          <a:bodyPr/>
          <a:lstStyle/>
          <a:p>
            <a:endParaRPr lang="en-IN"/>
          </a:p>
        </p:txBody>
      </p:sp>
      <p:sp>
        <p:nvSpPr>
          <p:cNvPr id="2" name="Rectangle 1">
            <a:extLst>
              <a:ext uri="{FF2B5EF4-FFF2-40B4-BE49-F238E27FC236}">
                <a16:creationId xmlns:a16="http://schemas.microsoft.com/office/drawing/2014/main" id="{FC328AFB-5AA8-46FA-B6A7-1C5A24227B39}"/>
              </a:ext>
            </a:extLst>
          </p:cNvPr>
          <p:cNvSpPr>
            <a:spLocks noGrp="1"/>
          </p:cNvSpPr>
          <p:nvPr/>
        </p:nvSpPr>
        <p:spPr>
          <a:xfrm>
            <a:off x="590550" y="285750"/>
            <a:ext cx="8572500" cy="219075"/>
          </a:xfrm>
          <a:prstGeom prst="rect">
            <a:avLst/>
          </a:prstGeom>
          <a:noFill/>
          <a:ln w="0">
            <a:noFill/>
            <a:prstDash val="solid"/>
          </a:ln>
        </p:spPr>
        <p:txBody>
          <a:bodyPr wrap="square" lIns="0" tIns="0" rIns="0" bIns="0" anchor="ctr">
            <a:normAutofit/>
          </a:bodyPr>
          <a:lstStyle>
            <a:defPPr algn="l">
              <a:defRPr sz="1050" b="1">
                <a:solidFill>
                  <a:srgbClr val="243537"/>
                </a:solidFill>
                <a:latin typeface="Arial"/>
                <a:ea typeface="Arial"/>
                <a:cs typeface="Arial"/>
              </a:defRPr>
            </a:defPPr>
            <a:lvl1pPr algn="l">
              <a:defRPr sz="1050" b="1">
                <a:solidFill>
                  <a:srgbClr val="243537"/>
                </a:solidFill>
                <a:latin typeface="Arial"/>
                <a:ea typeface="Arial"/>
                <a:cs typeface="Arial"/>
              </a:defRPr>
            </a:lvl1pPr>
            <a:lvl2pPr algn="l">
              <a:defRPr sz="1050" b="1">
                <a:solidFill>
                  <a:srgbClr val="243537"/>
                </a:solidFill>
                <a:latin typeface="Arial"/>
                <a:ea typeface="Arial"/>
                <a:cs typeface="Arial"/>
              </a:defRPr>
            </a:lvl2pPr>
            <a:lvl3pPr algn="l">
              <a:defRPr sz="1050" b="1">
                <a:solidFill>
                  <a:srgbClr val="243537"/>
                </a:solidFill>
                <a:latin typeface="Arial"/>
                <a:ea typeface="Arial"/>
                <a:cs typeface="Arial"/>
              </a:defRPr>
            </a:lvl3pPr>
            <a:lvl4pPr algn="l">
              <a:defRPr sz="1050" b="1">
                <a:solidFill>
                  <a:srgbClr val="243537"/>
                </a:solidFill>
                <a:latin typeface="Arial"/>
                <a:ea typeface="Arial"/>
                <a:cs typeface="Arial"/>
              </a:defRPr>
            </a:lvl4pPr>
            <a:lvl5pPr algn="l">
              <a:defRPr sz="1050" b="1">
                <a:solidFill>
                  <a:srgbClr val="243537"/>
                </a:solidFill>
                <a:latin typeface="Arial"/>
                <a:ea typeface="Arial"/>
                <a:cs typeface="Arial"/>
              </a:defRPr>
            </a:lvl5pPr>
            <a:lvl6pPr algn="l">
              <a:defRPr sz="1050" b="1">
                <a:solidFill>
                  <a:srgbClr val="243537"/>
                </a:solidFill>
                <a:latin typeface="Arial"/>
                <a:ea typeface="Arial"/>
                <a:cs typeface="Arial"/>
              </a:defRPr>
            </a:lvl6pPr>
            <a:lvl7pPr algn="l">
              <a:defRPr sz="1050" b="1">
                <a:solidFill>
                  <a:srgbClr val="243537"/>
                </a:solidFill>
                <a:latin typeface="Arial"/>
                <a:ea typeface="Arial"/>
                <a:cs typeface="Arial"/>
              </a:defRPr>
            </a:lvl7pPr>
            <a:lvl8pPr algn="l">
              <a:defRPr sz="1050" b="1">
                <a:solidFill>
                  <a:srgbClr val="243537"/>
                </a:solidFill>
                <a:latin typeface="Arial"/>
                <a:ea typeface="Arial"/>
                <a:cs typeface="Arial"/>
              </a:defRPr>
            </a:lvl8pPr>
            <a:lvl9pPr algn="l">
              <a:defRPr sz="1050" b="1">
                <a:solidFill>
                  <a:srgbClr val="243537"/>
                </a:solidFill>
                <a:latin typeface="Arial"/>
                <a:ea typeface="Arial"/>
                <a:cs typeface="Arial"/>
              </a:defRPr>
            </a:lvl9pPr>
          </a:lstStyle>
          <a:p>
            <a:pPr algn="l">
              <a:defRPr sz="1050" b="1">
                <a:solidFill>
                  <a:srgbClr val="243537"/>
                </a:solidFill>
                <a:latin typeface="Arial"/>
                <a:ea typeface="Arial"/>
                <a:cs typeface="Arial"/>
              </a:defRPr>
            </a:pPr>
            <a:r>
              <a:rPr sz="1050" b="1">
                <a:solidFill>
                  <a:srgbClr val="243537"/>
                </a:solidFill>
                <a:latin typeface="Arial"/>
                <a:ea typeface="Arial"/>
                <a:cs typeface="Arial"/>
              </a:rPr>
              <a:t>13  /  NEXT STEPS</a:t>
            </a:r>
          </a:p>
        </p:txBody>
      </p:sp>
      <p:sp>
        <p:nvSpPr>
          <p:cNvPr id="3" name="Rectangle 2">
            <a:extLst>
              <a:ext uri="{FF2B5EF4-FFF2-40B4-BE49-F238E27FC236}">
                <a16:creationId xmlns:a16="http://schemas.microsoft.com/office/drawing/2014/main" id="{5C3AEDAC-0985-43E7-B663-029D7942E8B7}"/>
              </a:ext>
            </a:extLst>
          </p:cNvPr>
          <p:cNvSpPr>
            <a:spLocks noGrp="1"/>
          </p:cNvSpPr>
          <p:nvPr/>
        </p:nvSpPr>
        <p:spPr>
          <a:xfrm>
            <a:off x="590550" y="647700"/>
            <a:ext cx="10858500" cy="514350"/>
          </a:xfrm>
          <a:prstGeom prst="rect">
            <a:avLst/>
          </a:prstGeom>
          <a:noFill/>
          <a:ln w="0">
            <a:noFill/>
            <a:prstDash val="solid"/>
          </a:ln>
        </p:spPr>
        <p:txBody>
          <a:bodyPr wrap="square" lIns="0" tIns="0" rIns="0" bIns="0" anchor="ctr">
            <a:normAutofit/>
          </a:bodyPr>
          <a:lstStyle>
            <a:defPPr algn="l">
              <a:defRPr sz="2700" b="1">
                <a:solidFill>
                  <a:srgbClr val="10191A"/>
                </a:solidFill>
                <a:latin typeface="Arial"/>
                <a:ea typeface="Arial"/>
                <a:cs typeface="Arial"/>
              </a:defRPr>
            </a:defPPr>
            <a:lvl1pPr algn="l">
              <a:defRPr sz="2700" b="1">
                <a:solidFill>
                  <a:srgbClr val="10191A"/>
                </a:solidFill>
                <a:latin typeface="Arial"/>
                <a:ea typeface="Arial"/>
                <a:cs typeface="Arial"/>
              </a:defRPr>
            </a:lvl1pPr>
            <a:lvl2pPr algn="l">
              <a:defRPr sz="2700" b="1">
                <a:solidFill>
                  <a:srgbClr val="10191A"/>
                </a:solidFill>
                <a:latin typeface="Arial"/>
                <a:ea typeface="Arial"/>
                <a:cs typeface="Arial"/>
              </a:defRPr>
            </a:lvl2pPr>
            <a:lvl3pPr algn="l">
              <a:defRPr sz="2700" b="1">
                <a:solidFill>
                  <a:srgbClr val="10191A"/>
                </a:solidFill>
                <a:latin typeface="Arial"/>
                <a:ea typeface="Arial"/>
                <a:cs typeface="Arial"/>
              </a:defRPr>
            </a:lvl3pPr>
            <a:lvl4pPr algn="l">
              <a:defRPr sz="2700" b="1">
                <a:solidFill>
                  <a:srgbClr val="10191A"/>
                </a:solidFill>
                <a:latin typeface="Arial"/>
                <a:ea typeface="Arial"/>
                <a:cs typeface="Arial"/>
              </a:defRPr>
            </a:lvl4pPr>
            <a:lvl5pPr algn="l">
              <a:defRPr sz="2700" b="1">
                <a:solidFill>
                  <a:srgbClr val="10191A"/>
                </a:solidFill>
                <a:latin typeface="Arial"/>
                <a:ea typeface="Arial"/>
                <a:cs typeface="Arial"/>
              </a:defRPr>
            </a:lvl5pPr>
            <a:lvl6pPr algn="l">
              <a:defRPr sz="2700" b="1">
                <a:solidFill>
                  <a:srgbClr val="10191A"/>
                </a:solidFill>
                <a:latin typeface="Arial"/>
                <a:ea typeface="Arial"/>
                <a:cs typeface="Arial"/>
              </a:defRPr>
            </a:lvl6pPr>
            <a:lvl7pPr algn="l">
              <a:defRPr sz="2700" b="1">
                <a:solidFill>
                  <a:srgbClr val="10191A"/>
                </a:solidFill>
                <a:latin typeface="Arial"/>
                <a:ea typeface="Arial"/>
                <a:cs typeface="Arial"/>
              </a:defRPr>
            </a:lvl7pPr>
            <a:lvl8pPr algn="l">
              <a:defRPr sz="2700" b="1">
                <a:solidFill>
                  <a:srgbClr val="10191A"/>
                </a:solidFill>
                <a:latin typeface="Arial"/>
                <a:ea typeface="Arial"/>
                <a:cs typeface="Arial"/>
              </a:defRPr>
            </a:lvl8pPr>
            <a:lvl9pPr algn="l">
              <a:defRPr sz="2700" b="1">
                <a:solidFill>
                  <a:srgbClr val="10191A"/>
                </a:solidFill>
                <a:latin typeface="Arial"/>
                <a:ea typeface="Arial"/>
                <a:cs typeface="Arial"/>
              </a:defRPr>
            </a:lvl9pPr>
          </a:lstStyle>
          <a:p>
            <a:pPr algn="l">
              <a:defRPr sz="2700" b="1">
                <a:solidFill>
                  <a:srgbClr val="10191A"/>
                </a:solidFill>
                <a:latin typeface="Arial"/>
                <a:ea typeface="Arial"/>
                <a:cs typeface="Arial"/>
              </a:defRPr>
            </a:pPr>
            <a:r>
              <a:rPr sz="2700" b="1">
                <a:solidFill>
                  <a:srgbClr val="10191A"/>
                </a:solidFill>
                <a:latin typeface="Arial"/>
                <a:ea typeface="Arial"/>
                <a:cs typeface="Arial"/>
              </a:rPr>
              <a:t>Limitations and evaluation still needed</a:t>
            </a:r>
          </a:p>
        </p:txBody>
      </p:sp>
      <p:sp>
        <p:nvSpPr>
          <p:cNvPr id="4" name="Straight Connector 3">
            <a:extLst>
              <a:ext uri="{FF2B5EF4-FFF2-40B4-BE49-F238E27FC236}">
                <a16:creationId xmlns:a16="http://schemas.microsoft.com/office/drawing/2014/main" id="{9EFC7DBF-D72D-464F-AB46-3B608B176B40}"/>
              </a:ext>
            </a:extLst>
          </p:cNvPr>
          <p:cNvSpPr>
            <a:spLocks noGrp="1"/>
          </p:cNvSpPr>
          <p:nvPr/>
        </p:nvSpPr>
        <p:spPr>
          <a:xfrm>
            <a:off x="590550" y="1304925"/>
            <a:ext cx="11010900" cy="9525"/>
          </a:xfrm>
          <a:prstGeom prst="line">
            <a:avLst/>
          </a:prstGeom>
          <a:noFill/>
          <a:ln w="9525">
            <a:solidFill>
              <a:srgbClr val="D1D6CC"/>
            </a:solidFill>
            <a:prstDash val="solid"/>
          </a:ln>
        </p:spPr>
        <p:txBody>
          <a:bodyPr/>
          <a:lstStyle/>
          <a:p>
            <a:endParaRPr lang="en-IN"/>
          </a:p>
        </p:txBody>
      </p:sp>
      <p:sp>
        <p:nvSpPr>
          <p:cNvPr id="5" name="Rectangle 4">
            <a:extLst>
              <a:ext uri="{FF2B5EF4-FFF2-40B4-BE49-F238E27FC236}">
                <a16:creationId xmlns:a16="http://schemas.microsoft.com/office/drawing/2014/main" id="{E4292469-4529-427F-A795-AAAACAB13CB0}"/>
              </a:ext>
            </a:extLst>
          </p:cNvPr>
          <p:cNvSpPr>
            <a:spLocks noGrp="1"/>
          </p:cNvSpPr>
          <p:nvPr/>
        </p:nvSpPr>
        <p:spPr>
          <a:xfrm>
            <a:off x="11144250" y="6410325"/>
            <a:ext cx="457200" cy="190500"/>
          </a:xfrm>
          <a:prstGeom prst="rect">
            <a:avLst/>
          </a:prstGeom>
          <a:noFill/>
          <a:ln w="0">
            <a:noFill/>
            <a:prstDash val="solid"/>
          </a:ln>
        </p:spPr>
        <p:txBody>
          <a:bodyPr wrap="square" lIns="0" tIns="0" rIns="0" bIns="0" anchor="ctr">
            <a:normAutofit/>
          </a:bodyPr>
          <a:lstStyle>
            <a:defPPr algn="r">
              <a:defRPr sz="975" b="1">
                <a:solidFill>
                  <a:srgbClr val="243537"/>
                </a:solidFill>
                <a:latin typeface="Arial"/>
                <a:ea typeface="Arial"/>
                <a:cs typeface="Arial"/>
              </a:defRPr>
            </a:defPPr>
            <a:lvl1pPr algn="r">
              <a:defRPr sz="975" b="1">
                <a:solidFill>
                  <a:srgbClr val="243537"/>
                </a:solidFill>
                <a:latin typeface="Arial"/>
                <a:ea typeface="Arial"/>
                <a:cs typeface="Arial"/>
              </a:defRPr>
            </a:lvl1pPr>
            <a:lvl2pPr algn="r">
              <a:defRPr sz="975" b="1">
                <a:solidFill>
                  <a:srgbClr val="243537"/>
                </a:solidFill>
                <a:latin typeface="Arial"/>
                <a:ea typeface="Arial"/>
                <a:cs typeface="Arial"/>
              </a:defRPr>
            </a:lvl2pPr>
            <a:lvl3pPr algn="r">
              <a:defRPr sz="975" b="1">
                <a:solidFill>
                  <a:srgbClr val="243537"/>
                </a:solidFill>
                <a:latin typeface="Arial"/>
                <a:ea typeface="Arial"/>
                <a:cs typeface="Arial"/>
              </a:defRPr>
            </a:lvl3pPr>
            <a:lvl4pPr algn="r">
              <a:defRPr sz="975" b="1">
                <a:solidFill>
                  <a:srgbClr val="243537"/>
                </a:solidFill>
                <a:latin typeface="Arial"/>
                <a:ea typeface="Arial"/>
                <a:cs typeface="Arial"/>
              </a:defRPr>
            </a:lvl4pPr>
            <a:lvl5pPr algn="r">
              <a:defRPr sz="975" b="1">
                <a:solidFill>
                  <a:srgbClr val="243537"/>
                </a:solidFill>
                <a:latin typeface="Arial"/>
                <a:ea typeface="Arial"/>
                <a:cs typeface="Arial"/>
              </a:defRPr>
            </a:lvl5pPr>
            <a:lvl6pPr algn="r">
              <a:defRPr sz="975" b="1">
                <a:solidFill>
                  <a:srgbClr val="243537"/>
                </a:solidFill>
                <a:latin typeface="Arial"/>
                <a:ea typeface="Arial"/>
                <a:cs typeface="Arial"/>
              </a:defRPr>
            </a:lvl6pPr>
            <a:lvl7pPr algn="r">
              <a:defRPr sz="975" b="1">
                <a:solidFill>
                  <a:srgbClr val="243537"/>
                </a:solidFill>
                <a:latin typeface="Arial"/>
                <a:ea typeface="Arial"/>
                <a:cs typeface="Arial"/>
              </a:defRPr>
            </a:lvl7pPr>
            <a:lvl8pPr algn="r">
              <a:defRPr sz="975" b="1">
                <a:solidFill>
                  <a:srgbClr val="243537"/>
                </a:solidFill>
                <a:latin typeface="Arial"/>
                <a:ea typeface="Arial"/>
                <a:cs typeface="Arial"/>
              </a:defRPr>
            </a:lvl8pPr>
            <a:lvl9pPr algn="r">
              <a:defRPr sz="975" b="1">
                <a:solidFill>
                  <a:srgbClr val="243537"/>
                </a:solidFill>
                <a:latin typeface="Arial"/>
                <a:ea typeface="Arial"/>
                <a:cs typeface="Arial"/>
              </a:defRPr>
            </a:lvl9pPr>
          </a:lstStyle>
          <a:p>
            <a:pPr algn="r">
              <a:defRPr sz="975" b="1">
                <a:solidFill>
                  <a:srgbClr val="243537"/>
                </a:solidFill>
                <a:latin typeface="Arial"/>
                <a:ea typeface="Arial"/>
                <a:cs typeface="Arial"/>
              </a:defRPr>
            </a:pPr>
            <a:r>
              <a:rPr sz="975" b="1">
                <a:solidFill>
                  <a:srgbClr val="243537"/>
                </a:solidFill>
                <a:latin typeface="Arial"/>
                <a:ea typeface="Arial"/>
                <a:cs typeface="Arial"/>
              </a:rPr>
              <a:t>15</a:t>
            </a:r>
          </a:p>
        </p:txBody>
      </p:sp>
      <p:sp>
        <p:nvSpPr>
          <p:cNvPr id="6" name="Rectangle 5">
            <a:extLst>
              <a:ext uri="{FF2B5EF4-FFF2-40B4-BE49-F238E27FC236}">
                <a16:creationId xmlns:a16="http://schemas.microsoft.com/office/drawing/2014/main" id="{B3DF34D5-CFDB-465A-A3B6-6F0BBF4CEFF2}"/>
              </a:ext>
            </a:extLst>
          </p:cNvPr>
          <p:cNvSpPr>
            <a:spLocks noGrp="1"/>
          </p:cNvSpPr>
          <p:nvPr/>
        </p:nvSpPr>
        <p:spPr>
          <a:xfrm>
            <a:off x="628650" y="1628775"/>
            <a:ext cx="4857750" cy="304800"/>
          </a:xfrm>
          <a:prstGeom prst="rect">
            <a:avLst/>
          </a:prstGeom>
          <a:noFill/>
          <a:ln w="0">
            <a:noFill/>
            <a:prstDash val="solid"/>
          </a:ln>
        </p:spPr>
        <p:txBody>
          <a:bodyPr wrap="square" lIns="0" tIns="0" rIns="0" bIns="0" anchor="ctr">
            <a:normAutofit/>
          </a:bodyPr>
          <a:lstStyle>
            <a:defPPr algn="l">
              <a:defRPr sz="1575" b="1">
                <a:solidFill>
                  <a:srgbClr val="32CDBA"/>
                </a:solidFill>
                <a:latin typeface="Arial"/>
                <a:ea typeface="Arial"/>
                <a:cs typeface="Arial"/>
              </a:defRPr>
            </a:defPPr>
            <a:lvl1pPr algn="l">
              <a:defRPr sz="1575" b="1">
                <a:solidFill>
                  <a:srgbClr val="32CDBA"/>
                </a:solidFill>
                <a:latin typeface="Arial"/>
                <a:ea typeface="Arial"/>
                <a:cs typeface="Arial"/>
              </a:defRPr>
            </a:lvl1pPr>
            <a:lvl2pPr algn="l">
              <a:defRPr sz="1575" b="1">
                <a:solidFill>
                  <a:srgbClr val="32CDBA"/>
                </a:solidFill>
                <a:latin typeface="Arial"/>
                <a:ea typeface="Arial"/>
                <a:cs typeface="Arial"/>
              </a:defRPr>
            </a:lvl2pPr>
            <a:lvl3pPr algn="l">
              <a:defRPr sz="1575" b="1">
                <a:solidFill>
                  <a:srgbClr val="32CDBA"/>
                </a:solidFill>
                <a:latin typeface="Arial"/>
                <a:ea typeface="Arial"/>
                <a:cs typeface="Arial"/>
              </a:defRPr>
            </a:lvl3pPr>
            <a:lvl4pPr algn="l">
              <a:defRPr sz="1575" b="1">
                <a:solidFill>
                  <a:srgbClr val="32CDBA"/>
                </a:solidFill>
                <a:latin typeface="Arial"/>
                <a:ea typeface="Arial"/>
                <a:cs typeface="Arial"/>
              </a:defRPr>
            </a:lvl4pPr>
            <a:lvl5pPr algn="l">
              <a:defRPr sz="1575" b="1">
                <a:solidFill>
                  <a:srgbClr val="32CDBA"/>
                </a:solidFill>
                <a:latin typeface="Arial"/>
                <a:ea typeface="Arial"/>
                <a:cs typeface="Arial"/>
              </a:defRPr>
            </a:lvl5pPr>
            <a:lvl6pPr algn="l">
              <a:defRPr sz="1575" b="1">
                <a:solidFill>
                  <a:srgbClr val="32CDBA"/>
                </a:solidFill>
                <a:latin typeface="Arial"/>
                <a:ea typeface="Arial"/>
                <a:cs typeface="Arial"/>
              </a:defRPr>
            </a:lvl6pPr>
            <a:lvl7pPr algn="l">
              <a:defRPr sz="1575" b="1">
                <a:solidFill>
                  <a:srgbClr val="32CDBA"/>
                </a:solidFill>
                <a:latin typeface="Arial"/>
                <a:ea typeface="Arial"/>
                <a:cs typeface="Arial"/>
              </a:defRPr>
            </a:lvl7pPr>
            <a:lvl8pPr algn="l">
              <a:defRPr sz="1575" b="1">
                <a:solidFill>
                  <a:srgbClr val="32CDBA"/>
                </a:solidFill>
                <a:latin typeface="Arial"/>
                <a:ea typeface="Arial"/>
                <a:cs typeface="Arial"/>
              </a:defRPr>
            </a:lvl8pPr>
            <a:lvl9pPr algn="l">
              <a:defRPr sz="1575" b="1">
                <a:solidFill>
                  <a:srgbClr val="32CDBA"/>
                </a:solidFill>
                <a:latin typeface="Arial"/>
                <a:ea typeface="Arial"/>
                <a:cs typeface="Arial"/>
              </a:defRPr>
            </a:lvl9pPr>
          </a:lstStyle>
          <a:p>
            <a:pPr algn="l">
              <a:defRPr sz="1575" b="1">
                <a:solidFill>
                  <a:srgbClr val="32CDBA"/>
                </a:solidFill>
                <a:latin typeface="Arial"/>
                <a:ea typeface="Arial"/>
                <a:cs typeface="Arial"/>
              </a:defRPr>
            </a:pPr>
            <a:r>
              <a:rPr sz="1575" b="1">
                <a:solidFill>
                  <a:srgbClr val="32CDBA"/>
                </a:solidFill>
                <a:latin typeface="Arial"/>
                <a:ea typeface="Arial"/>
                <a:cs typeface="Arial"/>
              </a:rPr>
              <a:t>Current limitations</a:t>
            </a:r>
          </a:p>
        </p:txBody>
      </p:sp>
      <p:sp>
        <p:nvSpPr>
          <p:cNvPr id="7" name="Rectangle 6">
            <a:extLst>
              <a:ext uri="{FF2B5EF4-FFF2-40B4-BE49-F238E27FC236}">
                <a16:creationId xmlns:a16="http://schemas.microsoft.com/office/drawing/2014/main" id="{2AB60562-9EF8-484F-90C8-5031BE3217F9}"/>
              </a:ext>
            </a:extLst>
          </p:cNvPr>
          <p:cNvSpPr>
            <a:spLocks noGrp="1"/>
          </p:cNvSpPr>
          <p:nvPr/>
        </p:nvSpPr>
        <p:spPr>
          <a:xfrm>
            <a:off x="628650" y="2114550"/>
            <a:ext cx="4857750" cy="2143125"/>
          </a:xfrm>
          <a:prstGeom prst="rect">
            <a:avLst/>
          </a:prstGeom>
          <a:noFill/>
          <a:ln w="0">
            <a:noFill/>
            <a:prstDash val="solid"/>
          </a:ln>
        </p:spPr>
        <p:txBody>
          <a:bodyPr wrap="square" lIns="0" tIns="0" rIns="0" bIns="0" anchor="ctr">
            <a:normAutofit/>
          </a:bodyPr>
          <a:lstStyle>
            <a:defPPr algn="l">
              <a:defRPr sz="1575" b="0">
                <a:solidFill>
                  <a:srgbClr val="10191A"/>
                </a:solidFill>
                <a:latin typeface="Arial"/>
                <a:ea typeface="Arial"/>
                <a:cs typeface="Arial"/>
              </a:defRPr>
            </a:defPPr>
            <a:lvl1pPr algn="l">
              <a:defRPr sz="1575" b="0">
                <a:solidFill>
                  <a:srgbClr val="10191A"/>
                </a:solidFill>
                <a:latin typeface="Arial"/>
                <a:ea typeface="Arial"/>
                <a:cs typeface="Arial"/>
              </a:defRPr>
            </a:lvl1pPr>
            <a:lvl2pPr algn="l">
              <a:defRPr sz="1575" b="0">
                <a:solidFill>
                  <a:srgbClr val="10191A"/>
                </a:solidFill>
                <a:latin typeface="Arial"/>
                <a:ea typeface="Arial"/>
                <a:cs typeface="Arial"/>
              </a:defRPr>
            </a:lvl2pPr>
            <a:lvl3pPr algn="l">
              <a:defRPr sz="1575" b="0">
                <a:solidFill>
                  <a:srgbClr val="10191A"/>
                </a:solidFill>
                <a:latin typeface="Arial"/>
                <a:ea typeface="Arial"/>
                <a:cs typeface="Arial"/>
              </a:defRPr>
            </a:lvl3pPr>
            <a:lvl4pPr algn="l">
              <a:defRPr sz="1575" b="0">
                <a:solidFill>
                  <a:srgbClr val="10191A"/>
                </a:solidFill>
                <a:latin typeface="Arial"/>
                <a:ea typeface="Arial"/>
                <a:cs typeface="Arial"/>
              </a:defRPr>
            </a:lvl4pPr>
            <a:lvl5pPr algn="l">
              <a:defRPr sz="1575" b="0">
                <a:solidFill>
                  <a:srgbClr val="10191A"/>
                </a:solidFill>
                <a:latin typeface="Arial"/>
                <a:ea typeface="Arial"/>
                <a:cs typeface="Arial"/>
              </a:defRPr>
            </a:lvl5pPr>
            <a:lvl6pPr algn="l">
              <a:defRPr sz="1575" b="0">
                <a:solidFill>
                  <a:srgbClr val="10191A"/>
                </a:solidFill>
                <a:latin typeface="Arial"/>
                <a:ea typeface="Arial"/>
                <a:cs typeface="Arial"/>
              </a:defRPr>
            </a:lvl6pPr>
            <a:lvl7pPr algn="l">
              <a:defRPr sz="1575" b="0">
                <a:solidFill>
                  <a:srgbClr val="10191A"/>
                </a:solidFill>
                <a:latin typeface="Arial"/>
                <a:ea typeface="Arial"/>
                <a:cs typeface="Arial"/>
              </a:defRPr>
            </a:lvl7pPr>
            <a:lvl8pPr algn="l">
              <a:defRPr sz="1575" b="0">
                <a:solidFill>
                  <a:srgbClr val="10191A"/>
                </a:solidFill>
                <a:latin typeface="Arial"/>
                <a:ea typeface="Arial"/>
                <a:cs typeface="Arial"/>
              </a:defRPr>
            </a:lvl8pPr>
            <a:lvl9pPr algn="l">
              <a:defRPr sz="1575" b="0">
                <a:solidFill>
                  <a:srgbClr val="10191A"/>
                </a:solidFill>
                <a:latin typeface="Arial"/>
                <a:ea typeface="Arial"/>
                <a:cs typeface="Arial"/>
              </a:defRPr>
            </a:lvl9pPr>
          </a:lstStyle>
          <a:p>
            <a:pPr algn="l">
              <a:defRPr sz="1575" b="0">
                <a:solidFill>
                  <a:srgbClr val="10191A"/>
                </a:solidFill>
                <a:latin typeface="Arial"/>
                <a:ea typeface="Arial"/>
                <a:cs typeface="Arial"/>
              </a:defRPr>
            </a:pPr>
            <a:r>
              <a:rPr sz="1575" b="0">
                <a:solidFill>
                  <a:srgbClr val="10191A"/>
                </a:solidFill>
                <a:latin typeface="Arial"/>
                <a:ea typeface="Arial"/>
                <a:cs typeface="Arial"/>
              </a:rPr>
              <a:t>Single camera; IDs can switch after occlusion</a:t>
            </a:r>
          </a:p>
          <a:p>
            <a:pPr algn="l">
              <a:defRPr sz="1575" b="0">
                <a:solidFill>
                  <a:srgbClr val="10191A"/>
                </a:solidFill>
                <a:latin typeface="Arial"/>
                <a:ea typeface="Arial"/>
                <a:cs typeface="Arial"/>
              </a:defRPr>
            </a:pPr>
            <a:r>
              <a:rPr sz="1575" b="0">
                <a:solidFill>
                  <a:srgbClr val="10191A"/>
                </a:solidFill>
                <a:latin typeface="Arial"/>
                <a:ea typeface="Arial"/>
                <a:cs typeface="Arial"/>
              </a:rPr>
              <a:t>PPE assignment uses geometric proximity, not true identity</a:t>
            </a:r>
          </a:p>
          <a:p>
            <a:pPr algn="l">
              <a:defRPr sz="1575" b="0">
                <a:solidFill>
                  <a:srgbClr val="10191A"/>
                </a:solidFill>
                <a:latin typeface="Arial"/>
                <a:ea typeface="Arial"/>
                <a:cs typeface="Arial"/>
              </a:defRPr>
            </a:pPr>
            <a:r>
              <a:rPr sz="1575" b="0">
                <a:solidFill>
                  <a:srgbClr val="10191A"/>
                </a:solidFill>
                <a:latin typeface="Arial"/>
                <a:ea typeface="Arial"/>
                <a:cs typeface="Arial"/>
              </a:rPr>
              <a:t>Small or hidden PPE can be missed</a:t>
            </a:r>
          </a:p>
          <a:p>
            <a:pPr algn="l">
              <a:defRPr sz="1575" b="0">
                <a:solidFill>
                  <a:srgbClr val="10191A"/>
                </a:solidFill>
                <a:latin typeface="Arial"/>
                <a:ea typeface="Arial"/>
                <a:cs typeface="Arial"/>
              </a:defRPr>
            </a:pPr>
            <a:r>
              <a:rPr sz="1575" b="0">
                <a:solidFill>
                  <a:srgbClr val="10191A"/>
                </a:solidFill>
                <a:latin typeface="Arial"/>
                <a:ea typeface="Arial"/>
                <a:cs typeface="Arial"/>
              </a:rPr>
              <a:t>Alert quality depends on camera angle, light and threshold settings</a:t>
            </a:r>
          </a:p>
        </p:txBody>
      </p:sp>
      <p:sp>
        <p:nvSpPr>
          <p:cNvPr id="8" name="Rectangle 7">
            <a:extLst>
              <a:ext uri="{FF2B5EF4-FFF2-40B4-BE49-F238E27FC236}">
                <a16:creationId xmlns:a16="http://schemas.microsoft.com/office/drawing/2014/main" id="{C2B2090D-9FD1-4B3E-A8AB-5A569509990C}"/>
              </a:ext>
            </a:extLst>
          </p:cNvPr>
          <p:cNvSpPr>
            <a:spLocks noGrp="1"/>
          </p:cNvSpPr>
          <p:nvPr/>
        </p:nvSpPr>
        <p:spPr>
          <a:xfrm>
            <a:off x="6438900" y="1628775"/>
            <a:ext cx="4857750" cy="304800"/>
          </a:xfrm>
          <a:prstGeom prst="rect">
            <a:avLst/>
          </a:prstGeom>
          <a:noFill/>
          <a:ln w="0">
            <a:noFill/>
            <a:prstDash val="solid"/>
          </a:ln>
        </p:spPr>
        <p:txBody>
          <a:bodyPr wrap="square" lIns="0" tIns="0" rIns="0" bIns="0" anchor="ctr">
            <a:normAutofit/>
          </a:bodyPr>
          <a:lstStyle>
            <a:defPPr algn="l">
              <a:defRPr sz="1575" b="1">
                <a:solidFill>
                  <a:srgbClr val="C6F36B"/>
                </a:solidFill>
                <a:latin typeface="Arial"/>
                <a:ea typeface="Arial"/>
                <a:cs typeface="Arial"/>
              </a:defRPr>
            </a:defPPr>
            <a:lvl1pPr algn="l">
              <a:defRPr sz="1575" b="1">
                <a:solidFill>
                  <a:srgbClr val="C6F36B"/>
                </a:solidFill>
                <a:latin typeface="Arial"/>
                <a:ea typeface="Arial"/>
                <a:cs typeface="Arial"/>
              </a:defRPr>
            </a:lvl1pPr>
            <a:lvl2pPr algn="l">
              <a:defRPr sz="1575" b="1">
                <a:solidFill>
                  <a:srgbClr val="C6F36B"/>
                </a:solidFill>
                <a:latin typeface="Arial"/>
                <a:ea typeface="Arial"/>
                <a:cs typeface="Arial"/>
              </a:defRPr>
            </a:lvl2pPr>
            <a:lvl3pPr algn="l">
              <a:defRPr sz="1575" b="1">
                <a:solidFill>
                  <a:srgbClr val="C6F36B"/>
                </a:solidFill>
                <a:latin typeface="Arial"/>
                <a:ea typeface="Arial"/>
                <a:cs typeface="Arial"/>
              </a:defRPr>
            </a:lvl3pPr>
            <a:lvl4pPr algn="l">
              <a:defRPr sz="1575" b="1">
                <a:solidFill>
                  <a:srgbClr val="C6F36B"/>
                </a:solidFill>
                <a:latin typeface="Arial"/>
                <a:ea typeface="Arial"/>
                <a:cs typeface="Arial"/>
              </a:defRPr>
            </a:lvl4pPr>
            <a:lvl5pPr algn="l">
              <a:defRPr sz="1575" b="1">
                <a:solidFill>
                  <a:srgbClr val="C6F36B"/>
                </a:solidFill>
                <a:latin typeface="Arial"/>
                <a:ea typeface="Arial"/>
                <a:cs typeface="Arial"/>
              </a:defRPr>
            </a:lvl5pPr>
            <a:lvl6pPr algn="l">
              <a:defRPr sz="1575" b="1">
                <a:solidFill>
                  <a:srgbClr val="C6F36B"/>
                </a:solidFill>
                <a:latin typeface="Arial"/>
                <a:ea typeface="Arial"/>
                <a:cs typeface="Arial"/>
              </a:defRPr>
            </a:lvl6pPr>
            <a:lvl7pPr algn="l">
              <a:defRPr sz="1575" b="1">
                <a:solidFill>
                  <a:srgbClr val="C6F36B"/>
                </a:solidFill>
                <a:latin typeface="Arial"/>
                <a:ea typeface="Arial"/>
                <a:cs typeface="Arial"/>
              </a:defRPr>
            </a:lvl7pPr>
            <a:lvl8pPr algn="l">
              <a:defRPr sz="1575" b="1">
                <a:solidFill>
                  <a:srgbClr val="C6F36B"/>
                </a:solidFill>
                <a:latin typeface="Arial"/>
                <a:ea typeface="Arial"/>
                <a:cs typeface="Arial"/>
              </a:defRPr>
            </a:lvl8pPr>
            <a:lvl9pPr algn="l">
              <a:defRPr sz="1575" b="1">
                <a:solidFill>
                  <a:srgbClr val="C6F36B"/>
                </a:solidFill>
                <a:latin typeface="Arial"/>
                <a:ea typeface="Arial"/>
                <a:cs typeface="Arial"/>
              </a:defRPr>
            </a:lvl9pPr>
          </a:lstStyle>
          <a:p>
            <a:pPr algn="l">
              <a:defRPr sz="1575" b="1">
                <a:solidFill>
                  <a:srgbClr val="C6F36B"/>
                </a:solidFill>
                <a:latin typeface="Arial"/>
                <a:ea typeface="Arial"/>
                <a:cs typeface="Arial"/>
              </a:defRPr>
            </a:pPr>
            <a:r>
              <a:rPr sz="1575" b="1">
                <a:solidFill>
                  <a:srgbClr val="C6F36B"/>
                </a:solidFill>
                <a:latin typeface="Arial"/>
                <a:ea typeface="Arial"/>
                <a:cs typeface="Arial"/>
              </a:rPr>
              <a:t>Recommended evaluation</a:t>
            </a:r>
          </a:p>
        </p:txBody>
      </p:sp>
      <p:sp>
        <p:nvSpPr>
          <p:cNvPr id="9" name="Rectangle 8">
            <a:extLst>
              <a:ext uri="{FF2B5EF4-FFF2-40B4-BE49-F238E27FC236}">
                <a16:creationId xmlns:a16="http://schemas.microsoft.com/office/drawing/2014/main" id="{BCAB26F9-0607-42C4-B6F6-22F8453B9DBF}"/>
              </a:ext>
            </a:extLst>
          </p:cNvPr>
          <p:cNvSpPr>
            <a:spLocks noGrp="1"/>
          </p:cNvSpPr>
          <p:nvPr/>
        </p:nvSpPr>
        <p:spPr>
          <a:xfrm>
            <a:off x="6438900" y="2114550"/>
            <a:ext cx="4857750" cy="2333625"/>
          </a:xfrm>
          <a:prstGeom prst="rect">
            <a:avLst/>
          </a:prstGeom>
          <a:noFill/>
          <a:ln w="0">
            <a:noFill/>
            <a:prstDash val="solid"/>
          </a:ln>
        </p:spPr>
        <p:txBody>
          <a:bodyPr wrap="square" lIns="0" tIns="0" rIns="0" bIns="0" anchor="ctr">
            <a:normAutofit/>
          </a:bodyPr>
          <a:lstStyle>
            <a:defPPr algn="l">
              <a:defRPr sz="1500" b="0">
                <a:solidFill>
                  <a:srgbClr val="10191A"/>
                </a:solidFill>
                <a:latin typeface="Arial"/>
                <a:ea typeface="Arial"/>
                <a:cs typeface="Arial"/>
              </a:defRPr>
            </a:defPPr>
            <a:lvl1pPr algn="l">
              <a:defRPr sz="1500" b="0">
                <a:solidFill>
                  <a:srgbClr val="10191A"/>
                </a:solidFill>
                <a:latin typeface="Arial"/>
                <a:ea typeface="Arial"/>
                <a:cs typeface="Arial"/>
              </a:defRPr>
            </a:lvl1pPr>
            <a:lvl2pPr algn="l">
              <a:defRPr sz="1500" b="0">
                <a:solidFill>
                  <a:srgbClr val="10191A"/>
                </a:solidFill>
                <a:latin typeface="Arial"/>
                <a:ea typeface="Arial"/>
                <a:cs typeface="Arial"/>
              </a:defRPr>
            </a:lvl2pPr>
            <a:lvl3pPr algn="l">
              <a:defRPr sz="1500" b="0">
                <a:solidFill>
                  <a:srgbClr val="10191A"/>
                </a:solidFill>
                <a:latin typeface="Arial"/>
                <a:ea typeface="Arial"/>
                <a:cs typeface="Arial"/>
              </a:defRPr>
            </a:lvl3pPr>
            <a:lvl4pPr algn="l">
              <a:defRPr sz="1500" b="0">
                <a:solidFill>
                  <a:srgbClr val="10191A"/>
                </a:solidFill>
                <a:latin typeface="Arial"/>
                <a:ea typeface="Arial"/>
                <a:cs typeface="Arial"/>
              </a:defRPr>
            </a:lvl4pPr>
            <a:lvl5pPr algn="l">
              <a:defRPr sz="1500" b="0">
                <a:solidFill>
                  <a:srgbClr val="10191A"/>
                </a:solidFill>
                <a:latin typeface="Arial"/>
                <a:ea typeface="Arial"/>
                <a:cs typeface="Arial"/>
              </a:defRPr>
            </a:lvl5pPr>
            <a:lvl6pPr algn="l">
              <a:defRPr sz="1500" b="0">
                <a:solidFill>
                  <a:srgbClr val="10191A"/>
                </a:solidFill>
                <a:latin typeface="Arial"/>
                <a:ea typeface="Arial"/>
                <a:cs typeface="Arial"/>
              </a:defRPr>
            </a:lvl6pPr>
            <a:lvl7pPr algn="l">
              <a:defRPr sz="1500" b="0">
                <a:solidFill>
                  <a:srgbClr val="10191A"/>
                </a:solidFill>
                <a:latin typeface="Arial"/>
                <a:ea typeface="Arial"/>
                <a:cs typeface="Arial"/>
              </a:defRPr>
            </a:lvl7pPr>
            <a:lvl8pPr algn="l">
              <a:defRPr sz="1500" b="0">
                <a:solidFill>
                  <a:srgbClr val="10191A"/>
                </a:solidFill>
                <a:latin typeface="Arial"/>
                <a:ea typeface="Arial"/>
                <a:cs typeface="Arial"/>
              </a:defRPr>
            </a:lvl8pPr>
            <a:lvl9pPr algn="l">
              <a:defRPr sz="1500" b="0">
                <a:solidFill>
                  <a:srgbClr val="10191A"/>
                </a:solidFill>
                <a:latin typeface="Arial"/>
                <a:ea typeface="Arial"/>
                <a:cs typeface="Arial"/>
              </a:defRPr>
            </a:lvl9pPr>
          </a:lstStyle>
          <a:p>
            <a:pPr algn="l">
              <a:defRPr sz="1500" b="0">
                <a:solidFill>
                  <a:srgbClr val="10191A"/>
                </a:solidFill>
                <a:latin typeface="Arial"/>
                <a:ea typeface="Arial"/>
                <a:cs typeface="Arial"/>
              </a:defRPr>
            </a:pPr>
            <a:r>
              <a:rPr sz="1500" b="0">
                <a:solidFill>
                  <a:srgbClr val="10191A"/>
                </a:solidFill>
                <a:latin typeface="Arial"/>
                <a:ea typeface="Arial"/>
                <a:cs typeface="Arial"/>
              </a:rPr>
              <a:t>Annotate unseen site videos and keep a held-out test set</a:t>
            </a:r>
          </a:p>
          <a:p>
            <a:pPr algn="l">
              <a:defRPr sz="1500" b="0">
                <a:solidFill>
                  <a:srgbClr val="10191A"/>
                </a:solidFill>
                <a:latin typeface="Arial"/>
                <a:ea typeface="Arial"/>
                <a:cs typeface="Arial"/>
              </a:defRPr>
            </a:pPr>
            <a:r>
              <a:rPr sz="1500" b="0">
                <a:solidFill>
                  <a:srgbClr val="10191A"/>
                </a:solidFill>
                <a:latin typeface="Arial"/>
                <a:ea typeface="Arial"/>
                <a:cs typeface="Arial"/>
              </a:rPr>
              <a:t>Measure person-track continuity and PPE association accuracy</a:t>
            </a:r>
          </a:p>
          <a:p>
            <a:pPr algn="l">
              <a:defRPr sz="1500" b="0">
                <a:solidFill>
                  <a:srgbClr val="10191A"/>
                </a:solidFill>
                <a:latin typeface="Arial"/>
                <a:ea typeface="Arial"/>
                <a:cs typeface="Arial"/>
              </a:defRPr>
            </a:pPr>
            <a:r>
              <a:rPr sz="1500" b="0">
                <a:solidFill>
                  <a:srgbClr val="10191A"/>
                </a:solidFill>
                <a:latin typeface="Arial"/>
                <a:ea typeface="Arial"/>
                <a:cs typeface="Arial"/>
              </a:rPr>
              <a:t>Report zone-event precision, recall and false alarms per hour</a:t>
            </a:r>
          </a:p>
          <a:p>
            <a:pPr algn="l">
              <a:defRPr sz="1500" b="0">
                <a:solidFill>
                  <a:srgbClr val="10191A"/>
                </a:solidFill>
                <a:latin typeface="Arial"/>
                <a:ea typeface="Arial"/>
                <a:cs typeface="Arial"/>
              </a:defRPr>
            </a:pPr>
            <a:r>
              <a:rPr sz="1500" b="0">
                <a:solidFill>
                  <a:srgbClr val="10191A"/>
                </a:solidFill>
                <a:latin typeface="Arial"/>
                <a:ea typeface="Arial"/>
                <a:cs typeface="Arial"/>
              </a:rPr>
              <a:t>Measure alert delay, evidence completeness and live FPS</a:t>
            </a:r>
          </a:p>
        </p:txBody>
      </p:sp>
      <p:sp>
        <p:nvSpPr>
          <p:cNvPr id="10" name="Rectangle 9">
            <a:extLst>
              <a:ext uri="{FF2B5EF4-FFF2-40B4-BE49-F238E27FC236}">
                <a16:creationId xmlns:a16="http://schemas.microsoft.com/office/drawing/2014/main" id="{10AE0628-BE29-4576-8C66-5BB65CAE4E40}"/>
              </a:ext>
            </a:extLst>
          </p:cNvPr>
          <p:cNvSpPr>
            <a:spLocks noGrp="1"/>
          </p:cNvSpPr>
          <p:nvPr/>
        </p:nvSpPr>
        <p:spPr>
          <a:xfrm>
            <a:off x="628650" y="5238750"/>
            <a:ext cx="10668000" cy="19050"/>
          </a:xfrm>
          <a:prstGeom prst="rect">
            <a:avLst/>
          </a:prstGeom>
          <a:solidFill>
            <a:srgbClr val="CDD5CB"/>
          </a:solidFill>
          <a:ln w="0">
            <a:noFill/>
            <a:prstDash val="solid"/>
          </a:ln>
        </p:spPr>
        <p:txBody>
          <a:bodyPr/>
          <a:lstStyle/>
          <a:p>
            <a:endParaRPr lang="en-IN"/>
          </a:p>
        </p:txBody>
      </p:sp>
      <p:sp>
        <p:nvSpPr>
          <p:cNvPr id="11" name="Rectangle 10">
            <a:extLst>
              <a:ext uri="{FF2B5EF4-FFF2-40B4-BE49-F238E27FC236}">
                <a16:creationId xmlns:a16="http://schemas.microsoft.com/office/drawing/2014/main" id="{3BC8AE5C-7D5D-4D5D-9E0D-84106346F1D5}"/>
              </a:ext>
            </a:extLst>
          </p:cNvPr>
          <p:cNvSpPr>
            <a:spLocks noGrp="1"/>
          </p:cNvSpPr>
          <p:nvPr/>
        </p:nvSpPr>
        <p:spPr>
          <a:xfrm>
            <a:off x="628650" y="5524500"/>
            <a:ext cx="10477500" cy="400050"/>
          </a:xfrm>
          <a:prstGeom prst="rect">
            <a:avLst/>
          </a:prstGeom>
          <a:noFill/>
          <a:ln w="0">
            <a:noFill/>
            <a:prstDash val="solid"/>
          </a:ln>
        </p:spPr>
        <p:txBody>
          <a:bodyPr wrap="square" lIns="0" tIns="0" rIns="0" bIns="0" anchor="ctr">
            <a:normAutofit/>
          </a:bodyPr>
          <a:lstStyle>
            <a:defPPr algn="l">
              <a:defRPr sz="1575" b="1">
                <a:solidFill>
                  <a:srgbClr val="10191A"/>
                </a:solidFill>
                <a:latin typeface="Arial"/>
                <a:ea typeface="Arial"/>
                <a:cs typeface="Arial"/>
              </a:defRPr>
            </a:defPPr>
            <a:lvl1pPr algn="l">
              <a:defRPr sz="1575" b="1">
                <a:solidFill>
                  <a:srgbClr val="10191A"/>
                </a:solidFill>
                <a:latin typeface="Arial"/>
                <a:ea typeface="Arial"/>
                <a:cs typeface="Arial"/>
              </a:defRPr>
            </a:lvl1pPr>
            <a:lvl2pPr algn="l">
              <a:defRPr sz="1575" b="1">
                <a:solidFill>
                  <a:srgbClr val="10191A"/>
                </a:solidFill>
                <a:latin typeface="Arial"/>
                <a:ea typeface="Arial"/>
                <a:cs typeface="Arial"/>
              </a:defRPr>
            </a:lvl2pPr>
            <a:lvl3pPr algn="l">
              <a:defRPr sz="1575" b="1">
                <a:solidFill>
                  <a:srgbClr val="10191A"/>
                </a:solidFill>
                <a:latin typeface="Arial"/>
                <a:ea typeface="Arial"/>
                <a:cs typeface="Arial"/>
              </a:defRPr>
            </a:lvl3pPr>
            <a:lvl4pPr algn="l">
              <a:defRPr sz="1575" b="1">
                <a:solidFill>
                  <a:srgbClr val="10191A"/>
                </a:solidFill>
                <a:latin typeface="Arial"/>
                <a:ea typeface="Arial"/>
                <a:cs typeface="Arial"/>
              </a:defRPr>
            </a:lvl4pPr>
            <a:lvl5pPr algn="l">
              <a:defRPr sz="1575" b="1">
                <a:solidFill>
                  <a:srgbClr val="10191A"/>
                </a:solidFill>
                <a:latin typeface="Arial"/>
                <a:ea typeface="Arial"/>
                <a:cs typeface="Arial"/>
              </a:defRPr>
            </a:lvl5pPr>
            <a:lvl6pPr algn="l">
              <a:defRPr sz="1575" b="1">
                <a:solidFill>
                  <a:srgbClr val="10191A"/>
                </a:solidFill>
                <a:latin typeface="Arial"/>
                <a:ea typeface="Arial"/>
                <a:cs typeface="Arial"/>
              </a:defRPr>
            </a:lvl6pPr>
            <a:lvl7pPr algn="l">
              <a:defRPr sz="1575" b="1">
                <a:solidFill>
                  <a:srgbClr val="10191A"/>
                </a:solidFill>
                <a:latin typeface="Arial"/>
                <a:ea typeface="Arial"/>
                <a:cs typeface="Arial"/>
              </a:defRPr>
            </a:lvl7pPr>
            <a:lvl8pPr algn="l">
              <a:defRPr sz="1575" b="1">
                <a:solidFill>
                  <a:srgbClr val="10191A"/>
                </a:solidFill>
                <a:latin typeface="Arial"/>
                <a:ea typeface="Arial"/>
                <a:cs typeface="Arial"/>
              </a:defRPr>
            </a:lvl8pPr>
            <a:lvl9pPr algn="l">
              <a:defRPr sz="1575" b="1">
                <a:solidFill>
                  <a:srgbClr val="10191A"/>
                </a:solidFill>
                <a:latin typeface="Arial"/>
                <a:ea typeface="Arial"/>
                <a:cs typeface="Arial"/>
              </a:defRPr>
            </a:lvl9pPr>
          </a:lstStyle>
          <a:p>
            <a:pPr algn="l">
              <a:defRPr sz="1575" b="1">
                <a:solidFill>
                  <a:srgbClr val="10191A"/>
                </a:solidFill>
                <a:latin typeface="Arial"/>
                <a:ea typeface="Arial"/>
                <a:cs typeface="Arial"/>
              </a:defRPr>
            </a:pPr>
            <a:r>
              <a:rPr sz="1575" b="1">
                <a:solidFill>
                  <a:srgbClr val="10191A"/>
                </a:solidFill>
                <a:latin typeface="Arial"/>
                <a:ea typeface="Arial"/>
                <a:cs typeface="Arial"/>
              </a:rPr>
              <a:t>Treat alerts as decision support for a human reviewer, not as proof of a violation.</a:t>
            </a:r>
          </a:p>
        </p:txBody>
      </p:sp>
    </p:spTree>
    <p:extLst>
      <p:ext uri="{BB962C8B-B14F-4D97-AF65-F5344CB8AC3E}">
        <p14:creationId xmlns:p14="http://schemas.microsoft.com/office/powerpoint/2010/main" val="20312795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3F1E8"/>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7478B433-2AF5-4623-80C5-572DADF3B8AA}"/>
              </a:ext>
            </a:extLst>
          </p:cNvPr>
          <p:cNvSpPr>
            <a:spLocks noGrp="1"/>
          </p:cNvSpPr>
          <p:nvPr/>
        </p:nvSpPr>
        <p:spPr>
          <a:xfrm>
            <a:off x="0" y="0"/>
            <a:ext cx="133350" cy="6858000"/>
          </a:xfrm>
          <a:prstGeom prst="rect">
            <a:avLst/>
          </a:prstGeom>
          <a:solidFill>
            <a:srgbClr val="C6F36B"/>
          </a:solidFill>
          <a:ln w="0">
            <a:noFill/>
            <a:prstDash val="solid"/>
          </a:ln>
        </p:spPr>
        <p:txBody>
          <a:bodyPr/>
          <a:lstStyle/>
          <a:p>
            <a:endParaRPr lang="en-IN"/>
          </a:p>
        </p:txBody>
      </p:sp>
      <p:sp>
        <p:nvSpPr>
          <p:cNvPr id="2" name="Rectangle 1">
            <a:extLst>
              <a:ext uri="{FF2B5EF4-FFF2-40B4-BE49-F238E27FC236}">
                <a16:creationId xmlns:a16="http://schemas.microsoft.com/office/drawing/2014/main" id="{5BCFF0CF-5645-4F96-94C4-4CC2C8BB7867}"/>
              </a:ext>
            </a:extLst>
          </p:cNvPr>
          <p:cNvSpPr>
            <a:spLocks noGrp="1"/>
          </p:cNvSpPr>
          <p:nvPr/>
        </p:nvSpPr>
        <p:spPr>
          <a:xfrm>
            <a:off x="590550" y="285750"/>
            <a:ext cx="8572500" cy="219075"/>
          </a:xfrm>
          <a:prstGeom prst="rect">
            <a:avLst/>
          </a:prstGeom>
          <a:noFill/>
          <a:ln w="0">
            <a:noFill/>
            <a:prstDash val="solid"/>
          </a:ln>
        </p:spPr>
        <p:txBody>
          <a:bodyPr wrap="square" lIns="0" tIns="0" rIns="0" bIns="0" anchor="ctr">
            <a:normAutofit/>
          </a:bodyPr>
          <a:lstStyle>
            <a:defPPr algn="l">
              <a:defRPr sz="1050" b="1">
                <a:solidFill>
                  <a:srgbClr val="243537"/>
                </a:solidFill>
                <a:latin typeface="Arial"/>
                <a:ea typeface="Arial"/>
                <a:cs typeface="Arial"/>
              </a:defRPr>
            </a:defPPr>
            <a:lvl1pPr algn="l">
              <a:defRPr sz="1050" b="1">
                <a:solidFill>
                  <a:srgbClr val="243537"/>
                </a:solidFill>
                <a:latin typeface="Arial"/>
                <a:ea typeface="Arial"/>
                <a:cs typeface="Arial"/>
              </a:defRPr>
            </a:lvl1pPr>
            <a:lvl2pPr algn="l">
              <a:defRPr sz="1050" b="1">
                <a:solidFill>
                  <a:srgbClr val="243537"/>
                </a:solidFill>
                <a:latin typeface="Arial"/>
                <a:ea typeface="Arial"/>
                <a:cs typeface="Arial"/>
              </a:defRPr>
            </a:lvl2pPr>
            <a:lvl3pPr algn="l">
              <a:defRPr sz="1050" b="1">
                <a:solidFill>
                  <a:srgbClr val="243537"/>
                </a:solidFill>
                <a:latin typeface="Arial"/>
                <a:ea typeface="Arial"/>
                <a:cs typeface="Arial"/>
              </a:defRPr>
            </a:lvl3pPr>
            <a:lvl4pPr algn="l">
              <a:defRPr sz="1050" b="1">
                <a:solidFill>
                  <a:srgbClr val="243537"/>
                </a:solidFill>
                <a:latin typeface="Arial"/>
                <a:ea typeface="Arial"/>
                <a:cs typeface="Arial"/>
              </a:defRPr>
            </a:lvl4pPr>
            <a:lvl5pPr algn="l">
              <a:defRPr sz="1050" b="1">
                <a:solidFill>
                  <a:srgbClr val="243537"/>
                </a:solidFill>
                <a:latin typeface="Arial"/>
                <a:ea typeface="Arial"/>
                <a:cs typeface="Arial"/>
              </a:defRPr>
            </a:lvl5pPr>
            <a:lvl6pPr algn="l">
              <a:defRPr sz="1050" b="1">
                <a:solidFill>
                  <a:srgbClr val="243537"/>
                </a:solidFill>
                <a:latin typeface="Arial"/>
                <a:ea typeface="Arial"/>
                <a:cs typeface="Arial"/>
              </a:defRPr>
            </a:lvl6pPr>
            <a:lvl7pPr algn="l">
              <a:defRPr sz="1050" b="1">
                <a:solidFill>
                  <a:srgbClr val="243537"/>
                </a:solidFill>
                <a:latin typeface="Arial"/>
                <a:ea typeface="Arial"/>
                <a:cs typeface="Arial"/>
              </a:defRPr>
            </a:lvl7pPr>
            <a:lvl8pPr algn="l">
              <a:defRPr sz="1050" b="1">
                <a:solidFill>
                  <a:srgbClr val="243537"/>
                </a:solidFill>
                <a:latin typeface="Arial"/>
                <a:ea typeface="Arial"/>
                <a:cs typeface="Arial"/>
              </a:defRPr>
            </a:lvl8pPr>
            <a:lvl9pPr algn="l">
              <a:defRPr sz="1050" b="1">
                <a:solidFill>
                  <a:srgbClr val="243537"/>
                </a:solidFill>
                <a:latin typeface="Arial"/>
                <a:ea typeface="Arial"/>
                <a:cs typeface="Arial"/>
              </a:defRPr>
            </a:lvl9pPr>
          </a:lstStyle>
          <a:p>
            <a:pPr algn="l">
              <a:defRPr sz="1050" b="1">
                <a:solidFill>
                  <a:srgbClr val="243537"/>
                </a:solidFill>
                <a:latin typeface="Arial"/>
                <a:ea typeface="Arial"/>
                <a:cs typeface="Arial"/>
              </a:defRPr>
            </a:pPr>
            <a:r>
              <a:rPr sz="1050" b="1">
                <a:solidFill>
                  <a:srgbClr val="243537"/>
                </a:solidFill>
                <a:latin typeface="Arial"/>
                <a:ea typeface="Arial"/>
                <a:cs typeface="Arial"/>
              </a:rPr>
              <a:t>14  /  PRESENTATION FLOW</a:t>
            </a:r>
          </a:p>
        </p:txBody>
      </p:sp>
      <p:sp>
        <p:nvSpPr>
          <p:cNvPr id="3" name="Rectangle 2">
            <a:extLst>
              <a:ext uri="{FF2B5EF4-FFF2-40B4-BE49-F238E27FC236}">
                <a16:creationId xmlns:a16="http://schemas.microsoft.com/office/drawing/2014/main" id="{D6E0B4A3-2346-476C-BAE3-DAA561839A88}"/>
              </a:ext>
            </a:extLst>
          </p:cNvPr>
          <p:cNvSpPr>
            <a:spLocks noGrp="1"/>
          </p:cNvSpPr>
          <p:nvPr/>
        </p:nvSpPr>
        <p:spPr>
          <a:xfrm>
            <a:off x="590550" y="647700"/>
            <a:ext cx="10858500" cy="514350"/>
          </a:xfrm>
          <a:prstGeom prst="rect">
            <a:avLst/>
          </a:prstGeom>
          <a:noFill/>
          <a:ln w="0">
            <a:noFill/>
            <a:prstDash val="solid"/>
          </a:ln>
        </p:spPr>
        <p:txBody>
          <a:bodyPr wrap="square" lIns="0" tIns="0" rIns="0" bIns="0" anchor="ctr">
            <a:normAutofit/>
          </a:bodyPr>
          <a:lstStyle>
            <a:defPPr algn="l">
              <a:defRPr sz="2700" b="1">
                <a:solidFill>
                  <a:srgbClr val="10191A"/>
                </a:solidFill>
                <a:latin typeface="Arial"/>
                <a:ea typeface="Arial"/>
                <a:cs typeface="Arial"/>
              </a:defRPr>
            </a:defPPr>
            <a:lvl1pPr algn="l">
              <a:defRPr sz="2700" b="1">
                <a:solidFill>
                  <a:srgbClr val="10191A"/>
                </a:solidFill>
                <a:latin typeface="Arial"/>
                <a:ea typeface="Arial"/>
                <a:cs typeface="Arial"/>
              </a:defRPr>
            </a:lvl1pPr>
            <a:lvl2pPr algn="l">
              <a:defRPr sz="2700" b="1">
                <a:solidFill>
                  <a:srgbClr val="10191A"/>
                </a:solidFill>
                <a:latin typeface="Arial"/>
                <a:ea typeface="Arial"/>
                <a:cs typeface="Arial"/>
              </a:defRPr>
            </a:lvl2pPr>
            <a:lvl3pPr algn="l">
              <a:defRPr sz="2700" b="1">
                <a:solidFill>
                  <a:srgbClr val="10191A"/>
                </a:solidFill>
                <a:latin typeface="Arial"/>
                <a:ea typeface="Arial"/>
                <a:cs typeface="Arial"/>
              </a:defRPr>
            </a:lvl3pPr>
            <a:lvl4pPr algn="l">
              <a:defRPr sz="2700" b="1">
                <a:solidFill>
                  <a:srgbClr val="10191A"/>
                </a:solidFill>
                <a:latin typeface="Arial"/>
                <a:ea typeface="Arial"/>
                <a:cs typeface="Arial"/>
              </a:defRPr>
            </a:lvl4pPr>
            <a:lvl5pPr algn="l">
              <a:defRPr sz="2700" b="1">
                <a:solidFill>
                  <a:srgbClr val="10191A"/>
                </a:solidFill>
                <a:latin typeface="Arial"/>
                <a:ea typeface="Arial"/>
                <a:cs typeface="Arial"/>
              </a:defRPr>
            </a:lvl5pPr>
            <a:lvl6pPr algn="l">
              <a:defRPr sz="2700" b="1">
                <a:solidFill>
                  <a:srgbClr val="10191A"/>
                </a:solidFill>
                <a:latin typeface="Arial"/>
                <a:ea typeface="Arial"/>
                <a:cs typeface="Arial"/>
              </a:defRPr>
            </a:lvl6pPr>
            <a:lvl7pPr algn="l">
              <a:defRPr sz="2700" b="1">
                <a:solidFill>
                  <a:srgbClr val="10191A"/>
                </a:solidFill>
                <a:latin typeface="Arial"/>
                <a:ea typeface="Arial"/>
                <a:cs typeface="Arial"/>
              </a:defRPr>
            </a:lvl7pPr>
            <a:lvl8pPr algn="l">
              <a:defRPr sz="2700" b="1">
                <a:solidFill>
                  <a:srgbClr val="10191A"/>
                </a:solidFill>
                <a:latin typeface="Arial"/>
                <a:ea typeface="Arial"/>
                <a:cs typeface="Arial"/>
              </a:defRPr>
            </a:lvl8pPr>
            <a:lvl9pPr algn="l">
              <a:defRPr sz="2700" b="1">
                <a:solidFill>
                  <a:srgbClr val="10191A"/>
                </a:solidFill>
                <a:latin typeface="Arial"/>
                <a:ea typeface="Arial"/>
                <a:cs typeface="Arial"/>
              </a:defRPr>
            </a:lvl9pPr>
          </a:lstStyle>
          <a:p>
            <a:pPr algn="l">
              <a:defRPr sz="2700" b="1">
                <a:solidFill>
                  <a:srgbClr val="10191A"/>
                </a:solidFill>
                <a:latin typeface="Arial"/>
                <a:ea typeface="Arial"/>
                <a:cs typeface="Arial"/>
              </a:defRPr>
            </a:pPr>
            <a:r>
              <a:rPr sz="2700" b="1">
                <a:solidFill>
                  <a:srgbClr val="10191A"/>
                </a:solidFill>
                <a:latin typeface="Arial"/>
                <a:ea typeface="Arial"/>
                <a:cs typeface="Arial"/>
              </a:rPr>
              <a:t>Suggested live demo sequence</a:t>
            </a:r>
          </a:p>
        </p:txBody>
      </p:sp>
      <p:sp>
        <p:nvSpPr>
          <p:cNvPr id="4" name="Straight Connector 3">
            <a:extLst>
              <a:ext uri="{FF2B5EF4-FFF2-40B4-BE49-F238E27FC236}">
                <a16:creationId xmlns:a16="http://schemas.microsoft.com/office/drawing/2014/main" id="{8DC8E20F-F647-4664-9CF9-B8200510CF62}"/>
              </a:ext>
            </a:extLst>
          </p:cNvPr>
          <p:cNvSpPr>
            <a:spLocks noGrp="1"/>
          </p:cNvSpPr>
          <p:nvPr/>
        </p:nvSpPr>
        <p:spPr>
          <a:xfrm>
            <a:off x="590550" y="1304925"/>
            <a:ext cx="11010900" cy="9525"/>
          </a:xfrm>
          <a:prstGeom prst="line">
            <a:avLst/>
          </a:prstGeom>
          <a:noFill/>
          <a:ln w="9525">
            <a:solidFill>
              <a:srgbClr val="D1D6CC"/>
            </a:solidFill>
            <a:prstDash val="solid"/>
          </a:ln>
        </p:spPr>
        <p:txBody>
          <a:bodyPr/>
          <a:lstStyle/>
          <a:p>
            <a:endParaRPr lang="en-IN"/>
          </a:p>
        </p:txBody>
      </p:sp>
      <p:sp>
        <p:nvSpPr>
          <p:cNvPr id="5" name="Rectangle 4">
            <a:extLst>
              <a:ext uri="{FF2B5EF4-FFF2-40B4-BE49-F238E27FC236}">
                <a16:creationId xmlns:a16="http://schemas.microsoft.com/office/drawing/2014/main" id="{AF36F0D6-48C6-4586-B7B1-F16ACEE438DD}"/>
              </a:ext>
            </a:extLst>
          </p:cNvPr>
          <p:cNvSpPr>
            <a:spLocks noGrp="1"/>
          </p:cNvSpPr>
          <p:nvPr/>
        </p:nvSpPr>
        <p:spPr>
          <a:xfrm>
            <a:off x="11144250" y="6410325"/>
            <a:ext cx="457200" cy="190500"/>
          </a:xfrm>
          <a:prstGeom prst="rect">
            <a:avLst/>
          </a:prstGeom>
          <a:noFill/>
          <a:ln w="0">
            <a:noFill/>
            <a:prstDash val="solid"/>
          </a:ln>
        </p:spPr>
        <p:txBody>
          <a:bodyPr wrap="square" lIns="0" tIns="0" rIns="0" bIns="0" anchor="ctr">
            <a:normAutofit/>
          </a:bodyPr>
          <a:lstStyle>
            <a:defPPr algn="r">
              <a:defRPr sz="975" b="1">
                <a:solidFill>
                  <a:srgbClr val="243537"/>
                </a:solidFill>
                <a:latin typeface="Arial"/>
                <a:ea typeface="Arial"/>
                <a:cs typeface="Arial"/>
              </a:defRPr>
            </a:defPPr>
            <a:lvl1pPr algn="r">
              <a:defRPr sz="975" b="1">
                <a:solidFill>
                  <a:srgbClr val="243537"/>
                </a:solidFill>
                <a:latin typeface="Arial"/>
                <a:ea typeface="Arial"/>
                <a:cs typeface="Arial"/>
              </a:defRPr>
            </a:lvl1pPr>
            <a:lvl2pPr algn="r">
              <a:defRPr sz="975" b="1">
                <a:solidFill>
                  <a:srgbClr val="243537"/>
                </a:solidFill>
                <a:latin typeface="Arial"/>
                <a:ea typeface="Arial"/>
                <a:cs typeface="Arial"/>
              </a:defRPr>
            </a:lvl2pPr>
            <a:lvl3pPr algn="r">
              <a:defRPr sz="975" b="1">
                <a:solidFill>
                  <a:srgbClr val="243537"/>
                </a:solidFill>
                <a:latin typeface="Arial"/>
                <a:ea typeface="Arial"/>
                <a:cs typeface="Arial"/>
              </a:defRPr>
            </a:lvl3pPr>
            <a:lvl4pPr algn="r">
              <a:defRPr sz="975" b="1">
                <a:solidFill>
                  <a:srgbClr val="243537"/>
                </a:solidFill>
                <a:latin typeface="Arial"/>
                <a:ea typeface="Arial"/>
                <a:cs typeface="Arial"/>
              </a:defRPr>
            </a:lvl4pPr>
            <a:lvl5pPr algn="r">
              <a:defRPr sz="975" b="1">
                <a:solidFill>
                  <a:srgbClr val="243537"/>
                </a:solidFill>
                <a:latin typeface="Arial"/>
                <a:ea typeface="Arial"/>
                <a:cs typeface="Arial"/>
              </a:defRPr>
            </a:lvl5pPr>
            <a:lvl6pPr algn="r">
              <a:defRPr sz="975" b="1">
                <a:solidFill>
                  <a:srgbClr val="243537"/>
                </a:solidFill>
                <a:latin typeface="Arial"/>
                <a:ea typeface="Arial"/>
                <a:cs typeface="Arial"/>
              </a:defRPr>
            </a:lvl6pPr>
            <a:lvl7pPr algn="r">
              <a:defRPr sz="975" b="1">
                <a:solidFill>
                  <a:srgbClr val="243537"/>
                </a:solidFill>
                <a:latin typeface="Arial"/>
                <a:ea typeface="Arial"/>
                <a:cs typeface="Arial"/>
              </a:defRPr>
            </a:lvl7pPr>
            <a:lvl8pPr algn="r">
              <a:defRPr sz="975" b="1">
                <a:solidFill>
                  <a:srgbClr val="243537"/>
                </a:solidFill>
                <a:latin typeface="Arial"/>
                <a:ea typeface="Arial"/>
                <a:cs typeface="Arial"/>
              </a:defRPr>
            </a:lvl8pPr>
            <a:lvl9pPr algn="r">
              <a:defRPr sz="975" b="1">
                <a:solidFill>
                  <a:srgbClr val="243537"/>
                </a:solidFill>
                <a:latin typeface="Arial"/>
                <a:ea typeface="Arial"/>
                <a:cs typeface="Arial"/>
              </a:defRPr>
            </a:lvl9pPr>
          </a:lstStyle>
          <a:p>
            <a:pPr algn="r">
              <a:defRPr sz="975" b="1">
                <a:solidFill>
                  <a:srgbClr val="243537"/>
                </a:solidFill>
                <a:latin typeface="Arial"/>
                <a:ea typeface="Arial"/>
                <a:cs typeface="Arial"/>
              </a:defRPr>
            </a:pPr>
            <a:r>
              <a:rPr sz="975" b="1">
                <a:solidFill>
                  <a:srgbClr val="243537"/>
                </a:solidFill>
                <a:latin typeface="Arial"/>
                <a:ea typeface="Arial"/>
                <a:cs typeface="Arial"/>
              </a:rPr>
              <a:t>16</a:t>
            </a:r>
          </a:p>
        </p:txBody>
      </p:sp>
      <p:sp>
        <p:nvSpPr>
          <p:cNvPr id="6" name="Rectangle 5">
            <a:extLst>
              <a:ext uri="{FF2B5EF4-FFF2-40B4-BE49-F238E27FC236}">
                <a16:creationId xmlns:a16="http://schemas.microsoft.com/office/drawing/2014/main" id="{ABCC0C8E-9AE8-4C35-AF65-B902470D357F}"/>
              </a:ext>
            </a:extLst>
          </p:cNvPr>
          <p:cNvSpPr>
            <a:spLocks noGrp="1"/>
          </p:cNvSpPr>
          <p:nvPr/>
        </p:nvSpPr>
        <p:spPr>
          <a:xfrm>
            <a:off x="666750" y="1628775"/>
            <a:ext cx="590550" cy="361950"/>
          </a:xfrm>
          <a:prstGeom prst="rect">
            <a:avLst/>
          </a:prstGeom>
          <a:noFill/>
          <a:ln w="0">
            <a:noFill/>
            <a:prstDash val="solid"/>
          </a:ln>
        </p:spPr>
        <p:txBody>
          <a:bodyPr wrap="square" lIns="0" tIns="0" rIns="0" bIns="0" anchor="ctr">
            <a:normAutofit/>
          </a:bodyPr>
          <a:lstStyle>
            <a:defPPr algn="l">
              <a:defRPr sz="1650" b="1">
                <a:solidFill>
                  <a:srgbClr val="32CDBA"/>
                </a:solidFill>
                <a:latin typeface="Arial"/>
                <a:ea typeface="Arial"/>
                <a:cs typeface="Arial"/>
              </a:defRPr>
            </a:defPPr>
            <a:lvl1pPr algn="l">
              <a:defRPr sz="1650" b="1">
                <a:solidFill>
                  <a:srgbClr val="32CDBA"/>
                </a:solidFill>
                <a:latin typeface="Arial"/>
                <a:ea typeface="Arial"/>
                <a:cs typeface="Arial"/>
              </a:defRPr>
            </a:lvl1pPr>
            <a:lvl2pPr algn="l">
              <a:defRPr sz="1650" b="1">
                <a:solidFill>
                  <a:srgbClr val="32CDBA"/>
                </a:solidFill>
                <a:latin typeface="Arial"/>
                <a:ea typeface="Arial"/>
                <a:cs typeface="Arial"/>
              </a:defRPr>
            </a:lvl2pPr>
            <a:lvl3pPr algn="l">
              <a:defRPr sz="1650" b="1">
                <a:solidFill>
                  <a:srgbClr val="32CDBA"/>
                </a:solidFill>
                <a:latin typeface="Arial"/>
                <a:ea typeface="Arial"/>
                <a:cs typeface="Arial"/>
              </a:defRPr>
            </a:lvl3pPr>
            <a:lvl4pPr algn="l">
              <a:defRPr sz="1650" b="1">
                <a:solidFill>
                  <a:srgbClr val="32CDBA"/>
                </a:solidFill>
                <a:latin typeface="Arial"/>
                <a:ea typeface="Arial"/>
                <a:cs typeface="Arial"/>
              </a:defRPr>
            </a:lvl4pPr>
            <a:lvl5pPr algn="l">
              <a:defRPr sz="1650" b="1">
                <a:solidFill>
                  <a:srgbClr val="32CDBA"/>
                </a:solidFill>
                <a:latin typeface="Arial"/>
                <a:ea typeface="Arial"/>
                <a:cs typeface="Arial"/>
              </a:defRPr>
            </a:lvl5pPr>
            <a:lvl6pPr algn="l">
              <a:defRPr sz="1650" b="1">
                <a:solidFill>
                  <a:srgbClr val="32CDBA"/>
                </a:solidFill>
                <a:latin typeface="Arial"/>
                <a:ea typeface="Arial"/>
                <a:cs typeface="Arial"/>
              </a:defRPr>
            </a:lvl6pPr>
            <a:lvl7pPr algn="l">
              <a:defRPr sz="1650" b="1">
                <a:solidFill>
                  <a:srgbClr val="32CDBA"/>
                </a:solidFill>
                <a:latin typeface="Arial"/>
                <a:ea typeface="Arial"/>
                <a:cs typeface="Arial"/>
              </a:defRPr>
            </a:lvl7pPr>
            <a:lvl8pPr algn="l">
              <a:defRPr sz="1650" b="1">
                <a:solidFill>
                  <a:srgbClr val="32CDBA"/>
                </a:solidFill>
                <a:latin typeface="Arial"/>
                <a:ea typeface="Arial"/>
                <a:cs typeface="Arial"/>
              </a:defRPr>
            </a:lvl8pPr>
            <a:lvl9pPr algn="l">
              <a:defRPr sz="1650" b="1">
                <a:solidFill>
                  <a:srgbClr val="32CDBA"/>
                </a:solidFill>
                <a:latin typeface="Arial"/>
                <a:ea typeface="Arial"/>
                <a:cs typeface="Arial"/>
              </a:defRPr>
            </a:lvl9pPr>
          </a:lstStyle>
          <a:p>
            <a:pPr algn="l">
              <a:defRPr sz="1650" b="1">
                <a:solidFill>
                  <a:srgbClr val="32CDBA"/>
                </a:solidFill>
                <a:latin typeface="Arial"/>
                <a:ea typeface="Arial"/>
                <a:cs typeface="Arial"/>
              </a:defRPr>
            </a:pPr>
            <a:r>
              <a:rPr sz="1650" b="1">
                <a:solidFill>
                  <a:srgbClr val="32CDBA"/>
                </a:solidFill>
                <a:latin typeface="Arial"/>
                <a:ea typeface="Arial"/>
                <a:cs typeface="Arial"/>
              </a:rPr>
              <a:t>01</a:t>
            </a:r>
          </a:p>
        </p:txBody>
      </p:sp>
      <p:sp>
        <p:nvSpPr>
          <p:cNvPr id="7" name="Rectangle 6">
            <a:extLst>
              <a:ext uri="{FF2B5EF4-FFF2-40B4-BE49-F238E27FC236}">
                <a16:creationId xmlns:a16="http://schemas.microsoft.com/office/drawing/2014/main" id="{1FCE6EB2-D0DE-462F-9568-E0E51B33E16A}"/>
              </a:ext>
            </a:extLst>
          </p:cNvPr>
          <p:cNvSpPr>
            <a:spLocks noGrp="1"/>
          </p:cNvSpPr>
          <p:nvPr/>
        </p:nvSpPr>
        <p:spPr>
          <a:xfrm>
            <a:off x="1390650" y="1628775"/>
            <a:ext cx="3714750" cy="323850"/>
          </a:xfrm>
          <a:prstGeom prst="rect">
            <a:avLst/>
          </a:prstGeom>
          <a:noFill/>
          <a:ln w="0">
            <a:noFill/>
            <a:prstDash val="solid"/>
          </a:ln>
        </p:spPr>
        <p:txBody>
          <a:bodyPr wrap="square" lIns="0" tIns="0" rIns="0" bIns="0" anchor="ctr">
            <a:normAutofit/>
          </a:bodyPr>
          <a:lstStyle>
            <a:defPPr algn="l">
              <a:defRPr sz="1500" b="1">
                <a:solidFill>
                  <a:srgbClr val="10191A"/>
                </a:solidFill>
                <a:latin typeface="Arial"/>
                <a:ea typeface="Arial"/>
                <a:cs typeface="Arial"/>
              </a:defRPr>
            </a:defPPr>
            <a:lvl1pPr algn="l">
              <a:defRPr sz="1500" b="1">
                <a:solidFill>
                  <a:srgbClr val="10191A"/>
                </a:solidFill>
                <a:latin typeface="Arial"/>
                <a:ea typeface="Arial"/>
                <a:cs typeface="Arial"/>
              </a:defRPr>
            </a:lvl1pPr>
            <a:lvl2pPr algn="l">
              <a:defRPr sz="1500" b="1">
                <a:solidFill>
                  <a:srgbClr val="10191A"/>
                </a:solidFill>
                <a:latin typeface="Arial"/>
                <a:ea typeface="Arial"/>
                <a:cs typeface="Arial"/>
              </a:defRPr>
            </a:lvl2pPr>
            <a:lvl3pPr algn="l">
              <a:defRPr sz="1500" b="1">
                <a:solidFill>
                  <a:srgbClr val="10191A"/>
                </a:solidFill>
                <a:latin typeface="Arial"/>
                <a:ea typeface="Arial"/>
                <a:cs typeface="Arial"/>
              </a:defRPr>
            </a:lvl3pPr>
            <a:lvl4pPr algn="l">
              <a:defRPr sz="1500" b="1">
                <a:solidFill>
                  <a:srgbClr val="10191A"/>
                </a:solidFill>
                <a:latin typeface="Arial"/>
                <a:ea typeface="Arial"/>
                <a:cs typeface="Arial"/>
              </a:defRPr>
            </a:lvl4pPr>
            <a:lvl5pPr algn="l">
              <a:defRPr sz="1500" b="1">
                <a:solidFill>
                  <a:srgbClr val="10191A"/>
                </a:solidFill>
                <a:latin typeface="Arial"/>
                <a:ea typeface="Arial"/>
                <a:cs typeface="Arial"/>
              </a:defRPr>
            </a:lvl5pPr>
            <a:lvl6pPr algn="l">
              <a:defRPr sz="1500" b="1">
                <a:solidFill>
                  <a:srgbClr val="10191A"/>
                </a:solidFill>
                <a:latin typeface="Arial"/>
                <a:ea typeface="Arial"/>
                <a:cs typeface="Arial"/>
              </a:defRPr>
            </a:lvl6pPr>
            <a:lvl7pPr algn="l">
              <a:defRPr sz="1500" b="1">
                <a:solidFill>
                  <a:srgbClr val="10191A"/>
                </a:solidFill>
                <a:latin typeface="Arial"/>
                <a:ea typeface="Arial"/>
                <a:cs typeface="Arial"/>
              </a:defRPr>
            </a:lvl7pPr>
            <a:lvl8pPr algn="l">
              <a:defRPr sz="1500" b="1">
                <a:solidFill>
                  <a:srgbClr val="10191A"/>
                </a:solidFill>
                <a:latin typeface="Arial"/>
                <a:ea typeface="Arial"/>
                <a:cs typeface="Arial"/>
              </a:defRPr>
            </a:lvl8pPr>
            <a:lvl9pPr algn="l">
              <a:defRPr sz="1500" b="1">
                <a:solidFill>
                  <a:srgbClr val="10191A"/>
                </a:solidFill>
                <a:latin typeface="Arial"/>
                <a:ea typeface="Arial"/>
                <a:cs typeface="Arial"/>
              </a:defRPr>
            </a:lvl9pPr>
          </a:lstStyle>
          <a:p>
            <a:pPr algn="l">
              <a:defRPr sz="1500" b="1">
                <a:solidFill>
                  <a:srgbClr val="10191A"/>
                </a:solidFill>
                <a:latin typeface="Arial"/>
                <a:ea typeface="Arial"/>
                <a:cs typeface="Arial"/>
              </a:defRPr>
            </a:pPr>
            <a:r>
              <a:rPr sz="1500" b="1">
                <a:solidFill>
                  <a:srgbClr val="10191A"/>
                </a:solidFill>
                <a:latin typeface="Arial"/>
                <a:ea typeface="Arial"/>
                <a:cs typeface="Arial"/>
              </a:rPr>
              <a:t>Open the local Flask application</a:t>
            </a:r>
          </a:p>
        </p:txBody>
      </p:sp>
      <p:sp>
        <p:nvSpPr>
          <p:cNvPr id="8" name="Rectangle 7">
            <a:extLst>
              <a:ext uri="{FF2B5EF4-FFF2-40B4-BE49-F238E27FC236}">
                <a16:creationId xmlns:a16="http://schemas.microsoft.com/office/drawing/2014/main" id="{EB0242E2-61BB-40D1-A459-E4BA6258E8BF}"/>
              </a:ext>
            </a:extLst>
          </p:cNvPr>
          <p:cNvSpPr>
            <a:spLocks noGrp="1"/>
          </p:cNvSpPr>
          <p:nvPr/>
        </p:nvSpPr>
        <p:spPr>
          <a:xfrm>
            <a:off x="5238750" y="1628775"/>
            <a:ext cx="5905500" cy="495300"/>
          </a:xfrm>
          <a:prstGeom prst="rect">
            <a:avLst/>
          </a:prstGeom>
          <a:noFill/>
          <a:ln w="0">
            <a:noFill/>
            <a:prstDash val="solid"/>
          </a:ln>
        </p:spPr>
        <p:txBody>
          <a:bodyPr wrap="square" lIns="0" tIns="0" rIns="0" bIns="0" anchor="ctr">
            <a:normAutofit/>
          </a:bodyPr>
          <a:lstStyle>
            <a:defPPr algn="l">
              <a:defRPr sz="1350" b="0">
                <a:solidFill>
                  <a:srgbClr val="243537"/>
                </a:solidFill>
                <a:latin typeface="Arial"/>
                <a:ea typeface="Arial"/>
                <a:cs typeface="Arial"/>
              </a:defRPr>
            </a:defPPr>
            <a:lvl1pPr algn="l">
              <a:defRPr sz="1350" b="0">
                <a:solidFill>
                  <a:srgbClr val="243537"/>
                </a:solidFill>
                <a:latin typeface="Arial"/>
                <a:ea typeface="Arial"/>
                <a:cs typeface="Arial"/>
              </a:defRPr>
            </a:lvl1pPr>
            <a:lvl2pPr algn="l">
              <a:defRPr sz="1350" b="0">
                <a:solidFill>
                  <a:srgbClr val="243537"/>
                </a:solidFill>
                <a:latin typeface="Arial"/>
                <a:ea typeface="Arial"/>
                <a:cs typeface="Arial"/>
              </a:defRPr>
            </a:lvl2pPr>
            <a:lvl3pPr algn="l">
              <a:defRPr sz="1350" b="0">
                <a:solidFill>
                  <a:srgbClr val="243537"/>
                </a:solidFill>
                <a:latin typeface="Arial"/>
                <a:ea typeface="Arial"/>
                <a:cs typeface="Arial"/>
              </a:defRPr>
            </a:lvl3pPr>
            <a:lvl4pPr algn="l">
              <a:defRPr sz="1350" b="0">
                <a:solidFill>
                  <a:srgbClr val="243537"/>
                </a:solidFill>
                <a:latin typeface="Arial"/>
                <a:ea typeface="Arial"/>
                <a:cs typeface="Arial"/>
              </a:defRPr>
            </a:lvl4pPr>
            <a:lvl5pPr algn="l">
              <a:defRPr sz="1350" b="0">
                <a:solidFill>
                  <a:srgbClr val="243537"/>
                </a:solidFill>
                <a:latin typeface="Arial"/>
                <a:ea typeface="Arial"/>
                <a:cs typeface="Arial"/>
              </a:defRPr>
            </a:lvl5pPr>
            <a:lvl6pPr algn="l">
              <a:defRPr sz="1350" b="0">
                <a:solidFill>
                  <a:srgbClr val="243537"/>
                </a:solidFill>
                <a:latin typeface="Arial"/>
                <a:ea typeface="Arial"/>
                <a:cs typeface="Arial"/>
              </a:defRPr>
            </a:lvl6pPr>
            <a:lvl7pPr algn="l">
              <a:defRPr sz="1350" b="0">
                <a:solidFill>
                  <a:srgbClr val="243537"/>
                </a:solidFill>
                <a:latin typeface="Arial"/>
                <a:ea typeface="Arial"/>
                <a:cs typeface="Arial"/>
              </a:defRPr>
            </a:lvl7pPr>
            <a:lvl8pPr algn="l">
              <a:defRPr sz="1350" b="0">
                <a:solidFill>
                  <a:srgbClr val="243537"/>
                </a:solidFill>
                <a:latin typeface="Arial"/>
                <a:ea typeface="Arial"/>
                <a:cs typeface="Arial"/>
              </a:defRPr>
            </a:lvl8pPr>
            <a:lvl9pPr algn="l">
              <a:defRPr sz="1350" b="0">
                <a:solidFill>
                  <a:srgbClr val="243537"/>
                </a:solidFill>
                <a:latin typeface="Arial"/>
                <a:ea typeface="Arial"/>
                <a:cs typeface="Arial"/>
              </a:defRPr>
            </a:lvl9pPr>
          </a:lstStyle>
          <a:p>
            <a:pPr algn="l">
              <a:defRPr sz="1350" b="0">
                <a:solidFill>
                  <a:srgbClr val="243537"/>
                </a:solidFill>
                <a:latin typeface="Arial"/>
                <a:ea typeface="Arial"/>
                <a:cs typeface="Arial"/>
              </a:defRPr>
            </a:pPr>
            <a:r>
              <a:rPr sz="1350" b="0">
                <a:solidFill>
                  <a:srgbClr val="243537"/>
                </a:solidFill>
                <a:latin typeface="Arial"/>
                <a:ea typeface="Arial"/>
                <a:cs typeface="Arial"/>
              </a:rPr>
              <a:t>Show the landing page and confirm the model checkpoint loads.</a:t>
            </a:r>
          </a:p>
        </p:txBody>
      </p:sp>
      <p:sp>
        <p:nvSpPr>
          <p:cNvPr id="9" name="Rectangle 8">
            <a:extLst>
              <a:ext uri="{FF2B5EF4-FFF2-40B4-BE49-F238E27FC236}">
                <a16:creationId xmlns:a16="http://schemas.microsoft.com/office/drawing/2014/main" id="{FEE426A9-A152-4D22-91D4-026992D0EA6C}"/>
              </a:ext>
            </a:extLst>
          </p:cNvPr>
          <p:cNvSpPr>
            <a:spLocks noGrp="1"/>
          </p:cNvSpPr>
          <p:nvPr/>
        </p:nvSpPr>
        <p:spPr>
          <a:xfrm>
            <a:off x="666750" y="2505075"/>
            <a:ext cx="590550" cy="361950"/>
          </a:xfrm>
          <a:prstGeom prst="rect">
            <a:avLst/>
          </a:prstGeom>
          <a:noFill/>
          <a:ln w="0">
            <a:noFill/>
            <a:prstDash val="solid"/>
          </a:ln>
        </p:spPr>
        <p:txBody>
          <a:bodyPr wrap="square" lIns="0" tIns="0" rIns="0" bIns="0" anchor="ctr">
            <a:normAutofit/>
          </a:bodyPr>
          <a:lstStyle>
            <a:defPPr algn="l">
              <a:defRPr sz="1650" b="1">
                <a:solidFill>
                  <a:srgbClr val="32CDBA"/>
                </a:solidFill>
                <a:latin typeface="Arial"/>
                <a:ea typeface="Arial"/>
                <a:cs typeface="Arial"/>
              </a:defRPr>
            </a:defPPr>
            <a:lvl1pPr algn="l">
              <a:defRPr sz="1650" b="1">
                <a:solidFill>
                  <a:srgbClr val="32CDBA"/>
                </a:solidFill>
                <a:latin typeface="Arial"/>
                <a:ea typeface="Arial"/>
                <a:cs typeface="Arial"/>
              </a:defRPr>
            </a:lvl1pPr>
            <a:lvl2pPr algn="l">
              <a:defRPr sz="1650" b="1">
                <a:solidFill>
                  <a:srgbClr val="32CDBA"/>
                </a:solidFill>
                <a:latin typeface="Arial"/>
                <a:ea typeface="Arial"/>
                <a:cs typeface="Arial"/>
              </a:defRPr>
            </a:lvl2pPr>
            <a:lvl3pPr algn="l">
              <a:defRPr sz="1650" b="1">
                <a:solidFill>
                  <a:srgbClr val="32CDBA"/>
                </a:solidFill>
                <a:latin typeface="Arial"/>
                <a:ea typeface="Arial"/>
                <a:cs typeface="Arial"/>
              </a:defRPr>
            </a:lvl3pPr>
            <a:lvl4pPr algn="l">
              <a:defRPr sz="1650" b="1">
                <a:solidFill>
                  <a:srgbClr val="32CDBA"/>
                </a:solidFill>
                <a:latin typeface="Arial"/>
                <a:ea typeface="Arial"/>
                <a:cs typeface="Arial"/>
              </a:defRPr>
            </a:lvl4pPr>
            <a:lvl5pPr algn="l">
              <a:defRPr sz="1650" b="1">
                <a:solidFill>
                  <a:srgbClr val="32CDBA"/>
                </a:solidFill>
                <a:latin typeface="Arial"/>
                <a:ea typeface="Arial"/>
                <a:cs typeface="Arial"/>
              </a:defRPr>
            </a:lvl5pPr>
            <a:lvl6pPr algn="l">
              <a:defRPr sz="1650" b="1">
                <a:solidFill>
                  <a:srgbClr val="32CDBA"/>
                </a:solidFill>
                <a:latin typeface="Arial"/>
                <a:ea typeface="Arial"/>
                <a:cs typeface="Arial"/>
              </a:defRPr>
            </a:lvl6pPr>
            <a:lvl7pPr algn="l">
              <a:defRPr sz="1650" b="1">
                <a:solidFill>
                  <a:srgbClr val="32CDBA"/>
                </a:solidFill>
                <a:latin typeface="Arial"/>
                <a:ea typeface="Arial"/>
                <a:cs typeface="Arial"/>
              </a:defRPr>
            </a:lvl7pPr>
            <a:lvl8pPr algn="l">
              <a:defRPr sz="1650" b="1">
                <a:solidFill>
                  <a:srgbClr val="32CDBA"/>
                </a:solidFill>
                <a:latin typeface="Arial"/>
                <a:ea typeface="Arial"/>
                <a:cs typeface="Arial"/>
              </a:defRPr>
            </a:lvl8pPr>
            <a:lvl9pPr algn="l">
              <a:defRPr sz="1650" b="1">
                <a:solidFill>
                  <a:srgbClr val="32CDBA"/>
                </a:solidFill>
                <a:latin typeface="Arial"/>
                <a:ea typeface="Arial"/>
                <a:cs typeface="Arial"/>
              </a:defRPr>
            </a:lvl9pPr>
          </a:lstStyle>
          <a:p>
            <a:pPr algn="l">
              <a:defRPr sz="1650" b="1">
                <a:solidFill>
                  <a:srgbClr val="32CDBA"/>
                </a:solidFill>
                <a:latin typeface="Arial"/>
                <a:ea typeface="Arial"/>
                <a:cs typeface="Arial"/>
              </a:defRPr>
            </a:pPr>
            <a:r>
              <a:rPr sz="1650" b="1">
                <a:solidFill>
                  <a:srgbClr val="32CDBA"/>
                </a:solidFill>
                <a:latin typeface="Arial"/>
                <a:ea typeface="Arial"/>
                <a:cs typeface="Arial"/>
              </a:rPr>
              <a:t>02</a:t>
            </a:r>
          </a:p>
        </p:txBody>
      </p:sp>
      <p:sp>
        <p:nvSpPr>
          <p:cNvPr id="10" name="Rectangle 9">
            <a:extLst>
              <a:ext uri="{FF2B5EF4-FFF2-40B4-BE49-F238E27FC236}">
                <a16:creationId xmlns:a16="http://schemas.microsoft.com/office/drawing/2014/main" id="{7D00AD6A-78C6-4FB6-B12A-05AD495546D2}"/>
              </a:ext>
            </a:extLst>
          </p:cNvPr>
          <p:cNvSpPr>
            <a:spLocks noGrp="1"/>
          </p:cNvSpPr>
          <p:nvPr/>
        </p:nvSpPr>
        <p:spPr>
          <a:xfrm>
            <a:off x="1390650" y="2505075"/>
            <a:ext cx="3714750" cy="323850"/>
          </a:xfrm>
          <a:prstGeom prst="rect">
            <a:avLst/>
          </a:prstGeom>
          <a:noFill/>
          <a:ln w="0">
            <a:noFill/>
            <a:prstDash val="solid"/>
          </a:ln>
        </p:spPr>
        <p:txBody>
          <a:bodyPr wrap="square" lIns="0" tIns="0" rIns="0" bIns="0" anchor="ctr">
            <a:normAutofit/>
          </a:bodyPr>
          <a:lstStyle>
            <a:defPPr algn="l">
              <a:defRPr sz="1500" b="1">
                <a:solidFill>
                  <a:srgbClr val="10191A"/>
                </a:solidFill>
                <a:latin typeface="Arial"/>
                <a:ea typeface="Arial"/>
                <a:cs typeface="Arial"/>
              </a:defRPr>
            </a:defPPr>
            <a:lvl1pPr algn="l">
              <a:defRPr sz="1500" b="1">
                <a:solidFill>
                  <a:srgbClr val="10191A"/>
                </a:solidFill>
                <a:latin typeface="Arial"/>
                <a:ea typeface="Arial"/>
                <a:cs typeface="Arial"/>
              </a:defRPr>
            </a:lvl1pPr>
            <a:lvl2pPr algn="l">
              <a:defRPr sz="1500" b="1">
                <a:solidFill>
                  <a:srgbClr val="10191A"/>
                </a:solidFill>
                <a:latin typeface="Arial"/>
                <a:ea typeface="Arial"/>
                <a:cs typeface="Arial"/>
              </a:defRPr>
            </a:lvl2pPr>
            <a:lvl3pPr algn="l">
              <a:defRPr sz="1500" b="1">
                <a:solidFill>
                  <a:srgbClr val="10191A"/>
                </a:solidFill>
                <a:latin typeface="Arial"/>
                <a:ea typeface="Arial"/>
                <a:cs typeface="Arial"/>
              </a:defRPr>
            </a:lvl3pPr>
            <a:lvl4pPr algn="l">
              <a:defRPr sz="1500" b="1">
                <a:solidFill>
                  <a:srgbClr val="10191A"/>
                </a:solidFill>
                <a:latin typeface="Arial"/>
                <a:ea typeface="Arial"/>
                <a:cs typeface="Arial"/>
              </a:defRPr>
            </a:lvl4pPr>
            <a:lvl5pPr algn="l">
              <a:defRPr sz="1500" b="1">
                <a:solidFill>
                  <a:srgbClr val="10191A"/>
                </a:solidFill>
                <a:latin typeface="Arial"/>
                <a:ea typeface="Arial"/>
                <a:cs typeface="Arial"/>
              </a:defRPr>
            </a:lvl5pPr>
            <a:lvl6pPr algn="l">
              <a:defRPr sz="1500" b="1">
                <a:solidFill>
                  <a:srgbClr val="10191A"/>
                </a:solidFill>
                <a:latin typeface="Arial"/>
                <a:ea typeface="Arial"/>
                <a:cs typeface="Arial"/>
              </a:defRPr>
            </a:lvl6pPr>
            <a:lvl7pPr algn="l">
              <a:defRPr sz="1500" b="1">
                <a:solidFill>
                  <a:srgbClr val="10191A"/>
                </a:solidFill>
                <a:latin typeface="Arial"/>
                <a:ea typeface="Arial"/>
                <a:cs typeface="Arial"/>
              </a:defRPr>
            </a:lvl7pPr>
            <a:lvl8pPr algn="l">
              <a:defRPr sz="1500" b="1">
                <a:solidFill>
                  <a:srgbClr val="10191A"/>
                </a:solidFill>
                <a:latin typeface="Arial"/>
                <a:ea typeface="Arial"/>
                <a:cs typeface="Arial"/>
              </a:defRPr>
            </a:lvl8pPr>
            <a:lvl9pPr algn="l">
              <a:defRPr sz="1500" b="1">
                <a:solidFill>
                  <a:srgbClr val="10191A"/>
                </a:solidFill>
                <a:latin typeface="Arial"/>
                <a:ea typeface="Arial"/>
                <a:cs typeface="Arial"/>
              </a:defRPr>
            </a:lvl9pPr>
          </a:lstStyle>
          <a:p>
            <a:pPr algn="l">
              <a:defRPr sz="1500" b="1">
                <a:solidFill>
                  <a:srgbClr val="10191A"/>
                </a:solidFill>
                <a:latin typeface="Arial"/>
                <a:ea typeface="Arial"/>
                <a:cs typeface="Arial"/>
              </a:defRPr>
            </a:pPr>
            <a:r>
              <a:rPr sz="1500" b="1">
                <a:solidFill>
                  <a:srgbClr val="10191A"/>
                </a:solidFill>
                <a:latin typeface="Arial"/>
                <a:ea typeface="Arial"/>
                <a:cs typeface="Arial"/>
              </a:rPr>
              <a:t>Start one camera or sample video</a:t>
            </a:r>
          </a:p>
        </p:txBody>
      </p:sp>
      <p:sp>
        <p:nvSpPr>
          <p:cNvPr id="11" name="Rectangle 10">
            <a:extLst>
              <a:ext uri="{FF2B5EF4-FFF2-40B4-BE49-F238E27FC236}">
                <a16:creationId xmlns:a16="http://schemas.microsoft.com/office/drawing/2014/main" id="{97FAFAFF-B498-4E98-9CB2-DB4E2C28E713}"/>
              </a:ext>
            </a:extLst>
          </p:cNvPr>
          <p:cNvSpPr>
            <a:spLocks noGrp="1"/>
          </p:cNvSpPr>
          <p:nvPr/>
        </p:nvSpPr>
        <p:spPr>
          <a:xfrm>
            <a:off x="5238750" y="2505075"/>
            <a:ext cx="5905500" cy="495300"/>
          </a:xfrm>
          <a:prstGeom prst="rect">
            <a:avLst/>
          </a:prstGeom>
          <a:noFill/>
          <a:ln w="0">
            <a:noFill/>
            <a:prstDash val="solid"/>
          </a:ln>
        </p:spPr>
        <p:txBody>
          <a:bodyPr wrap="square" lIns="0" tIns="0" rIns="0" bIns="0" anchor="ctr">
            <a:normAutofit/>
          </a:bodyPr>
          <a:lstStyle>
            <a:defPPr algn="l">
              <a:defRPr sz="1350" b="0">
                <a:solidFill>
                  <a:srgbClr val="243537"/>
                </a:solidFill>
                <a:latin typeface="Arial"/>
                <a:ea typeface="Arial"/>
                <a:cs typeface="Arial"/>
              </a:defRPr>
            </a:defPPr>
            <a:lvl1pPr algn="l">
              <a:defRPr sz="1350" b="0">
                <a:solidFill>
                  <a:srgbClr val="243537"/>
                </a:solidFill>
                <a:latin typeface="Arial"/>
                <a:ea typeface="Arial"/>
                <a:cs typeface="Arial"/>
              </a:defRPr>
            </a:lvl1pPr>
            <a:lvl2pPr algn="l">
              <a:defRPr sz="1350" b="0">
                <a:solidFill>
                  <a:srgbClr val="243537"/>
                </a:solidFill>
                <a:latin typeface="Arial"/>
                <a:ea typeface="Arial"/>
                <a:cs typeface="Arial"/>
              </a:defRPr>
            </a:lvl2pPr>
            <a:lvl3pPr algn="l">
              <a:defRPr sz="1350" b="0">
                <a:solidFill>
                  <a:srgbClr val="243537"/>
                </a:solidFill>
                <a:latin typeface="Arial"/>
                <a:ea typeface="Arial"/>
                <a:cs typeface="Arial"/>
              </a:defRPr>
            </a:lvl3pPr>
            <a:lvl4pPr algn="l">
              <a:defRPr sz="1350" b="0">
                <a:solidFill>
                  <a:srgbClr val="243537"/>
                </a:solidFill>
                <a:latin typeface="Arial"/>
                <a:ea typeface="Arial"/>
                <a:cs typeface="Arial"/>
              </a:defRPr>
            </a:lvl4pPr>
            <a:lvl5pPr algn="l">
              <a:defRPr sz="1350" b="0">
                <a:solidFill>
                  <a:srgbClr val="243537"/>
                </a:solidFill>
                <a:latin typeface="Arial"/>
                <a:ea typeface="Arial"/>
                <a:cs typeface="Arial"/>
              </a:defRPr>
            </a:lvl5pPr>
            <a:lvl6pPr algn="l">
              <a:defRPr sz="1350" b="0">
                <a:solidFill>
                  <a:srgbClr val="243537"/>
                </a:solidFill>
                <a:latin typeface="Arial"/>
                <a:ea typeface="Arial"/>
                <a:cs typeface="Arial"/>
              </a:defRPr>
            </a:lvl6pPr>
            <a:lvl7pPr algn="l">
              <a:defRPr sz="1350" b="0">
                <a:solidFill>
                  <a:srgbClr val="243537"/>
                </a:solidFill>
                <a:latin typeface="Arial"/>
                <a:ea typeface="Arial"/>
                <a:cs typeface="Arial"/>
              </a:defRPr>
            </a:lvl7pPr>
            <a:lvl8pPr algn="l">
              <a:defRPr sz="1350" b="0">
                <a:solidFill>
                  <a:srgbClr val="243537"/>
                </a:solidFill>
                <a:latin typeface="Arial"/>
                <a:ea typeface="Arial"/>
                <a:cs typeface="Arial"/>
              </a:defRPr>
            </a:lvl8pPr>
            <a:lvl9pPr algn="l">
              <a:defRPr sz="1350" b="0">
                <a:solidFill>
                  <a:srgbClr val="243537"/>
                </a:solidFill>
                <a:latin typeface="Arial"/>
                <a:ea typeface="Arial"/>
                <a:cs typeface="Arial"/>
              </a:defRPr>
            </a:lvl9pPr>
          </a:lstStyle>
          <a:p>
            <a:pPr algn="l">
              <a:defRPr sz="1350" b="0">
                <a:solidFill>
                  <a:srgbClr val="243537"/>
                </a:solidFill>
                <a:latin typeface="Arial"/>
                <a:ea typeface="Arial"/>
                <a:cs typeface="Arial"/>
              </a:defRPr>
            </a:pPr>
            <a:r>
              <a:rPr sz="1350" b="0">
                <a:solidFill>
                  <a:srgbClr val="243537"/>
                </a:solidFill>
                <a:latin typeface="Arial"/>
                <a:ea typeface="Arial"/>
                <a:cs typeface="Arial"/>
              </a:rPr>
              <a:t>Point out person, PPE and machinery detections.</a:t>
            </a:r>
          </a:p>
        </p:txBody>
      </p:sp>
      <p:sp>
        <p:nvSpPr>
          <p:cNvPr id="12" name="Rectangle 11">
            <a:extLst>
              <a:ext uri="{FF2B5EF4-FFF2-40B4-BE49-F238E27FC236}">
                <a16:creationId xmlns:a16="http://schemas.microsoft.com/office/drawing/2014/main" id="{5877C5B4-E68C-4885-AEF2-D3CCC2C104A1}"/>
              </a:ext>
            </a:extLst>
          </p:cNvPr>
          <p:cNvSpPr>
            <a:spLocks noGrp="1"/>
          </p:cNvSpPr>
          <p:nvPr/>
        </p:nvSpPr>
        <p:spPr>
          <a:xfrm>
            <a:off x="666750" y="3381375"/>
            <a:ext cx="590550" cy="361950"/>
          </a:xfrm>
          <a:prstGeom prst="rect">
            <a:avLst/>
          </a:prstGeom>
          <a:noFill/>
          <a:ln w="0">
            <a:noFill/>
            <a:prstDash val="solid"/>
          </a:ln>
        </p:spPr>
        <p:txBody>
          <a:bodyPr wrap="square" lIns="0" tIns="0" rIns="0" bIns="0" anchor="ctr">
            <a:normAutofit/>
          </a:bodyPr>
          <a:lstStyle>
            <a:defPPr algn="l">
              <a:defRPr sz="1650" b="1">
                <a:solidFill>
                  <a:srgbClr val="32CDBA"/>
                </a:solidFill>
                <a:latin typeface="Arial"/>
                <a:ea typeface="Arial"/>
                <a:cs typeface="Arial"/>
              </a:defRPr>
            </a:defPPr>
            <a:lvl1pPr algn="l">
              <a:defRPr sz="1650" b="1">
                <a:solidFill>
                  <a:srgbClr val="32CDBA"/>
                </a:solidFill>
                <a:latin typeface="Arial"/>
                <a:ea typeface="Arial"/>
                <a:cs typeface="Arial"/>
              </a:defRPr>
            </a:lvl1pPr>
            <a:lvl2pPr algn="l">
              <a:defRPr sz="1650" b="1">
                <a:solidFill>
                  <a:srgbClr val="32CDBA"/>
                </a:solidFill>
                <a:latin typeface="Arial"/>
                <a:ea typeface="Arial"/>
                <a:cs typeface="Arial"/>
              </a:defRPr>
            </a:lvl2pPr>
            <a:lvl3pPr algn="l">
              <a:defRPr sz="1650" b="1">
                <a:solidFill>
                  <a:srgbClr val="32CDBA"/>
                </a:solidFill>
                <a:latin typeface="Arial"/>
                <a:ea typeface="Arial"/>
                <a:cs typeface="Arial"/>
              </a:defRPr>
            </a:lvl3pPr>
            <a:lvl4pPr algn="l">
              <a:defRPr sz="1650" b="1">
                <a:solidFill>
                  <a:srgbClr val="32CDBA"/>
                </a:solidFill>
                <a:latin typeface="Arial"/>
                <a:ea typeface="Arial"/>
                <a:cs typeface="Arial"/>
              </a:defRPr>
            </a:lvl4pPr>
            <a:lvl5pPr algn="l">
              <a:defRPr sz="1650" b="1">
                <a:solidFill>
                  <a:srgbClr val="32CDBA"/>
                </a:solidFill>
                <a:latin typeface="Arial"/>
                <a:ea typeface="Arial"/>
                <a:cs typeface="Arial"/>
              </a:defRPr>
            </a:lvl5pPr>
            <a:lvl6pPr algn="l">
              <a:defRPr sz="1650" b="1">
                <a:solidFill>
                  <a:srgbClr val="32CDBA"/>
                </a:solidFill>
                <a:latin typeface="Arial"/>
                <a:ea typeface="Arial"/>
                <a:cs typeface="Arial"/>
              </a:defRPr>
            </a:lvl6pPr>
            <a:lvl7pPr algn="l">
              <a:defRPr sz="1650" b="1">
                <a:solidFill>
                  <a:srgbClr val="32CDBA"/>
                </a:solidFill>
                <a:latin typeface="Arial"/>
                <a:ea typeface="Arial"/>
                <a:cs typeface="Arial"/>
              </a:defRPr>
            </a:lvl7pPr>
            <a:lvl8pPr algn="l">
              <a:defRPr sz="1650" b="1">
                <a:solidFill>
                  <a:srgbClr val="32CDBA"/>
                </a:solidFill>
                <a:latin typeface="Arial"/>
                <a:ea typeface="Arial"/>
                <a:cs typeface="Arial"/>
              </a:defRPr>
            </a:lvl8pPr>
            <a:lvl9pPr algn="l">
              <a:defRPr sz="1650" b="1">
                <a:solidFill>
                  <a:srgbClr val="32CDBA"/>
                </a:solidFill>
                <a:latin typeface="Arial"/>
                <a:ea typeface="Arial"/>
                <a:cs typeface="Arial"/>
              </a:defRPr>
            </a:lvl9pPr>
          </a:lstStyle>
          <a:p>
            <a:pPr algn="l">
              <a:defRPr sz="1650" b="1">
                <a:solidFill>
                  <a:srgbClr val="32CDBA"/>
                </a:solidFill>
                <a:latin typeface="Arial"/>
                <a:ea typeface="Arial"/>
                <a:cs typeface="Arial"/>
              </a:defRPr>
            </a:pPr>
            <a:r>
              <a:rPr sz="1650" b="1">
                <a:solidFill>
                  <a:srgbClr val="32CDBA"/>
                </a:solidFill>
                <a:latin typeface="Arial"/>
                <a:ea typeface="Arial"/>
                <a:cs typeface="Arial"/>
              </a:rPr>
              <a:t>03</a:t>
            </a:r>
          </a:p>
        </p:txBody>
      </p:sp>
      <p:sp>
        <p:nvSpPr>
          <p:cNvPr id="13" name="Rectangle 12">
            <a:extLst>
              <a:ext uri="{FF2B5EF4-FFF2-40B4-BE49-F238E27FC236}">
                <a16:creationId xmlns:a16="http://schemas.microsoft.com/office/drawing/2014/main" id="{429748D0-30FB-48B4-84B7-7FEC4220D878}"/>
              </a:ext>
            </a:extLst>
          </p:cNvPr>
          <p:cNvSpPr>
            <a:spLocks noGrp="1"/>
          </p:cNvSpPr>
          <p:nvPr/>
        </p:nvSpPr>
        <p:spPr>
          <a:xfrm>
            <a:off x="1390650" y="3381375"/>
            <a:ext cx="3714750" cy="323850"/>
          </a:xfrm>
          <a:prstGeom prst="rect">
            <a:avLst/>
          </a:prstGeom>
          <a:noFill/>
          <a:ln w="0">
            <a:noFill/>
            <a:prstDash val="solid"/>
          </a:ln>
        </p:spPr>
        <p:txBody>
          <a:bodyPr wrap="square" lIns="0" tIns="0" rIns="0" bIns="0" anchor="ctr">
            <a:normAutofit/>
          </a:bodyPr>
          <a:lstStyle>
            <a:defPPr algn="l">
              <a:defRPr sz="1500" b="1">
                <a:solidFill>
                  <a:srgbClr val="10191A"/>
                </a:solidFill>
                <a:latin typeface="Arial"/>
                <a:ea typeface="Arial"/>
                <a:cs typeface="Arial"/>
              </a:defRPr>
            </a:defPPr>
            <a:lvl1pPr algn="l">
              <a:defRPr sz="1500" b="1">
                <a:solidFill>
                  <a:srgbClr val="10191A"/>
                </a:solidFill>
                <a:latin typeface="Arial"/>
                <a:ea typeface="Arial"/>
                <a:cs typeface="Arial"/>
              </a:defRPr>
            </a:lvl1pPr>
            <a:lvl2pPr algn="l">
              <a:defRPr sz="1500" b="1">
                <a:solidFill>
                  <a:srgbClr val="10191A"/>
                </a:solidFill>
                <a:latin typeface="Arial"/>
                <a:ea typeface="Arial"/>
                <a:cs typeface="Arial"/>
              </a:defRPr>
            </a:lvl2pPr>
            <a:lvl3pPr algn="l">
              <a:defRPr sz="1500" b="1">
                <a:solidFill>
                  <a:srgbClr val="10191A"/>
                </a:solidFill>
                <a:latin typeface="Arial"/>
                <a:ea typeface="Arial"/>
                <a:cs typeface="Arial"/>
              </a:defRPr>
            </a:lvl3pPr>
            <a:lvl4pPr algn="l">
              <a:defRPr sz="1500" b="1">
                <a:solidFill>
                  <a:srgbClr val="10191A"/>
                </a:solidFill>
                <a:latin typeface="Arial"/>
                <a:ea typeface="Arial"/>
                <a:cs typeface="Arial"/>
              </a:defRPr>
            </a:lvl4pPr>
            <a:lvl5pPr algn="l">
              <a:defRPr sz="1500" b="1">
                <a:solidFill>
                  <a:srgbClr val="10191A"/>
                </a:solidFill>
                <a:latin typeface="Arial"/>
                <a:ea typeface="Arial"/>
                <a:cs typeface="Arial"/>
              </a:defRPr>
            </a:lvl5pPr>
            <a:lvl6pPr algn="l">
              <a:defRPr sz="1500" b="1">
                <a:solidFill>
                  <a:srgbClr val="10191A"/>
                </a:solidFill>
                <a:latin typeface="Arial"/>
                <a:ea typeface="Arial"/>
                <a:cs typeface="Arial"/>
              </a:defRPr>
            </a:lvl6pPr>
            <a:lvl7pPr algn="l">
              <a:defRPr sz="1500" b="1">
                <a:solidFill>
                  <a:srgbClr val="10191A"/>
                </a:solidFill>
                <a:latin typeface="Arial"/>
                <a:ea typeface="Arial"/>
                <a:cs typeface="Arial"/>
              </a:defRPr>
            </a:lvl7pPr>
            <a:lvl8pPr algn="l">
              <a:defRPr sz="1500" b="1">
                <a:solidFill>
                  <a:srgbClr val="10191A"/>
                </a:solidFill>
                <a:latin typeface="Arial"/>
                <a:ea typeface="Arial"/>
                <a:cs typeface="Arial"/>
              </a:defRPr>
            </a:lvl8pPr>
            <a:lvl9pPr algn="l">
              <a:defRPr sz="1500" b="1">
                <a:solidFill>
                  <a:srgbClr val="10191A"/>
                </a:solidFill>
                <a:latin typeface="Arial"/>
                <a:ea typeface="Arial"/>
                <a:cs typeface="Arial"/>
              </a:defRPr>
            </a:lvl9pPr>
          </a:lstStyle>
          <a:p>
            <a:pPr algn="l">
              <a:defRPr sz="1500" b="1">
                <a:solidFill>
                  <a:srgbClr val="10191A"/>
                </a:solidFill>
                <a:latin typeface="Arial"/>
                <a:ea typeface="Arial"/>
                <a:cs typeface="Arial"/>
              </a:defRPr>
            </a:pPr>
            <a:r>
              <a:rPr sz="1500" b="1">
                <a:solidFill>
                  <a:srgbClr val="10191A"/>
                </a:solidFill>
                <a:latin typeface="Arial"/>
                <a:ea typeface="Arial"/>
                <a:cs typeface="Arial"/>
              </a:rPr>
              <a:t>Draw and save a zone</a:t>
            </a:r>
          </a:p>
        </p:txBody>
      </p:sp>
      <p:sp>
        <p:nvSpPr>
          <p:cNvPr id="14" name="Rectangle 13">
            <a:extLst>
              <a:ext uri="{FF2B5EF4-FFF2-40B4-BE49-F238E27FC236}">
                <a16:creationId xmlns:a16="http://schemas.microsoft.com/office/drawing/2014/main" id="{6D0AA675-25E5-4FFA-8CB1-96131EA2F110}"/>
              </a:ext>
            </a:extLst>
          </p:cNvPr>
          <p:cNvSpPr>
            <a:spLocks noGrp="1"/>
          </p:cNvSpPr>
          <p:nvPr/>
        </p:nvSpPr>
        <p:spPr>
          <a:xfrm>
            <a:off x="5238750" y="3381375"/>
            <a:ext cx="5905500" cy="495300"/>
          </a:xfrm>
          <a:prstGeom prst="rect">
            <a:avLst/>
          </a:prstGeom>
          <a:noFill/>
          <a:ln w="0">
            <a:noFill/>
            <a:prstDash val="solid"/>
          </a:ln>
        </p:spPr>
        <p:txBody>
          <a:bodyPr wrap="square" lIns="0" tIns="0" rIns="0" bIns="0" anchor="ctr">
            <a:normAutofit/>
          </a:bodyPr>
          <a:lstStyle>
            <a:defPPr algn="l">
              <a:defRPr sz="1350" b="0">
                <a:solidFill>
                  <a:srgbClr val="243537"/>
                </a:solidFill>
                <a:latin typeface="Arial"/>
                <a:ea typeface="Arial"/>
                <a:cs typeface="Arial"/>
              </a:defRPr>
            </a:defPPr>
            <a:lvl1pPr algn="l">
              <a:defRPr sz="1350" b="0">
                <a:solidFill>
                  <a:srgbClr val="243537"/>
                </a:solidFill>
                <a:latin typeface="Arial"/>
                <a:ea typeface="Arial"/>
                <a:cs typeface="Arial"/>
              </a:defRPr>
            </a:lvl1pPr>
            <a:lvl2pPr algn="l">
              <a:defRPr sz="1350" b="0">
                <a:solidFill>
                  <a:srgbClr val="243537"/>
                </a:solidFill>
                <a:latin typeface="Arial"/>
                <a:ea typeface="Arial"/>
                <a:cs typeface="Arial"/>
              </a:defRPr>
            </a:lvl2pPr>
            <a:lvl3pPr algn="l">
              <a:defRPr sz="1350" b="0">
                <a:solidFill>
                  <a:srgbClr val="243537"/>
                </a:solidFill>
                <a:latin typeface="Arial"/>
                <a:ea typeface="Arial"/>
                <a:cs typeface="Arial"/>
              </a:defRPr>
            </a:lvl3pPr>
            <a:lvl4pPr algn="l">
              <a:defRPr sz="1350" b="0">
                <a:solidFill>
                  <a:srgbClr val="243537"/>
                </a:solidFill>
                <a:latin typeface="Arial"/>
                <a:ea typeface="Arial"/>
                <a:cs typeface="Arial"/>
              </a:defRPr>
            </a:lvl4pPr>
            <a:lvl5pPr algn="l">
              <a:defRPr sz="1350" b="0">
                <a:solidFill>
                  <a:srgbClr val="243537"/>
                </a:solidFill>
                <a:latin typeface="Arial"/>
                <a:ea typeface="Arial"/>
                <a:cs typeface="Arial"/>
              </a:defRPr>
            </a:lvl5pPr>
            <a:lvl6pPr algn="l">
              <a:defRPr sz="1350" b="0">
                <a:solidFill>
                  <a:srgbClr val="243537"/>
                </a:solidFill>
                <a:latin typeface="Arial"/>
                <a:ea typeface="Arial"/>
                <a:cs typeface="Arial"/>
              </a:defRPr>
            </a:lvl6pPr>
            <a:lvl7pPr algn="l">
              <a:defRPr sz="1350" b="0">
                <a:solidFill>
                  <a:srgbClr val="243537"/>
                </a:solidFill>
                <a:latin typeface="Arial"/>
                <a:ea typeface="Arial"/>
                <a:cs typeface="Arial"/>
              </a:defRPr>
            </a:lvl7pPr>
            <a:lvl8pPr algn="l">
              <a:defRPr sz="1350" b="0">
                <a:solidFill>
                  <a:srgbClr val="243537"/>
                </a:solidFill>
                <a:latin typeface="Arial"/>
                <a:ea typeface="Arial"/>
                <a:cs typeface="Arial"/>
              </a:defRPr>
            </a:lvl8pPr>
            <a:lvl9pPr algn="l">
              <a:defRPr sz="1350" b="0">
                <a:solidFill>
                  <a:srgbClr val="243537"/>
                </a:solidFill>
                <a:latin typeface="Arial"/>
                <a:ea typeface="Arial"/>
                <a:cs typeface="Arial"/>
              </a:defRPr>
            </a:lvl9pPr>
          </a:lstStyle>
          <a:p>
            <a:pPr algn="l">
              <a:defRPr sz="1350" b="0">
                <a:solidFill>
                  <a:srgbClr val="243537"/>
                </a:solidFill>
                <a:latin typeface="Arial"/>
                <a:ea typeface="Arial"/>
                <a:cs typeface="Arial"/>
              </a:defRPr>
            </a:pPr>
            <a:r>
              <a:rPr sz="1350" b="0">
                <a:solidFill>
                  <a:srgbClr val="243537"/>
                </a:solidFill>
                <a:latin typeface="Arial"/>
                <a:ea typeface="Arial"/>
                <a:cs typeface="Arial"/>
              </a:rPr>
              <a:t>Explain polygon location and required PPE settings.</a:t>
            </a:r>
          </a:p>
        </p:txBody>
      </p:sp>
      <p:sp>
        <p:nvSpPr>
          <p:cNvPr id="15" name="Rectangle 14">
            <a:extLst>
              <a:ext uri="{FF2B5EF4-FFF2-40B4-BE49-F238E27FC236}">
                <a16:creationId xmlns:a16="http://schemas.microsoft.com/office/drawing/2014/main" id="{BB0CAB74-1223-413A-BE55-71D1C3C7FE8F}"/>
              </a:ext>
            </a:extLst>
          </p:cNvPr>
          <p:cNvSpPr>
            <a:spLocks noGrp="1"/>
          </p:cNvSpPr>
          <p:nvPr/>
        </p:nvSpPr>
        <p:spPr>
          <a:xfrm>
            <a:off x="666750" y="4257675"/>
            <a:ext cx="590550" cy="361950"/>
          </a:xfrm>
          <a:prstGeom prst="rect">
            <a:avLst/>
          </a:prstGeom>
          <a:noFill/>
          <a:ln w="0">
            <a:noFill/>
            <a:prstDash val="solid"/>
          </a:ln>
        </p:spPr>
        <p:txBody>
          <a:bodyPr wrap="square" lIns="0" tIns="0" rIns="0" bIns="0" anchor="ctr">
            <a:normAutofit/>
          </a:bodyPr>
          <a:lstStyle>
            <a:defPPr algn="l">
              <a:defRPr sz="1650" b="1">
                <a:solidFill>
                  <a:srgbClr val="32CDBA"/>
                </a:solidFill>
                <a:latin typeface="Arial"/>
                <a:ea typeface="Arial"/>
                <a:cs typeface="Arial"/>
              </a:defRPr>
            </a:defPPr>
            <a:lvl1pPr algn="l">
              <a:defRPr sz="1650" b="1">
                <a:solidFill>
                  <a:srgbClr val="32CDBA"/>
                </a:solidFill>
                <a:latin typeface="Arial"/>
                <a:ea typeface="Arial"/>
                <a:cs typeface="Arial"/>
              </a:defRPr>
            </a:lvl1pPr>
            <a:lvl2pPr algn="l">
              <a:defRPr sz="1650" b="1">
                <a:solidFill>
                  <a:srgbClr val="32CDBA"/>
                </a:solidFill>
                <a:latin typeface="Arial"/>
                <a:ea typeface="Arial"/>
                <a:cs typeface="Arial"/>
              </a:defRPr>
            </a:lvl2pPr>
            <a:lvl3pPr algn="l">
              <a:defRPr sz="1650" b="1">
                <a:solidFill>
                  <a:srgbClr val="32CDBA"/>
                </a:solidFill>
                <a:latin typeface="Arial"/>
                <a:ea typeface="Arial"/>
                <a:cs typeface="Arial"/>
              </a:defRPr>
            </a:lvl3pPr>
            <a:lvl4pPr algn="l">
              <a:defRPr sz="1650" b="1">
                <a:solidFill>
                  <a:srgbClr val="32CDBA"/>
                </a:solidFill>
                <a:latin typeface="Arial"/>
                <a:ea typeface="Arial"/>
                <a:cs typeface="Arial"/>
              </a:defRPr>
            </a:lvl4pPr>
            <a:lvl5pPr algn="l">
              <a:defRPr sz="1650" b="1">
                <a:solidFill>
                  <a:srgbClr val="32CDBA"/>
                </a:solidFill>
                <a:latin typeface="Arial"/>
                <a:ea typeface="Arial"/>
                <a:cs typeface="Arial"/>
              </a:defRPr>
            </a:lvl5pPr>
            <a:lvl6pPr algn="l">
              <a:defRPr sz="1650" b="1">
                <a:solidFill>
                  <a:srgbClr val="32CDBA"/>
                </a:solidFill>
                <a:latin typeface="Arial"/>
                <a:ea typeface="Arial"/>
                <a:cs typeface="Arial"/>
              </a:defRPr>
            </a:lvl6pPr>
            <a:lvl7pPr algn="l">
              <a:defRPr sz="1650" b="1">
                <a:solidFill>
                  <a:srgbClr val="32CDBA"/>
                </a:solidFill>
                <a:latin typeface="Arial"/>
                <a:ea typeface="Arial"/>
                <a:cs typeface="Arial"/>
              </a:defRPr>
            </a:lvl7pPr>
            <a:lvl8pPr algn="l">
              <a:defRPr sz="1650" b="1">
                <a:solidFill>
                  <a:srgbClr val="32CDBA"/>
                </a:solidFill>
                <a:latin typeface="Arial"/>
                <a:ea typeface="Arial"/>
                <a:cs typeface="Arial"/>
              </a:defRPr>
            </a:lvl8pPr>
            <a:lvl9pPr algn="l">
              <a:defRPr sz="1650" b="1">
                <a:solidFill>
                  <a:srgbClr val="32CDBA"/>
                </a:solidFill>
                <a:latin typeface="Arial"/>
                <a:ea typeface="Arial"/>
                <a:cs typeface="Arial"/>
              </a:defRPr>
            </a:lvl9pPr>
          </a:lstStyle>
          <a:p>
            <a:pPr algn="l">
              <a:defRPr sz="1650" b="1">
                <a:solidFill>
                  <a:srgbClr val="32CDBA"/>
                </a:solidFill>
                <a:latin typeface="Arial"/>
                <a:ea typeface="Arial"/>
                <a:cs typeface="Arial"/>
              </a:defRPr>
            </a:pPr>
            <a:r>
              <a:rPr sz="1650" b="1">
                <a:solidFill>
                  <a:srgbClr val="32CDBA"/>
                </a:solidFill>
                <a:latin typeface="Arial"/>
                <a:ea typeface="Arial"/>
                <a:cs typeface="Arial"/>
              </a:rPr>
              <a:t>04</a:t>
            </a:r>
          </a:p>
        </p:txBody>
      </p:sp>
      <p:sp>
        <p:nvSpPr>
          <p:cNvPr id="16" name="Rectangle 15">
            <a:extLst>
              <a:ext uri="{FF2B5EF4-FFF2-40B4-BE49-F238E27FC236}">
                <a16:creationId xmlns:a16="http://schemas.microsoft.com/office/drawing/2014/main" id="{656FCBAE-BF15-4CB8-831E-BA330E3C3AF9}"/>
              </a:ext>
            </a:extLst>
          </p:cNvPr>
          <p:cNvSpPr>
            <a:spLocks noGrp="1"/>
          </p:cNvSpPr>
          <p:nvPr/>
        </p:nvSpPr>
        <p:spPr>
          <a:xfrm>
            <a:off x="1390650" y="4257675"/>
            <a:ext cx="3714750" cy="323850"/>
          </a:xfrm>
          <a:prstGeom prst="rect">
            <a:avLst/>
          </a:prstGeom>
          <a:noFill/>
          <a:ln w="0">
            <a:noFill/>
            <a:prstDash val="solid"/>
          </a:ln>
        </p:spPr>
        <p:txBody>
          <a:bodyPr wrap="square" lIns="0" tIns="0" rIns="0" bIns="0" anchor="ctr">
            <a:normAutofit/>
          </a:bodyPr>
          <a:lstStyle>
            <a:defPPr algn="l">
              <a:defRPr sz="1500" b="1">
                <a:solidFill>
                  <a:srgbClr val="10191A"/>
                </a:solidFill>
                <a:latin typeface="Arial"/>
                <a:ea typeface="Arial"/>
                <a:cs typeface="Arial"/>
              </a:defRPr>
            </a:defPPr>
            <a:lvl1pPr algn="l">
              <a:defRPr sz="1500" b="1">
                <a:solidFill>
                  <a:srgbClr val="10191A"/>
                </a:solidFill>
                <a:latin typeface="Arial"/>
                <a:ea typeface="Arial"/>
                <a:cs typeface="Arial"/>
              </a:defRPr>
            </a:lvl1pPr>
            <a:lvl2pPr algn="l">
              <a:defRPr sz="1500" b="1">
                <a:solidFill>
                  <a:srgbClr val="10191A"/>
                </a:solidFill>
                <a:latin typeface="Arial"/>
                <a:ea typeface="Arial"/>
                <a:cs typeface="Arial"/>
              </a:defRPr>
            </a:lvl2pPr>
            <a:lvl3pPr algn="l">
              <a:defRPr sz="1500" b="1">
                <a:solidFill>
                  <a:srgbClr val="10191A"/>
                </a:solidFill>
                <a:latin typeface="Arial"/>
                <a:ea typeface="Arial"/>
                <a:cs typeface="Arial"/>
              </a:defRPr>
            </a:lvl3pPr>
            <a:lvl4pPr algn="l">
              <a:defRPr sz="1500" b="1">
                <a:solidFill>
                  <a:srgbClr val="10191A"/>
                </a:solidFill>
                <a:latin typeface="Arial"/>
                <a:ea typeface="Arial"/>
                <a:cs typeface="Arial"/>
              </a:defRPr>
            </a:lvl4pPr>
            <a:lvl5pPr algn="l">
              <a:defRPr sz="1500" b="1">
                <a:solidFill>
                  <a:srgbClr val="10191A"/>
                </a:solidFill>
                <a:latin typeface="Arial"/>
                <a:ea typeface="Arial"/>
                <a:cs typeface="Arial"/>
              </a:defRPr>
            </a:lvl5pPr>
            <a:lvl6pPr algn="l">
              <a:defRPr sz="1500" b="1">
                <a:solidFill>
                  <a:srgbClr val="10191A"/>
                </a:solidFill>
                <a:latin typeface="Arial"/>
                <a:ea typeface="Arial"/>
                <a:cs typeface="Arial"/>
              </a:defRPr>
            </a:lvl6pPr>
            <a:lvl7pPr algn="l">
              <a:defRPr sz="1500" b="1">
                <a:solidFill>
                  <a:srgbClr val="10191A"/>
                </a:solidFill>
                <a:latin typeface="Arial"/>
                <a:ea typeface="Arial"/>
                <a:cs typeface="Arial"/>
              </a:defRPr>
            </a:lvl7pPr>
            <a:lvl8pPr algn="l">
              <a:defRPr sz="1500" b="1">
                <a:solidFill>
                  <a:srgbClr val="10191A"/>
                </a:solidFill>
                <a:latin typeface="Arial"/>
                <a:ea typeface="Arial"/>
                <a:cs typeface="Arial"/>
              </a:defRPr>
            </a:lvl8pPr>
            <a:lvl9pPr algn="l">
              <a:defRPr sz="1500" b="1">
                <a:solidFill>
                  <a:srgbClr val="10191A"/>
                </a:solidFill>
                <a:latin typeface="Arial"/>
                <a:ea typeface="Arial"/>
                <a:cs typeface="Arial"/>
              </a:defRPr>
            </a:lvl9pPr>
          </a:lstStyle>
          <a:p>
            <a:pPr algn="l">
              <a:defRPr sz="1500" b="1">
                <a:solidFill>
                  <a:srgbClr val="10191A"/>
                </a:solidFill>
                <a:latin typeface="Arial"/>
                <a:ea typeface="Arial"/>
                <a:cs typeface="Arial"/>
              </a:defRPr>
            </a:pPr>
            <a:r>
              <a:rPr sz="1500" b="1">
                <a:solidFill>
                  <a:srgbClr val="10191A"/>
                </a:solidFill>
                <a:latin typeface="Arial"/>
                <a:ea typeface="Arial"/>
                <a:cs typeface="Arial"/>
              </a:rPr>
              <a:t>Trigger a rule condition</a:t>
            </a:r>
          </a:p>
        </p:txBody>
      </p:sp>
      <p:sp>
        <p:nvSpPr>
          <p:cNvPr id="17" name="Rectangle 16">
            <a:extLst>
              <a:ext uri="{FF2B5EF4-FFF2-40B4-BE49-F238E27FC236}">
                <a16:creationId xmlns:a16="http://schemas.microsoft.com/office/drawing/2014/main" id="{0C522CF6-45C7-41F2-AEE6-277CB128F019}"/>
              </a:ext>
            </a:extLst>
          </p:cNvPr>
          <p:cNvSpPr>
            <a:spLocks noGrp="1"/>
          </p:cNvSpPr>
          <p:nvPr/>
        </p:nvSpPr>
        <p:spPr>
          <a:xfrm>
            <a:off x="5238750" y="4257675"/>
            <a:ext cx="5905500" cy="495300"/>
          </a:xfrm>
          <a:prstGeom prst="rect">
            <a:avLst/>
          </a:prstGeom>
          <a:noFill/>
          <a:ln w="0">
            <a:noFill/>
            <a:prstDash val="solid"/>
          </a:ln>
        </p:spPr>
        <p:txBody>
          <a:bodyPr wrap="square" lIns="0" tIns="0" rIns="0" bIns="0" anchor="ctr">
            <a:normAutofit/>
          </a:bodyPr>
          <a:lstStyle>
            <a:defPPr algn="l">
              <a:defRPr sz="1350" b="0">
                <a:solidFill>
                  <a:srgbClr val="243537"/>
                </a:solidFill>
                <a:latin typeface="Arial"/>
                <a:ea typeface="Arial"/>
                <a:cs typeface="Arial"/>
              </a:defRPr>
            </a:defPPr>
            <a:lvl1pPr algn="l">
              <a:defRPr sz="1350" b="0">
                <a:solidFill>
                  <a:srgbClr val="243537"/>
                </a:solidFill>
                <a:latin typeface="Arial"/>
                <a:ea typeface="Arial"/>
                <a:cs typeface="Arial"/>
              </a:defRPr>
            </a:lvl1pPr>
            <a:lvl2pPr algn="l">
              <a:defRPr sz="1350" b="0">
                <a:solidFill>
                  <a:srgbClr val="243537"/>
                </a:solidFill>
                <a:latin typeface="Arial"/>
                <a:ea typeface="Arial"/>
                <a:cs typeface="Arial"/>
              </a:defRPr>
            </a:lvl2pPr>
            <a:lvl3pPr algn="l">
              <a:defRPr sz="1350" b="0">
                <a:solidFill>
                  <a:srgbClr val="243537"/>
                </a:solidFill>
                <a:latin typeface="Arial"/>
                <a:ea typeface="Arial"/>
                <a:cs typeface="Arial"/>
              </a:defRPr>
            </a:lvl3pPr>
            <a:lvl4pPr algn="l">
              <a:defRPr sz="1350" b="0">
                <a:solidFill>
                  <a:srgbClr val="243537"/>
                </a:solidFill>
                <a:latin typeface="Arial"/>
                <a:ea typeface="Arial"/>
                <a:cs typeface="Arial"/>
              </a:defRPr>
            </a:lvl4pPr>
            <a:lvl5pPr algn="l">
              <a:defRPr sz="1350" b="0">
                <a:solidFill>
                  <a:srgbClr val="243537"/>
                </a:solidFill>
                <a:latin typeface="Arial"/>
                <a:ea typeface="Arial"/>
                <a:cs typeface="Arial"/>
              </a:defRPr>
            </a:lvl5pPr>
            <a:lvl6pPr algn="l">
              <a:defRPr sz="1350" b="0">
                <a:solidFill>
                  <a:srgbClr val="243537"/>
                </a:solidFill>
                <a:latin typeface="Arial"/>
                <a:ea typeface="Arial"/>
                <a:cs typeface="Arial"/>
              </a:defRPr>
            </a:lvl6pPr>
            <a:lvl7pPr algn="l">
              <a:defRPr sz="1350" b="0">
                <a:solidFill>
                  <a:srgbClr val="243537"/>
                </a:solidFill>
                <a:latin typeface="Arial"/>
                <a:ea typeface="Arial"/>
                <a:cs typeface="Arial"/>
              </a:defRPr>
            </a:lvl7pPr>
            <a:lvl8pPr algn="l">
              <a:defRPr sz="1350" b="0">
                <a:solidFill>
                  <a:srgbClr val="243537"/>
                </a:solidFill>
                <a:latin typeface="Arial"/>
                <a:ea typeface="Arial"/>
                <a:cs typeface="Arial"/>
              </a:defRPr>
            </a:lvl8pPr>
            <a:lvl9pPr algn="l">
              <a:defRPr sz="1350" b="0">
                <a:solidFill>
                  <a:srgbClr val="243537"/>
                </a:solidFill>
                <a:latin typeface="Arial"/>
                <a:ea typeface="Arial"/>
                <a:cs typeface="Arial"/>
              </a:defRPr>
            </a:lvl9pPr>
          </a:lstStyle>
          <a:p>
            <a:pPr algn="l">
              <a:defRPr sz="1350" b="0">
                <a:solidFill>
                  <a:srgbClr val="243537"/>
                </a:solidFill>
                <a:latin typeface="Arial"/>
                <a:ea typeface="Arial"/>
                <a:cs typeface="Arial"/>
              </a:defRPr>
            </a:pPr>
            <a:r>
              <a:rPr sz="1350" b="0">
                <a:solidFill>
                  <a:srgbClr val="243537"/>
                </a:solidFill>
                <a:latin typeface="Arial"/>
                <a:ea typeface="Arial"/>
                <a:cs typeface="Arial"/>
              </a:rPr>
              <a:t>Demonstrate dwell timing or the closing-time setting with a sample clip.</a:t>
            </a:r>
          </a:p>
        </p:txBody>
      </p:sp>
      <p:sp>
        <p:nvSpPr>
          <p:cNvPr id="18" name="Rectangle 17">
            <a:extLst>
              <a:ext uri="{FF2B5EF4-FFF2-40B4-BE49-F238E27FC236}">
                <a16:creationId xmlns:a16="http://schemas.microsoft.com/office/drawing/2014/main" id="{1F84105F-9784-47AA-AC99-054DE0579311}"/>
              </a:ext>
            </a:extLst>
          </p:cNvPr>
          <p:cNvSpPr>
            <a:spLocks noGrp="1"/>
          </p:cNvSpPr>
          <p:nvPr/>
        </p:nvSpPr>
        <p:spPr>
          <a:xfrm>
            <a:off x="666750" y="5133975"/>
            <a:ext cx="590550" cy="361950"/>
          </a:xfrm>
          <a:prstGeom prst="rect">
            <a:avLst/>
          </a:prstGeom>
          <a:noFill/>
          <a:ln w="0">
            <a:noFill/>
            <a:prstDash val="solid"/>
          </a:ln>
        </p:spPr>
        <p:txBody>
          <a:bodyPr wrap="square" lIns="0" tIns="0" rIns="0" bIns="0" anchor="ctr">
            <a:normAutofit/>
          </a:bodyPr>
          <a:lstStyle>
            <a:defPPr algn="l">
              <a:defRPr sz="1650" b="1">
                <a:solidFill>
                  <a:srgbClr val="32CDBA"/>
                </a:solidFill>
                <a:latin typeface="Arial"/>
                <a:ea typeface="Arial"/>
                <a:cs typeface="Arial"/>
              </a:defRPr>
            </a:defPPr>
            <a:lvl1pPr algn="l">
              <a:defRPr sz="1650" b="1">
                <a:solidFill>
                  <a:srgbClr val="32CDBA"/>
                </a:solidFill>
                <a:latin typeface="Arial"/>
                <a:ea typeface="Arial"/>
                <a:cs typeface="Arial"/>
              </a:defRPr>
            </a:lvl1pPr>
            <a:lvl2pPr algn="l">
              <a:defRPr sz="1650" b="1">
                <a:solidFill>
                  <a:srgbClr val="32CDBA"/>
                </a:solidFill>
                <a:latin typeface="Arial"/>
                <a:ea typeface="Arial"/>
                <a:cs typeface="Arial"/>
              </a:defRPr>
            </a:lvl2pPr>
            <a:lvl3pPr algn="l">
              <a:defRPr sz="1650" b="1">
                <a:solidFill>
                  <a:srgbClr val="32CDBA"/>
                </a:solidFill>
                <a:latin typeface="Arial"/>
                <a:ea typeface="Arial"/>
                <a:cs typeface="Arial"/>
              </a:defRPr>
            </a:lvl3pPr>
            <a:lvl4pPr algn="l">
              <a:defRPr sz="1650" b="1">
                <a:solidFill>
                  <a:srgbClr val="32CDBA"/>
                </a:solidFill>
                <a:latin typeface="Arial"/>
                <a:ea typeface="Arial"/>
                <a:cs typeface="Arial"/>
              </a:defRPr>
            </a:lvl4pPr>
            <a:lvl5pPr algn="l">
              <a:defRPr sz="1650" b="1">
                <a:solidFill>
                  <a:srgbClr val="32CDBA"/>
                </a:solidFill>
                <a:latin typeface="Arial"/>
                <a:ea typeface="Arial"/>
                <a:cs typeface="Arial"/>
              </a:defRPr>
            </a:lvl5pPr>
            <a:lvl6pPr algn="l">
              <a:defRPr sz="1650" b="1">
                <a:solidFill>
                  <a:srgbClr val="32CDBA"/>
                </a:solidFill>
                <a:latin typeface="Arial"/>
                <a:ea typeface="Arial"/>
                <a:cs typeface="Arial"/>
              </a:defRPr>
            </a:lvl6pPr>
            <a:lvl7pPr algn="l">
              <a:defRPr sz="1650" b="1">
                <a:solidFill>
                  <a:srgbClr val="32CDBA"/>
                </a:solidFill>
                <a:latin typeface="Arial"/>
                <a:ea typeface="Arial"/>
                <a:cs typeface="Arial"/>
              </a:defRPr>
            </a:lvl7pPr>
            <a:lvl8pPr algn="l">
              <a:defRPr sz="1650" b="1">
                <a:solidFill>
                  <a:srgbClr val="32CDBA"/>
                </a:solidFill>
                <a:latin typeface="Arial"/>
                <a:ea typeface="Arial"/>
                <a:cs typeface="Arial"/>
              </a:defRPr>
            </a:lvl8pPr>
            <a:lvl9pPr algn="l">
              <a:defRPr sz="1650" b="1">
                <a:solidFill>
                  <a:srgbClr val="32CDBA"/>
                </a:solidFill>
                <a:latin typeface="Arial"/>
                <a:ea typeface="Arial"/>
                <a:cs typeface="Arial"/>
              </a:defRPr>
            </a:lvl9pPr>
          </a:lstStyle>
          <a:p>
            <a:pPr algn="l">
              <a:defRPr sz="1650" b="1">
                <a:solidFill>
                  <a:srgbClr val="32CDBA"/>
                </a:solidFill>
                <a:latin typeface="Arial"/>
                <a:ea typeface="Arial"/>
                <a:cs typeface="Arial"/>
              </a:defRPr>
            </a:pPr>
            <a:r>
              <a:rPr sz="1650" b="1">
                <a:solidFill>
                  <a:srgbClr val="32CDBA"/>
                </a:solidFill>
                <a:latin typeface="Arial"/>
                <a:ea typeface="Arial"/>
                <a:cs typeface="Arial"/>
              </a:rPr>
              <a:t>05</a:t>
            </a:r>
          </a:p>
        </p:txBody>
      </p:sp>
      <p:sp>
        <p:nvSpPr>
          <p:cNvPr id="19" name="Rectangle 18">
            <a:extLst>
              <a:ext uri="{FF2B5EF4-FFF2-40B4-BE49-F238E27FC236}">
                <a16:creationId xmlns:a16="http://schemas.microsoft.com/office/drawing/2014/main" id="{DC7D7557-0902-4675-950E-6CD631632412}"/>
              </a:ext>
            </a:extLst>
          </p:cNvPr>
          <p:cNvSpPr>
            <a:spLocks noGrp="1"/>
          </p:cNvSpPr>
          <p:nvPr/>
        </p:nvSpPr>
        <p:spPr>
          <a:xfrm>
            <a:off x="1390650" y="5133975"/>
            <a:ext cx="3714750" cy="323850"/>
          </a:xfrm>
          <a:prstGeom prst="rect">
            <a:avLst/>
          </a:prstGeom>
          <a:noFill/>
          <a:ln w="0">
            <a:noFill/>
            <a:prstDash val="solid"/>
          </a:ln>
        </p:spPr>
        <p:txBody>
          <a:bodyPr wrap="square" lIns="0" tIns="0" rIns="0" bIns="0" anchor="ctr">
            <a:normAutofit/>
          </a:bodyPr>
          <a:lstStyle>
            <a:defPPr algn="l">
              <a:defRPr sz="1500" b="1">
                <a:solidFill>
                  <a:srgbClr val="10191A"/>
                </a:solidFill>
                <a:latin typeface="Arial"/>
                <a:ea typeface="Arial"/>
                <a:cs typeface="Arial"/>
              </a:defRPr>
            </a:defPPr>
            <a:lvl1pPr algn="l">
              <a:defRPr sz="1500" b="1">
                <a:solidFill>
                  <a:srgbClr val="10191A"/>
                </a:solidFill>
                <a:latin typeface="Arial"/>
                <a:ea typeface="Arial"/>
                <a:cs typeface="Arial"/>
              </a:defRPr>
            </a:lvl1pPr>
            <a:lvl2pPr algn="l">
              <a:defRPr sz="1500" b="1">
                <a:solidFill>
                  <a:srgbClr val="10191A"/>
                </a:solidFill>
                <a:latin typeface="Arial"/>
                <a:ea typeface="Arial"/>
                <a:cs typeface="Arial"/>
              </a:defRPr>
            </a:lvl2pPr>
            <a:lvl3pPr algn="l">
              <a:defRPr sz="1500" b="1">
                <a:solidFill>
                  <a:srgbClr val="10191A"/>
                </a:solidFill>
                <a:latin typeface="Arial"/>
                <a:ea typeface="Arial"/>
                <a:cs typeface="Arial"/>
              </a:defRPr>
            </a:lvl3pPr>
            <a:lvl4pPr algn="l">
              <a:defRPr sz="1500" b="1">
                <a:solidFill>
                  <a:srgbClr val="10191A"/>
                </a:solidFill>
                <a:latin typeface="Arial"/>
                <a:ea typeface="Arial"/>
                <a:cs typeface="Arial"/>
              </a:defRPr>
            </a:lvl4pPr>
            <a:lvl5pPr algn="l">
              <a:defRPr sz="1500" b="1">
                <a:solidFill>
                  <a:srgbClr val="10191A"/>
                </a:solidFill>
                <a:latin typeface="Arial"/>
                <a:ea typeface="Arial"/>
                <a:cs typeface="Arial"/>
              </a:defRPr>
            </a:lvl5pPr>
            <a:lvl6pPr algn="l">
              <a:defRPr sz="1500" b="1">
                <a:solidFill>
                  <a:srgbClr val="10191A"/>
                </a:solidFill>
                <a:latin typeface="Arial"/>
                <a:ea typeface="Arial"/>
                <a:cs typeface="Arial"/>
              </a:defRPr>
            </a:lvl6pPr>
            <a:lvl7pPr algn="l">
              <a:defRPr sz="1500" b="1">
                <a:solidFill>
                  <a:srgbClr val="10191A"/>
                </a:solidFill>
                <a:latin typeface="Arial"/>
                <a:ea typeface="Arial"/>
                <a:cs typeface="Arial"/>
              </a:defRPr>
            </a:lvl7pPr>
            <a:lvl8pPr algn="l">
              <a:defRPr sz="1500" b="1">
                <a:solidFill>
                  <a:srgbClr val="10191A"/>
                </a:solidFill>
                <a:latin typeface="Arial"/>
                <a:ea typeface="Arial"/>
                <a:cs typeface="Arial"/>
              </a:defRPr>
            </a:lvl8pPr>
            <a:lvl9pPr algn="l">
              <a:defRPr sz="1500" b="1">
                <a:solidFill>
                  <a:srgbClr val="10191A"/>
                </a:solidFill>
                <a:latin typeface="Arial"/>
                <a:ea typeface="Arial"/>
                <a:cs typeface="Arial"/>
              </a:defRPr>
            </a:lvl9pPr>
          </a:lstStyle>
          <a:p>
            <a:pPr algn="l">
              <a:defRPr sz="1500" b="1">
                <a:solidFill>
                  <a:srgbClr val="10191A"/>
                </a:solidFill>
                <a:latin typeface="Arial"/>
                <a:ea typeface="Arial"/>
                <a:cs typeface="Arial"/>
              </a:defRPr>
            </a:pPr>
            <a:r>
              <a:rPr sz="1500" b="1">
                <a:solidFill>
                  <a:srgbClr val="10191A"/>
                </a:solidFill>
                <a:latin typeface="Arial"/>
                <a:ea typeface="Arial"/>
                <a:cs typeface="Arial"/>
              </a:rPr>
              <a:t>Review the dashboard and evidence</a:t>
            </a:r>
          </a:p>
        </p:txBody>
      </p:sp>
      <p:sp>
        <p:nvSpPr>
          <p:cNvPr id="20" name="Rectangle 19">
            <a:extLst>
              <a:ext uri="{FF2B5EF4-FFF2-40B4-BE49-F238E27FC236}">
                <a16:creationId xmlns:a16="http://schemas.microsoft.com/office/drawing/2014/main" id="{FCF011BC-6ABB-4853-80A1-EBB87D49FBF0}"/>
              </a:ext>
            </a:extLst>
          </p:cNvPr>
          <p:cNvSpPr>
            <a:spLocks noGrp="1"/>
          </p:cNvSpPr>
          <p:nvPr/>
        </p:nvSpPr>
        <p:spPr>
          <a:xfrm>
            <a:off x="5238750" y="5133975"/>
            <a:ext cx="5905500" cy="495300"/>
          </a:xfrm>
          <a:prstGeom prst="rect">
            <a:avLst/>
          </a:prstGeom>
          <a:noFill/>
          <a:ln w="0">
            <a:noFill/>
            <a:prstDash val="solid"/>
          </a:ln>
        </p:spPr>
        <p:txBody>
          <a:bodyPr wrap="square" lIns="0" tIns="0" rIns="0" bIns="0" anchor="ctr">
            <a:normAutofit/>
          </a:bodyPr>
          <a:lstStyle>
            <a:defPPr algn="l">
              <a:defRPr sz="1350" b="0">
                <a:solidFill>
                  <a:srgbClr val="243537"/>
                </a:solidFill>
                <a:latin typeface="Arial"/>
                <a:ea typeface="Arial"/>
                <a:cs typeface="Arial"/>
              </a:defRPr>
            </a:defPPr>
            <a:lvl1pPr algn="l">
              <a:defRPr sz="1350" b="0">
                <a:solidFill>
                  <a:srgbClr val="243537"/>
                </a:solidFill>
                <a:latin typeface="Arial"/>
                <a:ea typeface="Arial"/>
                <a:cs typeface="Arial"/>
              </a:defRPr>
            </a:lvl1pPr>
            <a:lvl2pPr algn="l">
              <a:defRPr sz="1350" b="0">
                <a:solidFill>
                  <a:srgbClr val="243537"/>
                </a:solidFill>
                <a:latin typeface="Arial"/>
                <a:ea typeface="Arial"/>
                <a:cs typeface="Arial"/>
              </a:defRPr>
            </a:lvl2pPr>
            <a:lvl3pPr algn="l">
              <a:defRPr sz="1350" b="0">
                <a:solidFill>
                  <a:srgbClr val="243537"/>
                </a:solidFill>
                <a:latin typeface="Arial"/>
                <a:ea typeface="Arial"/>
                <a:cs typeface="Arial"/>
              </a:defRPr>
            </a:lvl3pPr>
            <a:lvl4pPr algn="l">
              <a:defRPr sz="1350" b="0">
                <a:solidFill>
                  <a:srgbClr val="243537"/>
                </a:solidFill>
                <a:latin typeface="Arial"/>
                <a:ea typeface="Arial"/>
                <a:cs typeface="Arial"/>
              </a:defRPr>
            </a:lvl4pPr>
            <a:lvl5pPr algn="l">
              <a:defRPr sz="1350" b="0">
                <a:solidFill>
                  <a:srgbClr val="243537"/>
                </a:solidFill>
                <a:latin typeface="Arial"/>
                <a:ea typeface="Arial"/>
                <a:cs typeface="Arial"/>
              </a:defRPr>
            </a:lvl5pPr>
            <a:lvl6pPr algn="l">
              <a:defRPr sz="1350" b="0">
                <a:solidFill>
                  <a:srgbClr val="243537"/>
                </a:solidFill>
                <a:latin typeface="Arial"/>
                <a:ea typeface="Arial"/>
                <a:cs typeface="Arial"/>
              </a:defRPr>
            </a:lvl6pPr>
            <a:lvl7pPr algn="l">
              <a:defRPr sz="1350" b="0">
                <a:solidFill>
                  <a:srgbClr val="243537"/>
                </a:solidFill>
                <a:latin typeface="Arial"/>
                <a:ea typeface="Arial"/>
                <a:cs typeface="Arial"/>
              </a:defRPr>
            </a:lvl7pPr>
            <a:lvl8pPr algn="l">
              <a:defRPr sz="1350" b="0">
                <a:solidFill>
                  <a:srgbClr val="243537"/>
                </a:solidFill>
                <a:latin typeface="Arial"/>
                <a:ea typeface="Arial"/>
                <a:cs typeface="Arial"/>
              </a:defRPr>
            </a:lvl8pPr>
            <a:lvl9pPr algn="l">
              <a:defRPr sz="1350" b="0">
                <a:solidFill>
                  <a:srgbClr val="243537"/>
                </a:solidFill>
                <a:latin typeface="Arial"/>
                <a:ea typeface="Arial"/>
                <a:cs typeface="Arial"/>
              </a:defRPr>
            </a:lvl9pPr>
          </a:lstStyle>
          <a:p>
            <a:pPr algn="l">
              <a:defRPr sz="1350" b="0">
                <a:solidFill>
                  <a:srgbClr val="243537"/>
                </a:solidFill>
                <a:latin typeface="Arial"/>
                <a:ea typeface="Arial"/>
                <a:cs typeface="Arial"/>
              </a:defRPr>
            </a:pPr>
            <a:r>
              <a:rPr sz="1350" b="0">
                <a:solidFill>
                  <a:srgbClr val="243537"/>
                </a:solidFill>
                <a:latin typeface="Arial"/>
                <a:ea typeface="Arial"/>
                <a:cs typeface="Arial"/>
              </a:rPr>
              <a:t>Show counts, alert entry, timestamp, track ID and saved image.</a:t>
            </a:r>
          </a:p>
        </p:txBody>
      </p:sp>
      <p:sp>
        <p:nvSpPr>
          <p:cNvPr id="21" name="Rectangle 20">
            <a:extLst>
              <a:ext uri="{FF2B5EF4-FFF2-40B4-BE49-F238E27FC236}">
                <a16:creationId xmlns:a16="http://schemas.microsoft.com/office/drawing/2014/main" id="{19ABCDA5-505D-4C97-87F9-F61987BE7459}"/>
              </a:ext>
            </a:extLst>
          </p:cNvPr>
          <p:cNvSpPr>
            <a:spLocks noGrp="1"/>
          </p:cNvSpPr>
          <p:nvPr/>
        </p:nvSpPr>
        <p:spPr>
          <a:xfrm>
            <a:off x="666750" y="6143625"/>
            <a:ext cx="10668000" cy="228600"/>
          </a:xfrm>
          <a:prstGeom prst="rect">
            <a:avLst/>
          </a:prstGeom>
          <a:noFill/>
          <a:ln w="0">
            <a:noFill/>
            <a:prstDash val="solid"/>
          </a:ln>
        </p:spPr>
        <p:txBody>
          <a:bodyPr wrap="square" lIns="0" tIns="0" rIns="0" bIns="0" anchor="ctr">
            <a:normAutofit/>
          </a:bodyPr>
          <a:lstStyle>
            <a:defPPr algn="l">
              <a:defRPr sz="1125" b="1">
                <a:solidFill>
                  <a:srgbClr val="243537"/>
                </a:solidFill>
                <a:latin typeface="Arial"/>
                <a:ea typeface="Arial"/>
                <a:cs typeface="Arial"/>
              </a:defRPr>
            </a:defPPr>
            <a:lvl1pPr algn="l">
              <a:defRPr sz="1125" b="1">
                <a:solidFill>
                  <a:srgbClr val="243537"/>
                </a:solidFill>
                <a:latin typeface="Arial"/>
                <a:ea typeface="Arial"/>
                <a:cs typeface="Arial"/>
              </a:defRPr>
            </a:lvl1pPr>
            <a:lvl2pPr algn="l">
              <a:defRPr sz="1125" b="1">
                <a:solidFill>
                  <a:srgbClr val="243537"/>
                </a:solidFill>
                <a:latin typeface="Arial"/>
                <a:ea typeface="Arial"/>
                <a:cs typeface="Arial"/>
              </a:defRPr>
            </a:lvl2pPr>
            <a:lvl3pPr algn="l">
              <a:defRPr sz="1125" b="1">
                <a:solidFill>
                  <a:srgbClr val="243537"/>
                </a:solidFill>
                <a:latin typeface="Arial"/>
                <a:ea typeface="Arial"/>
                <a:cs typeface="Arial"/>
              </a:defRPr>
            </a:lvl3pPr>
            <a:lvl4pPr algn="l">
              <a:defRPr sz="1125" b="1">
                <a:solidFill>
                  <a:srgbClr val="243537"/>
                </a:solidFill>
                <a:latin typeface="Arial"/>
                <a:ea typeface="Arial"/>
                <a:cs typeface="Arial"/>
              </a:defRPr>
            </a:lvl4pPr>
            <a:lvl5pPr algn="l">
              <a:defRPr sz="1125" b="1">
                <a:solidFill>
                  <a:srgbClr val="243537"/>
                </a:solidFill>
                <a:latin typeface="Arial"/>
                <a:ea typeface="Arial"/>
                <a:cs typeface="Arial"/>
              </a:defRPr>
            </a:lvl5pPr>
            <a:lvl6pPr algn="l">
              <a:defRPr sz="1125" b="1">
                <a:solidFill>
                  <a:srgbClr val="243537"/>
                </a:solidFill>
                <a:latin typeface="Arial"/>
                <a:ea typeface="Arial"/>
                <a:cs typeface="Arial"/>
              </a:defRPr>
            </a:lvl6pPr>
            <a:lvl7pPr algn="l">
              <a:defRPr sz="1125" b="1">
                <a:solidFill>
                  <a:srgbClr val="243537"/>
                </a:solidFill>
                <a:latin typeface="Arial"/>
                <a:ea typeface="Arial"/>
                <a:cs typeface="Arial"/>
              </a:defRPr>
            </a:lvl7pPr>
            <a:lvl8pPr algn="l">
              <a:defRPr sz="1125" b="1">
                <a:solidFill>
                  <a:srgbClr val="243537"/>
                </a:solidFill>
                <a:latin typeface="Arial"/>
                <a:ea typeface="Arial"/>
                <a:cs typeface="Arial"/>
              </a:defRPr>
            </a:lvl8pPr>
            <a:lvl9pPr algn="l">
              <a:defRPr sz="1125" b="1">
                <a:solidFill>
                  <a:srgbClr val="243537"/>
                </a:solidFill>
                <a:latin typeface="Arial"/>
                <a:ea typeface="Arial"/>
                <a:cs typeface="Arial"/>
              </a:defRPr>
            </a:lvl9pPr>
          </a:lstStyle>
          <a:p>
            <a:pPr algn="l">
              <a:defRPr sz="1125" b="1">
                <a:solidFill>
                  <a:srgbClr val="243537"/>
                </a:solidFill>
                <a:latin typeface="Arial"/>
                <a:ea typeface="Arial"/>
                <a:cs typeface="Arial"/>
              </a:defRPr>
            </a:pPr>
            <a:r>
              <a:rPr sz="1125" b="1">
                <a:solidFill>
                  <a:srgbClr val="243537"/>
                </a:solidFill>
                <a:latin typeface="Arial"/>
                <a:ea typeface="Arial"/>
                <a:cs typeface="Arial"/>
              </a:rPr>
              <a:t>If a rule does not trigger live, explain the configured threshold and show a previously recorded event as evidence.</a:t>
            </a:r>
          </a:p>
        </p:txBody>
      </p:sp>
    </p:spTree>
    <p:extLst>
      <p:ext uri="{BB962C8B-B14F-4D97-AF65-F5344CB8AC3E}">
        <p14:creationId xmlns:p14="http://schemas.microsoft.com/office/powerpoint/2010/main" val="6974984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3F1E8"/>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B51BE3C-3CB9-4130-B120-ECD9AF9A6556}"/>
              </a:ext>
            </a:extLst>
          </p:cNvPr>
          <p:cNvSpPr>
            <a:spLocks noGrp="1"/>
          </p:cNvSpPr>
          <p:nvPr/>
        </p:nvSpPr>
        <p:spPr>
          <a:xfrm>
            <a:off x="0" y="0"/>
            <a:ext cx="133350" cy="6858000"/>
          </a:xfrm>
          <a:prstGeom prst="rect">
            <a:avLst/>
          </a:prstGeom>
          <a:solidFill>
            <a:srgbClr val="C6F36B"/>
          </a:solidFill>
          <a:ln w="0">
            <a:noFill/>
            <a:prstDash val="solid"/>
          </a:ln>
        </p:spPr>
        <p:txBody>
          <a:bodyPr/>
          <a:lstStyle/>
          <a:p>
            <a:endParaRPr lang="en-IN"/>
          </a:p>
        </p:txBody>
      </p:sp>
      <p:sp>
        <p:nvSpPr>
          <p:cNvPr id="2" name="Rectangle 1">
            <a:extLst>
              <a:ext uri="{FF2B5EF4-FFF2-40B4-BE49-F238E27FC236}">
                <a16:creationId xmlns:a16="http://schemas.microsoft.com/office/drawing/2014/main" id="{EC7FC625-5856-4C02-B9C2-8E661E842922}"/>
              </a:ext>
            </a:extLst>
          </p:cNvPr>
          <p:cNvSpPr>
            <a:spLocks noGrp="1"/>
          </p:cNvSpPr>
          <p:nvPr/>
        </p:nvSpPr>
        <p:spPr>
          <a:xfrm>
            <a:off x="590550" y="285750"/>
            <a:ext cx="8572500" cy="219075"/>
          </a:xfrm>
          <a:prstGeom prst="rect">
            <a:avLst/>
          </a:prstGeom>
          <a:noFill/>
          <a:ln w="0">
            <a:noFill/>
            <a:prstDash val="solid"/>
          </a:ln>
        </p:spPr>
        <p:txBody>
          <a:bodyPr wrap="square" lIns="0" tIns="0" rIns="0" bIns="0" anchor="ctr">
            <a:normAutofit/>
          </a:bodyPr>
          <a:lstStyle>
            <a:defPPr algn="l">
              <a:defRPr sz="1050" b="1">
                <a:solidFill>
                  <a:srgbClr val="243537"/>
                </a:solidFill>
                <a:latin typeface="Arial"/>
                <a:ea typeface="Arial"/>
                <a:cs typeface="Arial"/>
              </a:defRPr>
            </a:defPPr>
            <a:lvl1pPr algn="l">
              <a:defRPr sz="1050" b="1">
                <a:solidFill>
                  <a:srgbClr val="243537"/>
                </a:solidFill>
                <a:latin typeface="Arial"/>
                <a:ea typeface="Arial"/>
                <a:cs typeface="Arial"/>
              </a:defRPr>
            </a:lvl1pPr>
            <a:lvl2pPr algn="l">
              <a:defRPr sz="1050" b="1">
                <a:solidFill>
                  <a:srgbClr val="243537"/>
                </a:solidFill>
                <a:latin typeface="Arial"/>
                <a:ea typeface="Arial"/>
                <a:cs typeface="Arial"/>
              </a:defRPr>
            </a:lvl2pPr>
            <a:lvl3pPr algn="l">
              <a:defRPr sz="1050" b="1">
                <a:solidFill>
                  <a:srgbClr val="243537"/>
                </a:solidFill>
                <a:latin typeface="Arial"/>
                <a:ea typeface="Arial"/>
                <a:cs typeface="Arial"/>
              </a:defRPr>
            </a:lvl3pPr>
            <a:lvl4pPr algn="l">
              <a:defRPr sz="1050" b="1">
                <a:solidFill>
                  <a:srgbClr val="243537"/>
                </a:solidFill>
                <a:latin typeface="Arial"/>
                <a:ea typeface="Arial"/>
                <a:cs typeface="Arial"/>
              </a:defRPr>
            </a:lvl4pPr>
            <a:lvl5pPr algn="l">
              <a:defRPr sz="1050" b="1">
                <a:solidFill>
                  <a:srgbClr val="243537"/>
                </a:solidFill>
                <a:latin typeface="Arial"/>
                <a:ea typeface="Arial"/>
                <a:cs typeface="Arial"/>
              </a:defRPr>
            </a:lvl5pPr>
            <a:lvl6pPr algn="l">
              <a:defRPr sz="1050" b="1">
                <a:solidFill>
                  <a:srgbClr val="243537"/>
                </a:solidFill>
                <a:latin typeface="Arial"/>
                <a:ea typeface="Arial"/>
                <a:cs typeface="Arial"/>
              </a:defRPr>
            </a:lvl6pPr>
            <a:lvl7pPr algn="l">
              <a:defRPr sz="1050" b="1">
                <a:solidFill>
                  <a:srgbClr val="243537"/>
                </a:solidFill>
                <a:latin typeface="Arial"/>
                <a:ea typeface="Arial"/>
                <a:cs typeface="Arial"/>
              </a:defRPr>
            </a:lvl7pPr>
            <a:lvl8pPr algn="l">
              <a:defRPr sz="1050" b="1">
                <a:solidFill>
                  <a:srgbClr val="243537"/>
                </a:solidFill>
                <a:latin typeface="Arial"/>
                <a:ea typeface="Arial"/>
                <a:cs typeface="Arial"/>
              </a:defRPr>
            </a:lvl8pPr>
            <a:lvl9pPr algn="l">
              <a:defRPr sz="1050" b="1">
                <a:solidFill>
                  <a:srgbClr val="243537"/>
                </a:solidFill>
                <a:latin typeface="Arial"/>
                <a:ea typeface="Arial"/>
                <a:cs typeface="Arial"/>
              </a:defRPr>
            </a:lvl9pPr>
          </a:lstStyle>
          <a:p>
            <a:pPr algn="l">
              <a:defRPr sz="1050" b="1">
                <a:solidFill>
                  <a:srgbClr val="243537"/>
                </a:solidFill>
                <a:latin typeface="Arial"/>
                <a:ea typeface="Arial"/>
                <a:cs typeface="Arial"/>
              </a:defRPr>
            </a:pPr>
            <a:r>
              <a:rPr sz="1050" b="1">
                <a:solidFill>
                  <a:srgbClr val="243537"/>
                </a:solidFill>
                <a:latin typeface="Arial"/>
                <a:ea typeface="Arial"/>
                <a:cs typeface="Arial"/>
              </a:rPr>
              <a:t>15  /  SELECTED LITERATURE</a:t>
            </a:r>
          </a:p>
        </p:txBody>
      </p:sp>
      <p:sp>
        <p:nvSpPr>
          <p:cNvPr id="3" name="Rectangle 2">
            <a:extLst>
              <a:ext uri="{FF2B5EF4-FFF2-40B4-BE49-F238E27FC236}">
                <a16:creationId xmlns:a16="http://schemas.microsoft.com/office/drawing/2014/main" id="{F683D8CB-3EA4-4B2F-843D-5B0AC31494A5}"/>
              </a:ext>
            </a:extLst>
          </p:cNvPr>
          <p:cNvSpPr>
            <a:spLocks noGrp="1"/>
          </p:cNvSpPr>
          <p:nvPr/>
        </p:nvSpPr>
        <p:spPr>
          <a:xfrm>
            <a:off x="590550" y="647700"/>
            <a:ext cx="10858500" cy="514350"/>
          </a:xfrm>
          <a:prstGeom prst="rect">
            <a:avLst/>
          </a:prstGeom>
          <a:noFill/>
          <a:ln w="0">
            <a:noFill/>
            <a:prstDash val="solid"/>
          </a:ln>
        </p:spPr>
        <p:txBody>
          <a:bodyPr wrap="square" lIns="0" tIns="0" rIns="0" bIns="0" anchor="ctr">
            <a:normAutofit/>
          </a:bodyPr>
          <a:lstStyle>
            <a:defPPr algn="l">
              <a:defRPr sz="2700" b="1">
                <a:solidFill>
                  <a:srgbClr val="10191A"/>
                </a:solidFill>
                <a:latin typeface="Arial"/>
                <a:ea typeface="Arial"/>
                <a:cs typeface="Arial"/>
              </a:defRPr>
            </a:defPPr>
            <a:lvl1pPr algn="l">
              <a:defRPr sz="2700" b="1">
                <a:solidFill>
                  <a:srgbClr val="10191A"/>
                </a:solidFill>
                <a:latin typeface="Arial"/>
                <a:ea typeface="Arial"/>
                <a:cs typeface="Arial"/>
              </a:defRPr>
            </a:lvl1pPr>
            <a:lvl2pPr algn="l">
              <a:defRPr sz="2700" b="1">
                <a:solidFill>
                  <a:srgbClr val="10191A"/>
                </a:solidFill>
                <a:latin typeface="Arial"/>
                <a:ea typeface="Arial"/>
                <a:cs typeface="Arial"/>
              </a:defRPr>
            </a:lvl2pPr>
            <a:lvl3pPr algn="l">
              <a:defRPr sz="2700" b="1">
                <a:solidFill>
                  <a:srgbClr val="10191A"/>
                </a:solidFill>
                <a:latin typeface="Arial"/>
                <a:ea typeface="Arial"/>
                <a:cs typeface="Arial"/>
              </a:defRPr>
            </a:lvl3pPr>
            <a:lvl4pPr algn="l">
              <a:defRPr sz="2700" b="1">
                <a:solidFill>
                  <a:srgbClr val="10191A"/>
                </a:solidFill>
                <a:latin typeface="Arial"/>
                <a:ea typeface="Arial"/>
                <a:cs typeface="Arial"/>
              </a:defRPr>
            </a:lvl4pPr>
            <a:lvl5pPr algn="l">
              <a:defRPr sz="2700" b="1">
                <a:solidFill>
                  <a:srgbClr val="10191A"/>
                </a:solidFill>
                <a:latin typeface="Arial"/>
                <a:ea typeface="Arial"/>
                <a:cs typeface="Arial"/>
              </a:defRPr>
            </a:lvl5pPr>
            <a:lvl6pPr algn="l">
              <a:defRPr sz="2700" b="1">
                <a:solidFill>
                  <a:srgbClr val="10191A"/>
                </a:solidFill>
                <a:latin typeface="Arial"/>
                <a:ea typeface="Arial"/>
                <a:cs typeface="Arial"/>
              </a:defRPr>
            </a:lvl6pPr>
            <a:lvl7pPr algn="l">
              <a:defRPr sz="2700" b="1">
                <a:solidFill>
                  <a:srgbClr val="10191A"/>
                </a:solidFill>
                <a:latin typeface="Arial"/>
                <a:ea typeface="Arial"/>
                <a:cs typeface="Arial"/>
              </a:defRPr>
            </a:lvl7pPr>
            <a:lvl8pPr algn="l">
              <a:defRPr sz="2700" b="1">
                <a:solidFill>
                  <a:srgbClr val="10191A"/>
                </a:solidFill>
                <a:latin typeface="Arial"/>
                <a:ea typeface="Arial"/>
                <a:cs typeface="Arial"/>
              </a:defRPr>
            </a:lvl8pPr>
            <a:lvl9pPr algn="l">
              <a:defRPr sz="2700" b="1">
                <a:solidFill>
                  <a:srgbClr val="10191A"/>
                </a:solidFill>
                <a:latin typeface="Arial"/>
                <a:ea typeface="Arial"/>
                <a:cs typeface="Arial"/>
              </a:defRPr>
            </a:lvl9pPr>
          </a:lstStyle>
          <a:p>
            <a:pPr algn="l">
              <a:defRPr sz="2700" b="1">
                <a:solidFill>
                  <a:srgbClr val="10191A"/>
                </a:solidFill>
                <a:latin typeface="Arial"/>
                <a:ea typeface="Arial"/>
                <a:cs typeface="Arial"/>
              </a:defRPr>
            </a:pPr>
            <a:r>
              <a:rPr sz="2700" b="1">
                <a:solidFill>
                  <a:srgbClr val="10191A"/>
                </a:solidFill>
                <a:latin typeface="Arial"/>
                <a:ea typeface="Arial"/>
                <a:cs typeface="Arial"/>
              </a:rPr>
              <a:t>References  |  Detection and PPE monitoring</a:t>
            </a:r>
          </a:p>
        </p:txBody>
      </p:sp>
      <p:sp>
        <p:nvSpPr>
          <p:cNvPr id="4" name="Straight Connector 3">
            <a:extLst>
              <a:ext uri="{FF2B5EF4-FFF2-40B4-BE49-F238E27FC236}">
                <a16:creationId xmlns:a16="http://schemas.microsoft.com/office/drawing/2014/main" id="{77F42503-AD25-4D72-B518-A6808A1C23B4}"/>
              </a:ext>
            </a:extLst>
          </p:cNvPr>
          <p:cNvSpPr>
            <a:spLocks noGrp="1"/>
          </p:cNvSpPr>
          <p:nvPr/>
        </p:nvSpPr>
        <p:spPr>
          <a:xfrm>
            <a:off x="590550" y="1304925"/>
            <a:ext cx="11010900" cy="9525"/>
          </a:xfrm>
          <a:prstGeom prst="line">
            <a:avLst/>
          </a:prstGeom>
          <a:noFill/>
          <a:ln w="9525">
            <a:solidFill>
              <a:srgbClr val="D1D6CC"/>
            </a:solidFill>
            <a:prstDash val="solid"/>
          </a:ln>
        </p:spPr>
        <p:txBody>
          <a:bodyPr/>
          <a:lstStyle/>
          <a:p>
            <a:endParaRPr lang="en-IN"/>
          </a:p>
        </p:txBody>
      </p:sp>
      <p:sp>
        <p:nvSpPr>
          <p:cNvPr id="5" name="Rectangle 4">
            <a:extLst>
              <a:ext uri="{FF2B5EF4-FFF2-40B4-BE49-F238E27FC236}">
                <a16:creationId xmlns:a16="http://schemas.microsoft.com/office/drawing/2014/main" id="{A72AC913-8C05-4700-A224-601D5FD271B9}"/>
              </a:ext>
            </a:extLst>
          </p:cNvPr>
          <p:cNvSpPr>
            <a:spLocks noGrp="1"/>
          </p:cNvSpPr>
          <p:nvPr/>
        </p:nvSpPr>
        <p:spPr>
          <a:xfrm>
            <a:off x="11144250" y="6410325"/>
            <a:ext cx="457200" cy="190500"/>
          </a:xfrm>
          <a:prstGeom prst="rect">
            <a:avLst/>
          </a:prstGeom>
          <a:noFill/>
          <a:ln w="0">
            <a:noFill/>
            <a:prstDash val="solid"/>
          </a:ln>
        </p:spPr>
        <p:txBody>
          <a:bodyPr wrap="square" lIns="0" tIns="0" rIns="0" bIns="0" anchor="ctr">
            <a:normAutofit/>
          </a:bodyPr>
          <a:lstStyle>
            <a:defPPr algn="r">
              <a:defRPr sz="975" b="1">
                <a:solidFill>
                  <a:srgbClr val="243537"/>
                </a:solidFill>
                <a:latin typeface="Arial"/>
                <a:ea typeface="Arial"/>
                <a:cs typeface="Arial"/>
              </a:defRPr>
            </a:defPPr>
            <a:lvl1pPr algn="r">
              <a:defRPr sz="975" b="1">
                <a:solidFill>
                  <a:srgbClr val="243537"/>
                </a:solidFill>
                <a:latin typeface="Arial"/>
                <a:ea typeface="Arial"/>
                <a:cs typeface="Arial"/>
              </a:defRPr>
            </a:lvl1pPr>
            <a:lvl2pPr algn="r">
              <a:defRPr sz="975" b="1">
                <a:solidFill>
                  <a:srgbClr val="243537"/>
                </a:solidFill>
                <a:latin typeface="Arial"/>
                <a:ea typeface="Arial"/>
                <a:cs typeface="Arial"/>
              </a:defRPr>
            </a:lvl2pPr>
            <a:lvl3pPr algn="r">
              <a:defRPr sz="975" b="1">
                <a:solidFill>
                  <a:srgbClr val="243537"/>
                </a:solidFill>
                <a:latin typeface="Arial"/>
                <a:ea typeface="Arial"/>
                <a:cs typeface="Arial"/>
              </a:defRPr>
            </a:lvl3pPr>
            <a:lvl4pPr algn="r">
              <a:defRPr sz="975" b="1">
                <a:solidFill>
                  <a:srgbClr val="243537"/>
                </a:solidFill>
                <a:latin typeface="Arial"/>
                <a:ea typeface="Arial"/>
                <a:cs typeface="Arial"/>
              </a:defRPr>
            </a:lvl4pPr>
            <a:lvl5pPr algn="r">
              <a:defRPr sz="975" b="1">
                <a:solidFill>
                  <a:srgbClr val="243537"/>
                </a:solidFill>
                <a:latin typeface="Arial"/>
                <a:ea typeface="Arial"/>
                <a:cs typeface="Arial"/>
              </a:defRPr>
            </a:lvl5pPr>
            <a:lvl6pPr algn="r">
              <a:defRPr sz="975" b="1">
                <a:solidFill>
                  <a:srgbClr val="243537"/>
                </a:solidFill>
                <a:latin typeface="Arial"/>
                <a:ea typeface="Arial"/>
                <a:cs typeface="Arial"/>
              </a:defRPr>
            </a:lvl6pPr>
            <a:lvl7pPr algn="r">
              <a:defRPr sz="975" b="1">
                <a:solidFill>
                  <a:srgbClr val="243537"/>
                </a:solidFill>
                <a:latin typeface="Arial"/>
                <a:ea typeface="Arial"/>
                <a:cs typeface="Arial"/>
              </a:defRPr>
            </a:lvl7pPr>
            <a:lvl8pPr algn="r">
              <a:defRPr sz="975" b="1">
                <a:solidFill>
                  <a:srgbClr val="243537"/>
                </a:solidFill>
                <a:latin typeface="Arial"/>
                <a:ea typeface="Arial"/>
                <a:cs typeface="Arial"/>
              </a:defRPr>
            </a:lvl8pPr>
            <a:lvl9pPr algn="r">
              <a:defRPr sz="975" b="1">
                <a:solidFill>
                  <a:srgbClr val="243537"/>
                </a:solidFill>
                <a:latin typeface="Arial"/>
                <a:ea typeface="Arial"/>
                <a:cs typeface="Arial"/>
              </a:defRPr>
            </a:lvl9pPr>
          </a:lstStyle>
          <a:p>
            <a:pPr algn="r">
              <a:defRPr sz="975" b="1">
                <a:solidFill>
                  <a:srgbClr val="243537"/>
                </a:solidFill>
                <a:latin typeface="Arial"/>
                <a:ea typeface="Arial"/>
                <a:cs typeface="Arial"/>
              </a:defRPr>
            </a:pPr>
            <a:r>
              <a:rPr sz="975" b="1">
                <a:solidFill>
                  <a:srgbClr val="243537"/>
                </a:solidFill>
                <a:latin typeface="Arial"/>
                <a:ea typeface="Arial"/>
                <a:cs typeface="Arial"/>
              </a:rPr>
              <a:t>17</a:t>
            </a:r>
          </a:p>
        </p:txBody>
      </p:sp>
      <p:sp>
        <p:nvSpPr>
          <p:cNvPr id="6" name="Rectangle 5">
            <a:extLst>
              <a:ext uri="{FF2B5EF4-FFF2-40B4-BE49-F238E27FC236}">
                <a16:creationId xmlns:a16="http://schemas.microsoft.com/office/drawing/2014/main" id="{63FA93BD-D713-4859-BFA3-14E38E800DFF}"/>
              </a:ext>
            </a:extLst>
          </p:cNvPr>
          <p:cNvSpPr>
            <a:spLocks noGrp="1"/>
          </p:cNvSpPr>
          <p:nvPr/>
        </p:nvSpPr>
        <p:spPr>
          <a:xfrm>
            <a:off x="647700" y="1609725"/>
            <a:ext cx="10591800" cy="838200"/>
          </a:xfrm>
          <a:prstGeom prst="rect">
            <a:avLst/>
          </a:prstGeom>
          <a:noFill/>
          <a:ln w="0">
            <a:noFill/>
            <a:prstDash val="solid"/>
          </a:ln>
        </p:spPr>
        <p:txBody>
          <a:bodyPr wrap="square" lIns="0" tIns="0" rIns="0" bIns="0" anchor="ctr">
            <a:normAutofit/>
          </a:bodyPr>
          <a:lstStyle>
            <a:defPPr algn="l">
              <a:defRPr sz="1350" b="0">
                <a:solidFill>
                  <a:srgbClr val="10191A"/>
                </a:solidFill>
                <a:latin typeface="Arial"/>
                <a:ea typeface="Arial"/>
                <a:cs typeface="Arial"/>
              </a:defRPr>
            </a:defPPr>
            <a:lvl1pPr algn="l">
              <a:defRPr sz="1350" b="0">
                <a:solidFill>
                  <a:srgbClr val="10191A"/>
                </a:solidFill>
                <a:latin typeface="Arial"/>
                <a:ea typeface="Arial"/>
                <a:cs typeface="Arial"/>
              </a:defRPr>
            </a:lvl1pPr>
            <a:lvl2pPr algn="l">
              <a:defRPr sz="1350" b="0">
                <a:solidFill>
                  <a:srgbClr val="10191A"/>
                </a:solidFill>
                <a:latin typeface="Arial"/>
                <a:ea typeface="Arial"/>
                <a:cs typeface="Arial"/>
              </a:defRPr>
            </a:lvl2pPr>
            <a:lvl3pPr algn="l">
              <a:defRPr sz="1350" b="0">
                <a:solidFill>
                  <a:srgbClr val="10191A"/>
                </a:solidFill>
                <a:latin typeface="Arial"/>
                <a:ea typeface="Arial"/>
                <a:cs typeface="Arial"/>
              </a:defRPr>
            </a:lvl3pPr>
            <a:lvl4pPr algn="l">
              <a:defRPr sz="1350" b="0">
                <a:solidFill>
                  <a:srgbClr val="10191A"/>
                </a:solidFill>
                <a:latin typeface="Arial"/>
                <a:ea typeface="Arial"/>
                <a:cs typeface="Arial"/>
              </a:defRPr>
            </a:lvl4pPr>
            <a:lvl5pPr algn="l">
              <a:defRPr sz="1350" b="0">
                <a:solidFill>
                  <a:srgbClr val="10191A"/>
                </a:solidFill>
                <a:latin typeface="Arial"/>
                <a:ea typeface="Arial"/>
                <a:cs typeface="Arial"/>
              </a:defRPr>
            </a:lvl5pPr>
            <a:lvl6pPr algn="l">
              <a:defRPr sz="1350" b="0">
                <a:solidFill>
                  <a:srgbClr val="10191A"/>
                </a:solidFill>
                <a:latin typeface="Arial"/>
                <a:ea typeface="Arial"/>
                <a:cs typeface="Arial"/>
              </a:defRPr>
            </a:lvl6pPr>
            <a:lvl7pPr algn="l">
              <a:defRPr sz="1350" b="0">
                <a:solidFill>
                  <a:srgbClr val="10191A"/>
                </a:solidFill>
                <a:latin typeface="Arial"/>
                <a:ea typeface="Arial"/>
                <a:cs typeface="Arial"/>
              </a:defRPr>
            </a:lvl7pPr>
            <a:lvl8pPr algn="l">
              <a:defRPr sz="1350" b="0">
                <a:solidFill>
                  <a:srgbClr val="10191A"/>
                </a:solidFill>
                <a:latin typeface="Arial"/>
                <a:ea typeface="Arial"/>
                <a:cs typeface="Arial"/>
              </a:defRPr>
            </a:lvl8pPr>
            <a:lvl9pPr algn="l">
              <a:defRPr sz="1350" b="0">
                <a:solidFill>
                  <a:srgbClr val="10191A"/>
                </a:solidFill>
                <a:latin typeface="Arial"/>
                <a:ea typeface="Arial"/>
                <a:cs typeface="Arial"/>
              </a:defRPr>
            </a:lvl9pPr>
          </a:lstStyle>
          <a:p>
            <a:pPr algn="l">
              <a:defRPr sz="1350" b="0">
                <a:solidFill>
                  <a:srgbClr val="10191A"/>
                </a:solidFill>
                <a:latin typeface="Arial"/>
                <a:ea typeface="Arial"/>
                <a:cs typeface="Arial"/>
              </a:defRPr>
            </a:pPr>
            <a:r>
              <a:rPr sz="1350" b="0">
                <a:solidFill>
                  <a:srgbClr val="10191A"/>
                </a:solidFill>
                <a:latin typeface="Arial"/>
                <a:ea typeface="Arial"/>
                <a:cs typeface="Arial"/>
              </a:rPr>
              <a:t>[1] Fang et al. (2018). Automated detection of workers and heavy equipment on construction sites: A CNN approach. Advanced Engineering Informatics, 37, 139–149. DOI: 10.1016/j.aei.2018.05.003</a:t>
            </a:r>
          </a:p>
        </p:txBody>
      </p:sp>
      <p:sp>
        <p:nvSpPr>
          <p:cNvPr id="7" name="Straight Connector 6">
            <a:extLst>
              <a:ext uri="{FF2B5EF4-FFF2-40B4-BE49-F238E27FC236}">
                <a16:creationId xmlns:a16="http://schemas.microsoft.com/office/drawing/2014/main" id="{C2C1FC94-27C7-458A-80E0-E2FAE1AF4756}"/>
              </a:ext>
            </a:extLst>
          </p:cNvPr>
          <p:cNvSpPr>
            <a:spLocks noGrp="1"/>
          </p:cNvSpPr>
          <p:nvPr/>
        </p:nvSpPr>
        <p:spPr>
          <a:xfrm>
            <a:off x="647700" y="2524125"/>
            <a:ext cx="10610850" cy="9525"/>
          </a:xfrm>
          <a:prstGeom prst="line">
            <a:avLst/>
          </a:prstGeom>
          <a:noFill/>
          <a:ln w="9525">
            <a:solidFill>
              <a:srgbClr val="D2D8CF"/>
            </a:solidFill>
            <a:prstDash val="solid"/>
          </a:ln>
        </p:spPr>
        <p:txBody>
          <a:bodyPr/>
          <a:lstStyle/>
          <a:p>
            <a:endParaRPr lang="en-IN"/>
          </a:p>
        </p:txBody>
      </p:sp>
      <p:sp>
        <p:nvSpPr>
          <p:cNvPr id="8" name="Rectangle 7">
            <a:extLst>
              <a:ext uri="{FF2B5EF4-FFF2-40B4-BE49-F238E27FC236}">
                <a16:creationId xmlns:a16="http://schemas.microsoft.com/office/drawing/2014/main" id="{24EA8C52-43EE-4199-B7C7-9A37509B31F5}"/>
              </a:ext>
            </a:extLst>
          </p:cNvPr>
          <p:cNvSpPr>
            <a:spLocks noGrp="1"/>
          </p:cNvSpPr>
          <p:nvPr/>
        </p:nvSpPr>
        <p:spPr>
          <a:xfrm>
            <a:off x="647700" y="2695575"/>
            <a:ext cx="10591800" cy="838200"/>
          </a:xfrm>
          <a:prstGeom prst="rect">
            <a:avLst/>
          </a:prstGeom>
          <a:noFill/>
          <a:ln w="0">
            <a:noFill/>
            <a:prstDash val="solid"/>
          </a:ln>
        </p:spPr>
        <p:txBody>
          <a:bodyPr wrap="square" lIns="0" tIns="0" rIns="0" bIns="0" anchor="ctr">
            <a:normAutofit/>
          </a:bodyPr>
          <a:lstStyle>
            <a:defPPr algn="l">
              <a:defRPr sz="1350" b="0">
                <a:solidFill>
                  <a:srgbClr val="10191A"/>
                </a:solidFill>
                <a:latin typeface="Arial"/>
                <a:ea typeface="Arial"/>
                <a:cs typeface="Arial"/>
              </a:defRPr>
            </a:defPPr>
            <a:lvl1pPr algn="l">
              <a:defRPr sz="1350" b="0">
                <a:solidFill>
                  <a:srgbClr val="10191A"/>
                </a:solidFill>
                <a:latin typeface="Arial"/>
                <a:ea typeface="Arial"/>
                <a:cs typeface="Arial"/>
              </a:defRPr>
            </a:lvl1pPr>
            <a:lvl2pPr algn="l">
              <a:defRPr sz="1350" b="0">
                <a:solidFill>
                  <a:srgbClr val="10191A"/>
                </a:solidFill>
                <a:latin typeface="Arial"/>
                <a:ea typeface="Arial"/>
                <a:cs typeface="Arial"/>
              </a:defRPr>
            </a:lvl2pPr>
            <a:lvl3pPr algn="l">
              <a:defRPr sz="1350" b="0">
                <a:solidFill>
                  <a:srgbClr val="10191A"/>
                </a:solidFill>
                <a:latin typeface="Arial"/>
                <a:ea typeface="Arial"/>
                <a:cs typeface="Arial"/>
              </a:defRPr>
            </a:lvl3pPr>
            <a:lvl4pPr algn="l">
              <a:defRPr sz="1350" b="0">
                <a:solidFill>
                  <a:srgbClr val="10191A"/>
                </a:solidFill>
                <a:latin typeface="Arial"/>
                <a:ea typeface="Arial"/>
                <a:cs typeface="Arial"/>
              </a:defRPr>
            </a:lvl4pPr>
            <a:lvl5pPr algn="l">
              <a:defRPr sz="1350" b="0">
                <a:solidFill>
                  <a:srgbClr val="10191A"/>
                </a:solidFill>
                <a:latin typeface="Arial"/>
                <a:ea typeface="Arial"/>
                <a:cs typeface="Arial"/>
              </a:defRPr>
            </a:lvl5pPr>
            <a:lvl6pPr algn="l">
              <a:defRPr sz="1350" b="0">
                <a:solidFill>
                  <a:srgbClr val="10191A"/>
                </a:solidFill>
                <a:latin typeface="Arial"/>
                <a:ea typeface="Arial"/>
                <a:cs typeface="Arial"/>
              </a:defRPr>
            </a:lvl6pPr>
            <a:lvl7pPr algn="l">
              <a:defRPr sz="1350" b="0">
                <a:solidFill>
                  <a:srgbClr val="10191A"/>
                </a:solidFill>
                <a:latin typeface="Arial"/>
                <a:ea typeface="Arial"/>
                <a:cs typeface="Arial"/>
              </a:defRPr>
            </a:lvl7pPr>
            <a:lvl8pPr algn="l">
              <a:defRPr sz="1350" b="0">
                <a:solidFill>
                  <a:srgbClr val="10191A"/>
                </a:solidFill>
                <a:latin typeface="Arial"/>
                <a:ea typeface="Arial"/>
                <a:cs typeface="Arial"/>
              </a:defRPr>
            </a:lvl8pPr>
            <a:lvl9pPr algn="l">
              <a:defRPr sz="1350" b="0">
                <a:solidFill>
                  <a:srgbClr val="10191A"/>
                </a:solidFill>
                <a:latin typeface="Arial"/>
                <a:ea typeface="Arial"/>
                <a:cs typeface="Arial"/>
              </a:defRPr>
            </a:lvl9pPr>
          </a:lstStyle>
          <a:p>
            <a:pPr algn="l">
              <a:defRPr sz="1350" b="0">
                <a:solidFill>
                  <a:srgbClr val="10191A"/>
                </a:solidFill>
                <a:latin typeface="Arial"/>
                <a:ea typeface="Arial"/>
                <a:cs typeface="Arial"/>
              </a:defRPr>
            </a:pPr>
            <a:r>
              <a:rPr sz="1350" b="0">
                <a:solidFill>
                  <a:srgbClr val="10191A"/>
                </a:solidFill>
                <a:latin typeface="Arial"/>
                <a:ea typeface="Arial"/>
                <a:cs typeface="Arial"/>
              </a:rPr>
              <a:t>[2] Delhi, Sankarlal &amp; Thomas (2020). Detection of PPE compliance on construction site using computer vision based deep learning techniques. Frontiers in Built Environment, 6, 136. DOI: 10.3389/fbuil.2020.00136</a:t>
            </a:r>
          </a:p>
        </p:txBody>
      </p:sp>
      <p:sp>
        <p:nvSpPr>
          <p:cNvPr id="9" name="Straight Connector 8">
            <a:extLst>
              <a:ext uri="{FF2B5EF4-FFF2-40B4-BE49-F238E27FC236}">
                <a16:creationId xmlns:a16="http://schemas.microsoft.com/office/drawing/2014/main" id="{E1B5463E-30EB-43C0-AE9C-6DCDC1A76DA0}"/>
              </a:ext>
            </a:extLst>
          </p:cNvPr>
          <p:cNvSpPr>
            <a:spLocks noGrp="1"/>
          </p:cNvSpPr>
          <p:nvPr/>
        </p:nvSpPr>
        <p:spPr>
          <a:xfrm>
            <a:off x="647700" y="3609975"/>
            <a:ext cx="10610850" cy="9525"/>
          </a:xfrm>
          <a:prstGeom prst="line">
            <a:avLst/>
          </a:prstGeom>
          <a:noFill/>
          <a:ln w="9525">
            <a:solidFill>
              <a:srgbClr val="D2D8CF"/>
            </a:solidFill>
            <a:prstDash val="solid"/>
          </a:ln>
        </p:spPr>
        <p:txBody>
          <a:bodyPr/>
          <a:lstStyle/>
          <a:p>
            <a:endParaRPr lang="en-IN"/>
          </a:p>
        </p:txBody>
      </p:sp>
      <p:sp>
        <p:nvSpPr>
          <p:cNvPr id="10" name="Rectangle 9">
            <a:extLst>
              <a:ext uri="{FF2B5EF4-FFF2-40B4-BE49-F238E27FC236}">
                <a16:creationId xmlns:a16="http://schemas.microsoft.com/office/drawing/2014/main" id="{4F64D327-60FC-4ED7-AE47-24810D9EFB92}"/>
              </a:ext>
            </a:extLst>
          </p:cNvPr>
          <p:cNvSpPr>
            <a:spLocks noGrp="1"/>
          </p:cNvSpPr>
          <p:nvPr/>
        </p:nvSpPr>
        <p:spPr>
          <a:xfrm>
            <a:off x="647700" y="3781425"/>
            <a:ext cx="10591800" cy="838200"/>
          </a:xfrm>
          <a:prstGeom prst="rect">
            <a:avLst/>
          </a:prstGeom>
          <a:noFill/>
          <a:ln w="0">
            <a:noFill/>
            <a:prstDash val="solid"/>
          </a:ln>
        </p:spPr>
        <p:txBody>
          <a:bodyPr wrap="square" lIns="0" tIns="0" rIns="0" bIns="0" anchor="ctr">
            <a:normAutofit/>
          </a:bodyPr>
          <a:lstStyle>
            <a:defPPr algn="l">
              <a:defRPr sz="1350" b="0">
                <a:solidFill>
                  <a:srgbClr val="10191A"/>
                </a:solidFill>
                <a:latin typeface="Arial"/>
                <a:ea typeface="Arial"/>
                <a:cs typeface="Arial"/>
              </a:defRPr>
            </a:defPPr>
            <a:lvl1pPr algn="l">
              <a:defRPr sz="1350" b="0">
                <a:solidFill>
                  <a:srgbClr val="10191A"/>
                </a:solidFill>
                <a:latin typeface="Arial"/>
                <a:ea typeface="Arial"/>
                <a:cs typeface="Arial"/>
              </a:defRPr>
            </a:lvl1pPr>
            <a:lvl2pPr algn="l">
              <a:defRPr sz="1350" b="0">
                <a:solidFill>
                  <a:srgbClr val="10191A"/>
                </a:solidFill>
                <a:latin typeface="Arial"/>
                <a:ea typeface="Arial"/>
                <a:cs typeface="Arial"/>
              </a:defRPr>
            </a:lvl2pPr>
            <a:lvl3pPr algn="l">
              <a:defRPr sz="1350" b="0">
                <a:solidFill>
                  <a:srgbClr val="10191A"/>
                </a:solidFill>
                <a:latin typeface="Arial"/>
                <a:ea typeface="Arial"/>
                <a:cs typeface="Arial"/>
              </a:defRPr>
            </a:lvl3pPr>
            <a:lvl4pPr algn="l">
              <a:defRPr sz="1350" b="0">
                <a:solidFill>
                  <a:srgbClr val="10191A"/>
                </a:solidFill>
                <a:latin typeface="Arial"/>
                <a:ea typeface="Arial"/>
                <a:cs typeface="Arial"/>
              </a:defRPr>
            </a:lvl4pPr>
            <a:lvl5pPr algn="l">
              <a:defRPr sz="1350" b="0">
                <a:solidFill>
                  <a:srgbClr val="10191A"/>
                </a:solidFill>
                <a:latin typeface="Arial"/>
                <a:ea typeface="Arial"/>
                <a:cs typeface="Arial"/>
              </a:defRPr>
            </a:lvl5pPr>
            <a:lvl6pPr algn="l">
              <a:defRPr sz="1350" b="0">
                <a:solidFill>
                  <a:srgbClr val="10191A"/>
                </a:solidFill>
                <a:latin typeface="Arial"/>
                <a:ea typeface="Arial"/>
                <a:cs typeface="Arial"/>
              </a:defRPr>
            </a:lvl6pPr>
            <a:lvl7pPr algn="l">
              <a:defRPr sz="1350" b="0">
                <a:solidFill>
                  <a:srgbClr val="10191A"/>
                </a:solidFill>
                <a:latin typeface="Arial"/>
                <a:ea typeface="Arial"/>
                <a:cs typeface="Arial"/>
              </a:defRPr>
            </a:lvl7pPr>
            <a:lvl8pPr algn="l">
              <a:defRPr sz="1350" b="0">
                <a:solidFill>
                  <a:srgbClr val="10191A"/>
                </a:solidFill>
                <a:latin typeface="Arial"/>
                <a:ea typeface="Arial"/>
                <a:cs typeface="Arial"/>
              </a:defRPr>
            </a:lvl8pPr>
            <a:lvl9pPr algn="l">
              <a:defRPr sz="1350" b="0">
                <a:solidFill>
                  <a:srgbClr val="10191A"/>
                </a:solidFill>
                <a:latin typeface="Arial"/>
                <a:ea typeface="Arial"/>
                <a:cs typeface="Arial"/>
              </a:defRPr>
            </a:lvl9pPr>
          </a:lstStyle>
          <a:p>
            <a:pPr algn="l">
              <a:defRPr sz="1350" b="0">
                <a:solidFill>
                  <a:srgbClr val="10191A"/>
                </a:solidFill>
                <a:latin typeface="Arial"/>
                <a:ea typeface="Arial"/>
                <a:cs typeface="Arial"/>
              </a:defRPr>
            </a:pPr>
            <a:r>
              <a:rPr sz="1350" b="0">
                <a:solidFill>
                  <a:srgbClr val="10191A"/>
                </a:solidFill>
                <a:latin typeface="Arial"/>
                <a:ea typeface="Arial"/>
                <a:cs typeface="Arial"/>
              </a:rPr>
              <a:t>[3] Wang et al. (2021). Fast PPE detection for real construction sites using deep learning approaches. Sensors, 21(10), 3478. DOI: 10.3390/s21103478</a:t>
            </a:r>
          </a:p>
        </p:txBody>
      </p:sp>
      <p:sp>
        <p:nvSpPr>
          <p:cNvPr id="11" name="Straight Connector 10">
            <a:extLst>
              <a:ext uri="{FF2B5EF4-FFF2-40B4-BE49-F238E27FC236}">
                <a16:creationId xmlns:a16="http://schemas.microsoft.com/office/drawing/2014/main" id="{71072ED8-0E11-45F1-8571-FC48215D41D7}"/>
              </a:ext>
            </a:extLst>
          </p:cNvPr>
          <p:cNvSpPr>
            <a:spLocks noGrp="1"/>
          </p:cNvSpPr>
          <p:nvPr/>
        </p:nvSpPr>
        <p:spPr>
          <a:xfrm>
            <a:off x="647700" y="4695825"/>
            <a:ext cx="10610850" cy="9525"/>
          </a:xfrm>
          <a:prstGeom prst="line">
            <a:avLst/>
          </a:prstGeom>
          <a:noFill/>
          <a:ln w="9525">
            <a:solidFill>
              <a:srgbClr val="D2D8CF"/>
            </a:solidFill>
            <a:prstDash val="solid"/>
          </a:ln>
        </p:spPr>
        <p:txBody>
          <a:bodyPr/>
          <a:lstStyle/>
          <a:p>
            <a:endParaRPr lang="en-IN"/>
          </a:p>
        </p:txBody>
      </p:sp>
      <p:sp>
        <p:nvSpPr>
          <p:cNvPr id="12" name="Rectangle 11">
            <a:extLst>
              <a:ext uri="{FF2B5EF4-FFF2-40B4-BE49-F238E27FC236}">
                <a16:creationId xmlns:a16="http://schemas.microsoft.com/office/drawing/2014/main" id="{6094C8D2-969B-4961-8A7D-BA881C65AF99}"/>
              </a:ext>
            </a:extLst>
          </p:cNvPr>
          <p:cNvSpPr>
            <a:spLocks noGrp="1"/>
          </p:cNvSpPr>
          <p:nvPr/>
        </p:nvSpPr>
        <p:spPr>
          <a:xfrm>
            <a:off x="647700" y="4867275"/>
            <a:ext cx="10591800" cy="838200"/>
          </a:xfrm>
          <a:prstGeom prst="rect">
            <a:avLst/>
          </a:prstGeom>
          <a:noFill/>
          <a:ln w="0">
            <a:noFill/>
            <a:prstDash val="solid"/>
          </a:ln>
        </p:spPr>
        <p:txBody>
          <a:bodyPr wrap="square" lIns="0" tIns="0" rIns="0" bIns="0" anchor="ctr">
            <a:normAutofit/>
          </a:bodyPr>
          <a:lstStyle>
            <a:defPPr algn="l">
              <a:defRPr sz="1350" b="0">
                <a:solidFill>
                  <a:srgbClr val="10191A"/>
                </a:solidFill>
                <a:latin typeface="Arial"/>
                <a:ea typeface="Arial"/>
                <a:cs typeface="Arial"/>
              </a:defRPr>
            </a:defPPr>
            <a:lvl1pPr algn="l">
              <a:defRPr sz="1350" b="0">
                <a:solidFill>
                  <a:srgbClr val="10191A"/>
                </a:solidFill>
                <a:latin typeface="Arial"/>
                <a:ea typeface="Arial"/>
                <a:cs typeface="Arial"/>
              </a:defRPr>
            </a:lvl1pPr>
            <a:lvl2pPr algn="l">
              <a:defRPr sz="1350" b="0">
                <a:solidFill>
                  <a:srgbClr val="10191A"/>
                </a:solidFill>
                <a:latin typeface="Arial"/>
                <a:ea typeface="Arial"/>
                <a:cs typeface="Arial"/>
              </a:defRPr>
            </a:lvl2pPr>
            <a:lvl3pPr algn="l">
              <a:defRPr sz="1350" b="0">
                <a:solidFill>
                  <a:srgbClr val="10191A"/>
                </a:solidFill>
                <a:latin typeface="Arial"/>
                <a:ea typeface="Arial"/>
                <a:cs typeface="Arial"/>
              </a:defRPr>
            </a:lvl3pPr>
            <a:lvl4pPr algn="l">
              <a:defRPr sz="1350" b="0">
                <a:solidFill>
                  <a:srgbClr val="10191A"/>
                </a:solidFill>
                <a:latin typeface="Arial"/>
                <a:ea typeface="Arial"/>
                <a:cs typeface="Arial"/>
              </a:defRPr>
            </a:lvl4pPr>
            <a:lvl5pPr algn="l">
              <a:defRPr sz="1350" b="0">
                <a:solidFill>
                  <a:srgbClr val="10191A"/>
                </a:solidFill>
                <a:latin typeface="Arial"/>
                <a:ea typeface="Arial"/>
                <a:cs typeface="Arial"/>
              </a:defRPr>
            </a:lvl5pPr>
            <a:lvl6pPr algn="l">
              <a:defRPr sz="1350" b="0">
                <a:solidFill>
                  <a:srgbClr val="10191A"/>
                </a:solidFill>
                <a:latin typeface="Arial"/>
                <a:ea typeface="Arial"/>
                <a:cs typeface="Arial"/>
              </a:defRPr>
            </a:lvl6pPr>
            <a:lvl7pPr algn="l">
              <a:defRPr sz="1350" b="0">
                <a:solidFill>
                  <a:srgbClr val="10191A"/>
                </a:solidFill>
                <a:latin typeface="Arial"/>
                <a:ea typeface="Arial"/>
                <a:cs typeface="Arial"/>
              </a:defRPr>
            </a:lvl7pPr>
            <a:lvl8pPr algn="l">
              <a:defRPr sz="1350" b="0">
                <a:solidFill>
                  <a:srgbClr val="10191A"/>
                </a:solidFill>
                <a:latin typeface="Arial"/>
                <a:ea typeface="Arial"/>
                <a:cs typeface="Arial"/>
              </a:defRPr>
            </a:lvl8pPr>
            <a:lvl9pPr algn="l">
              <a:defRPr sz="1350" b="0">
                <a:solidFill>
                  <a:srgbClr val="10191A"/>
                </a:solidFill>
                <a:latin typeface="Arial"/>
                <a:ea typeface="Arial"/>
                <a:cs typeface="Arial"/>
              </a:defRPr>
            </a:lvl9pPr>
          </a:lstStyle>
          <a:p>
            <a:pPr algn="l">
              <a:defRPr sz="1350" b="0">
                <a:solidFill>
                  <a:srgbClr val="10191A"/>
                </a:solidFill>
                <a:latin typeface="Arial"/>
                <a:ea typeface="Arial"/>
                <a:cs typeface="Arial"/>
              </a:defRPr>
            </a:pPr>
            <a:r>
              <a:rPr sz="1350" b="0">
                <a:solidFill>
                  <a:srgbClr val="10191A"/>
                </a:solidFill>
                <a:latin typeface="Arial"/>
                <a:ea typeface="Arial"/>
                <a:cs typeface="Arial"/>
              </a:rPr>
              <a:t>[4] Ferdous &amp; Ahsan (2022). PPE detector: a YOLO-based architecture to detect PPE for construction sites. PeerJ Computer Science, 8, e999. DOI: 10.7717/peerj-cs.999</a:t>
            </a:r>
          </a:p>
        </p:txBody>
      </p:sp>
    </p:spTree>
    <p:extLst>
      <p:ext uri="{BB962C8B-B14F-4D97-AF65-F5344CB8AC3E}">
        <p14:creationId xmlns:p14="http://schemas.microsoft.com/office/powerpoint/2010/main" val="14196618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3F1E8"/>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272D643-FD24-4AD3-B508-76B832373112}"/>
              </a:ext>
            </a:extLst>
          </p:cNvPr>
          <p:cNvSpPr>
            <a:spLocks noGrp="1"/>
          </p:cNvSpPr>
          <p:nvPr/>
        </p:nvSpPr>
        <p:spPr>
          <a:xfrm>
            <a:off x="0" y="0"/>
            <a:ext cx="133350" cy="6858000"/>
          </a:xfrm>
          <a:prstGeom prst="rect">
            <a:avLst/>
          </a:prstGeom>
          <a:solidFill>
            <a:srgbClr val="C6F36B"/>
          </a:solidFill>
          <a:ln w="0">
            <a:noFill/>
            <a:prstDash val="solid"/>
          </a:ln>
        </p:spPr>
        <p:txBody>
          <a:bodyPr/>
          <a:lstStyle/>
          <a:p>
            <a:endParaRPr lang="en-IN"/>
          </a:p>
        </p:txBody>
      </p:sp>
      <p:sp>
        <p:nvSpPr>
          <p:cNvPr id="2" name="Rectangle 1">
            <a:extLst>
              <a:ext uri="{FF2B5EF4-FFF2-40B4-BE49-F238E27FC236}">
                <a16:creationId xmlns:a16="http://schemas.microsoft.com/office/drawing/2014/main" id="{2EC879A8-E919-4FF2-B164-D51A0D46260A}"/>
              </a:ext>
            </a:extLst>
          </p:cNvPr>
          <p:cNvSpPr>
            <a:spLocks noGrp="1"/>
          </p:cNvSpPr>
          <p:nvPr/>
        </p:nvSpPr>
        <p:spPr>
          <a:xfrm>
            <a:off x="590550" y="285750"/>
            <a:ext cx="8572500" cy="219075"/>
          </a:xfrm>
          <a:prstGeom prst="rect">
            <a:avLst/>
          </a:prstGeom>
          <a:noFill/>
          <a:ln w="0">
            <a:noFill/>
            <a:prstDash val="solid"/>
          </a:ln>
        </p:spPr>
        <p:txBody>
          <a:bodyPr wrap="square" lIns="0" tIns="0" rIns="0" bIns="0" anchor="ctr">
            <a:normAutofit/>
          </a:bodyPr>
          <a:lstStyle>
            <a:defPPr algn="l">
              <a:defRPr sz="1050" b="1">
                <a:solidFill>
                  <a:srgbClr val="243537"/>
                </a:solidFill>
                <a:latin typeface="Arial"/>
                <a:ea typeface="Arial"/>
                <a:cs typeface="Arial"/>
              </a:defRPr>
            </a:defPPr>
            <a:lvl1pPr algn="l">
              <a:defRPr sz="1050" b="1">
                <a:solidFill>
                  <a:srgbClr val="243537"/>
                </a:solidFill>
                <a:latin typeface="Arial"/>
                <a:ea typeface="Arial"/>
                <a:cs typeface="Arial"/>
              </a:defRPr>
            </a:lvl1pPr>
            <a:lvl2pPr algn="l">
              <a:defRPr sz="1050" b="1">
                <a:solidFill>
                  <a:srgbClr val="243537"/>
                </a:solidFill>
                <a:latin typeface="Arial"/>
                <a:ea typeface="Arial"/>
                <a:cs typeface="Arial"/>
              </a:defRPr>
            </a:lvl2pPr>
            <a:lvl3pPr algn="l">
              <a:defRPr sz="1050" b="1">
                <a:solidFill>
                  <a:srgbClr val="243537"/>
                </a:solidFill>
                <a:latin typeface="Arial"/>
                <a:ea typeface="Arial"/>
                <a:cs typeface="Arial"/>
              </a:defRPr>
            </a:lvl3pPr>
            <a:lvl4pPr algn="l">
              <a:defRPr sz="1050" b="1">
                <a:solidFill>
                  <a:srgbClr val="243537"/>
                </a:solidFill>
                <a:latin typeface="Arial"/>
                <a:ea typeface="Arial"/>
                <a:cs typeface="Arial"/>
              </a:defRPr>
            </a:lvl4pPr>
            <a:lvl5pPr algn="l">
              <a:defRPr sz="1050" b="1">
                <a:solidFill>
                  <a:srgbClr val="243537"/>
                </a:solidFill>
                <a:latin typeface="Arial"/>
                <a:ea typeface="Arial"/>
                <a:cs typeface="Arial"/>
              </a:defRPr>
            </a:lvl5pPr>
            <a:lvl6pPr algn="l">
              <a:defRPr sz="1050" b="1">
                <a:solidFill>
                  <a:srgbClr val="243537"/>
                </a:solidFill>
                <a:latin typeface="Arial"/>
                <a:ea typeface="Arial"/>
                <a:cs typeface="Arial"/>
              </a:defRPr>
            </a:lvl6pPr>
            <a:lvl7pPr algn="l">
              <a:defRPr sz="1050" b="1">
                <a:solidFill>
                  <a:srgbClr val="243537"/>
                </a:solidFill>
                <a:latin typeface="Arial"/>
                <a:ea typeface="Arial"/>
                <a:cs typeface="Arial"/>
              </a:defRPr>
            </a:lvl7pPr>
            <a:lvl8pPr algn="l">
              <a:defRPr sz="1050" b="1">
                <a:solidFill>
                  <a:srgbClr val="243537"/>
                </a:solidFill>
                <a:latin typeface="Arial"/>
                <a:ea typeface="Arial"/>
                <a:cs typeface="Arial"/>
              </a:defRPr>
            </a:lvl8pPr>
            <a:lvl9pPr algn="l">
              <a:defRPr sz="1050" b="1">
                <a:solidFill>
                  <a:srgbClr val="243537"/>
                </a:solidFill>
                <a:latin typeface="Arial"/>
                <a:ea typeface="Arial"/>
                <a:cs typeface="Arial"/>
              </a:defRPr>
            </a:lvl9pPr>
          </a:lstStyle>
          <a:p>
            <a:pPr algn="l">
              <a:defRPr sz="1050" b="1">
                <a:solidFill>
                  <a:srgbClr val="243537"/>
                </a:solidFill>
                <a:latin typeface="Arial"/>
                <a:ea typeface="Arial"/>
                <a:cs typeface="Arial"/>
              </a:defRPr>
            </a:pPr>
            <a:r>
              <a:rPr sz="1050" b="1">
                <a:solidFill>
                  <a:srgbClr val="243537"/>
                </a:solidFill>
                <a:latin typeface="Arial"/>
                <a:ea typeface="Arial"/>
                <a:cs typeface="Arial"/>
              </a:rPr>
              <a:t>16  /  SELECTED LITERATURE</a:t>
            </a:r>
          </a:p>
        </p:txBody>
      </p:sp>
      <p:sp>
        <p:nvSpPr>
          <p:cNvPr id="3" name="Rectangle 2">
            <a:extLst>
              <a:ext uri="{FF2B5EF4-FFF2-40B4-BE49-F238E27FC236}">
                <a16:creationId xmlns:a16="http://schemas.microsoft.com/office/drawing/2014/main" id="{D3156544-D191-4709-917F-AA5ADA1DA385}"/>
              </a:ext>
            </a:extLst>
          </p:cNvPr>
          <p:cNvSpPr>
            <a:spLocks noGrp="1"/>
          </p:cNvSpPr>
          <p:nvPr/>
        </p:nvSpPr>
        <p:spPr>
          <a:xfrm>
            <a:off x="590550" y="647700"/>
            <a:ext cx="10858500" cy="514350"/>
          </a:xfrm>
          <a:prstGeom prst="rect">
            <a:avLst/>
          </a:prstGeom>
          <a:noFill/>
          <a:ln w="0">
            <a:noFill/>
            <a:prstDash val="solid"/>
          </a:ln>
        </p:spPr>
        <p:txBody>
          <a:bodyPr wrap="square" lIns="0" tIns="0" rIns="0" bIns="0" anchor="ctr">
            <a:normAutofit/>
          </a:bodyPr>
          <a:lstStyle>
            <a:defPPr algn="l">
              <a:defRPr sz="2700" b="1">
                <a:solidFill>
                  <a:srgbClr val="10191A"/>
                </a:solidFill>
                <a:latin typeface="Arial"/>
                <a:ea typeface="Arial"/>
                <a:cs typeface="Arial"/>
              </a:defRPr>
            </a:defPPr>
            <a:lvl1pPr algn="l">
              <a:defRPr sz="2700" b="1">
                <a:solidFill>
                  <a:srgbClr val="10191A"/>
                </a:solidFill>
                <a:latin typeface="Arial"/>
                <a:ea typeface="Arial"/>
                <a:cs typeface="Arial"/>
              </a:defRPr>
            </a:lvl1pPr>
            <a:lvl2pPr algn="l">
              <a:defRPr sz="2700" b="1">
                <a:solidFill>
                  <a:srgbClr val="10191A"/>
                </a:solidFill>
                <a:latin typeface="Arial"/>
                <a:ea typeface="Arial"/>
                <a:cs typeface="Arial"/>
              </a:defRPr>
            </a:lvl2pPr>
            <a:lvl3pPr algn="l">
              <a:defRPr sz="2700" b="1">
                <a:solidFill>
                  <a:srgbClr val="10191A"/>
                </a:solidFill>
                <a:latin typeface="Arial"/>
                <a:ea typeface="Arial"/>
                <a:cs typeface="Arial"/>
              </a:defRPr>
            </a:lvl3pPr>
            <a:lvl4pPr algn="l">
              <a:defRPr sz="2700" b="1">
                <a:solidFill>
                  <a:srgbClr val="10191A"/>
                </a:solidFill>
                <a:latin typeface="Arial"/>
                <a:ea typeface="Arial"/>
                <a:cs typeface="Arial"/>
              </a:defRPr>
            </a:lvl4pPr>
            <a:lvl5pPr algn="l">
              <a:defRPr sz="2700" b="1">
                <a:solidFill>
                  <a:srgbClr val="10191A"/>
                </a:solidFill>
                <a:latin typeface="Arial"/>
                <a:ea typeface="Arial"/>
                <a:cs typeface="Arial"/>
              </a:defRPr>
            </a:lvl5pPr>
            <a:lvl6pPr algn="l">
              <a:defRPr sz="2700" b="1">
                <a:solidFill>
                  <a:srgbClr val="10191A"/>
                </a:solidFill>
                <a:latin typeface="Arial"/>
                <a:ea typeface="Arial"/>
                <a:cs typeface="Arial"/>
              </a:defRPr>
            </a:lvl6pPr>
            <a:lvl7pPr algn="l">
              <a:defRPr sz="2700" b="1">
                <a:solidFill>
                  <a:srgbClr val="10191A"/>
                </a:solidFill>
                <a:latin typeface="Arial"/>
                <a:ea typeface="Arial"/>
                <a:cs typeface="Arial"/>
              </a:defRPr>
            </a:lvl7pPr>
            <a:lvl8pPr algn="l">
              <a:defRPr sz="2700" b="1">
                <a:solidFill>
                  <a:srgbClr val="10191A"/>
                </a:solidFill>
                <a:latin typeface="Arial"/>
                <a:ea typeface="Arial"/>
                <a:cs typeface="Arial"/>
              </a:defRPr>
            </a:lvl8pPr>
            <a:lvl9pPr algn="l">
              <a:defRPr sz="2700" b="1">
                <a:solidFill>
                  <a:srgbClr val="10191A"/>
                </a:solidFill>
                <a:latin typeface="Arial"/>
                <a:ea typeface="Arial"/>
                <a:cs typeface="Arial"/>
              </a:defRPr>
            </a:lvl9pPr>
          </a:lstStyle>
          <a:p>
            <a:pPr algn="l">
              <a:defRPr sz="2700" b="1">
                <a:solidFill>
                  <a:srgbClr val="10191A"/>
                </a:solidFill>
                <a:latin typeface="Arial"/>
                <a:ea typeface="Arial"/>
                <a:cs typeface="Arial"/>
              </a:defRPr>
            </a:pPr>
            <a:r>
              <a:rPr sz="2700" b="1">
                <a:solidFill>
                  <a:srgbClr val="10191A"/>
                </a:solidFill>
                <a:latin typeface="Arial"/>
                <a:ea typeface="Arial"/>
                <a:cs typeface="Arial"/>
              </a:rPr>
              <a:t>References  |  Identity, events and reporting</a:t>
            </a:r>
          </a:p>
        </p:txBody>
      </p:sp>
      <p:sp>
        <p:nvSpPr>
          <p:cNvPr id="4" name="Straight Connector 3">
            <a:extLst>
              <a:ext uri="{FF2B5EF4-FFF2-40B4-BE49-F238E27FC236}">
                <a16:creationId xmlns:a16="http://schemas.microsoft.com/office/drawing/2014/main" id="{FE7EB24E-FFCE-42B1-A615-C4D600698920}"/>
              </a:ext>
            </a:extLst>
          </p:cNvPr>
          <p:cNvSpPr>
            <a:spLocks noGrp="1"/>
          </p:cNvSpPr>
          <p:nvPr/>
        </p:nvSpPr>
        <p:spPr>
          <a:xfrm>
            <a:off x="590550" y="1304925"/>
            <a:ext cx="11010900" cy="9525"/>
          </a:xfrm>
          <a:prstGeom prst="line">
            <a:avLst/>
          </a:prstGeom>
          <a:noFill/>
          <a:ln w="9525">
            <a:solidFill>
              <a:srgbClr val="D1D6CC"/>
            </a:solidFill>
            <a:prstDash val="solid"/>
          </a:ln>
        </p:spPr>
        <p:txBody>
          <a:bodyPr/>
          <a:lstStyle/>
          <a:p>
            <a:endParaRPr lang="en-IN"/>
          </a:p>
        </p:txBody>
      </p:sp>
      <p:sp>
        <p:nvSpPr>
          <p:cNvPr id="5" name="Rectangle 4">
            <a:extLst>
              <a:ext uri="{FF2B5EF4-FFF2-40B4-BE49-F238E27FC236}">
                <a16:creationId xmlns:a16="http://schemas.microsoft.com/office/drawing/2014/main" id="{5187C226-EF55-4806-A0F9-D9DDB2C26091}"/>
              </a:ext>
            </a:extLst>
          </p:cNvPr>
          <p:cNvSpPr>
            <a:spLocks noGrp="1"/>
          </p:cNvSpPr>
          <p:nvPr/>
        </p:nvSpPr>
        <p:spPr>
          <a:xfrm>
            <a:off x="11144250" y="6410325"/>
            <a:ext cx="457200" cy="190500"/>
          </a:xfrm>
          <a:prstGeom prst="rect">
            <a:avLst/>
          </a:prstGeom>
          <a:noFill/>
          <a:ln w="0">
            <a:noFill/>
            <a:prstDash val="solid"/>
          </a:ln>
        </p:spPr>
        <p:txBody>
          <a:bodyPr wrap="square" lIns="0" tIns="0" rIns="0" bIns="0" anchor="ctr">
            <a:normAutofit/>
          </a:bodyPr>
          <a:lstStyle>
            <a:defPPr algn="r">
              <a:defRPr sz="975" b="1">
                <a:solidFill>
                  <a:srgbClr val="243537"/>
                </a:solidFill>
                <a:latin typeface="Arial"/>
                <a:ea typeface="Arial"/>
                <a:cs typeface="Arial"/>
              </a:defRPr>
            </a:defPPr>
            <a:lvl1pPr algn="r">
              <a:defRPr sz="975" b="1">
                <a:solidFill>
                  <a:srgbClr val="243537"/>
                </a:solidFill>
                <a:latin typeface="Arial"/>
                <a:ea typeface="Arial"/>
                <a:cs typeface="Arial"/>
              </a:defRPr>
            </a:lvl1pPr>
            <a:lvl2pPr algn="r">
              <a:defRPr sz="975" b="1">
                <a:solidFill>
                  <a:srgbClr val="243537"/>
                </a:solidFill>
                <a:latin typeface="Arial"/>
                <a:ea typeface="Arial"/>
                <a:cs typeface="Arial"/>
              </a:defRPr>
            </a:lvl2pPr>
            <a:lvl3pPr algn="r">
              <a:defRPr sz="975" b="1">
                <a:solidFill>
                  <a:srgbClr val="243537"/>
                </a:solidFill>
                <a:latin typeface="Arial"/>
                <a:ea typeface="Arial"/>
                <a:cs typeface="Arial"/>
              </a:defRPr>
            </a:lvl3pPr>
            <a:lvl4pPr algn="r">
              <a:defRPr sz="975" b="1">
                <a:solidFill>
                  <a:srgbClr val="243537"/>
                </a:solidFill>
                <a:latin typeface="Arial"/>
                <a:ea typeface="Arial"/>
                <a:cs typeface="Arial"/>
              </a:defRPr>
            </a:lvl4pPr>
            <a:lvl5pPr algn="r">
              <a:defRPr sz="975" b="1">
                <a:solidFill>
                  <a:srgbClr val="243537"/>
                </a:solidFill>
                <a:latin typeface="Arial"/>
                <a:ea typeface="Arial"/>
                <a:cs typeface="Arial"/>
              </a:defRPr>
            </a:lvl5pPr>
            <a:lvl6pPr algn="r">
              <a:defRPr sz="975" b="1">
                <a:solidFill>
                  <a:srgbClr val="243537"/>
                </a:solidFill>
                <a:latin typeface="Arial"/>
                <a:ea typeface="Arial"/>
                <a:cs typeface="Arial"/>
              </a:defRPr>
            </a:lvl6pPr>
            <a:lvl7pPr algn="r">
              <a:defRPr sz="975" b="1">
                <a:solidFill>
                  <a:srgbClr val="243537"/>
                </a:solidFill>
                <a:latin typeface="Arial"/>
                <a:ea typeface="Arial"/>
                <a:cs typeface="Arial"/>
              </a:defRPr>
            </a:lvl7pPr>
            <a:lvl8pPr algn="r">
              <a:defRPr sz="975" b="1">
                <a:solidFill>
                  <a:srgbClr val="243537"/>
                </a:solidFill>
                <a:latin typeface="Arial"/>
                <a:ea typeface="Arial"/>
                <a:cs typeface="Arial"/>
              </a:defRPr>
            </a:lvl8pPr>
            <a:lvl9pPr algn="r">
              <a:defRPr sz="975" b="1">
                <a:solidFill>
                  <a:srgbClr val="243537"/>
                </a:solidFill>
                <a:latin typeface="Arial"/>
                <a:ea typeface="Arial"/>
                <a:cs typeface="Arial"/>
              </a:defRPr>
            </a:lvl9pPr>
          </a:lstStyle>
          <a:p>
            <a:pPr algn="r">
              <a:defRPr sz="975" b="1">
                <a:solidFill>
                  <a:srgbClr val="243537"/>
                </a:solidFill>
                <a:latin typeface="Arial"/>
                <a:ea typeface="Arial"/>
                <a:cs typeface="Arial"/>
              </a:defRPr>
            </a:pPr>
            <a:r>
              <a:rPr sz="975" b="1">
                <a:solidFill>
                  <a:srgbClr val="243537"/>
                </a:solidFill>
                <a:latin typeface="Arial"/>
                <a:ea typeface="Arial"/>
                <a:cs typeface="Arial"/>
              </a:rPr>
              <a:t>18</a:t>
            </a:r>
          </a:p>
        </p:txBody>
      </p:sp>
      <p:sp>
        <p:nvSpPr>
          <p:cNvPr id="6" name="Rectangle 5">
            <a:extLst>
              <a:ext uri="{FF2B5EF4-FFF2-40B4-BE49-F238E27FC236}">
                <a16:creationId xmlns:a16="http://schemas.microsoft.com/office/drawing/2014/main" id="{02E77AE2-2D45-444B-8C7F-F3EB6240BB7C}"/>
              </a:ext>
            </a:extLst>
          </p:cNvPr>
          <p:cNvSpPr>
            <a:spLocks noGrp="1"/>
          </p:cNvSpPr>
          <p:nvPr/>
        </p:nvSpPr>
        <p:spPr>
          <a:xfrm>
            <a:off x="647700" y="1609725"/>
            <a:ext cx="10591800" cy="838200"/>
          </a:xfrm>
          <a:prstGeom prst="rect">
            <a:avLst/>
          </a:prstGeom>
          <a:noFill/>
          <a:ln w="0">
            <a:noFill/>
            <a:prstDash val="solid"/>
          </a:ln>
        </p:spPr>
        <p:txBody>
          <a:bodyPr wrap="square" lIns="0" tIns="0" rIns="0" bIns="0" anchor="ctr">
            <a:normAutofit/>
          </a:bodyPr>
          <a:lstStyle>
            <a:defPPr algn="l">
              <a:defRPr sz="1350" b="0">
                <a:solidFill>
                  <a:srgbClr val="10191A"/>
                </a:solidFill>
                <a:latin typeface="Arial"/>
                <a:ea typeface="Arial"/>
                <a:cs typeface="Arial"/>
              </a:defRPr>
            </a:defPPr>
            <a:lvl1pPr algn="l">
              <a:defRPr sz="1350" b="0">
                <a:solidFill>
                  <a:srgbClr val="10191A"/>
                </a:solidFill>
                <a:latin typeface="Arial"/>
                <a:ea typeface="Arial"/>
                <a:cs typeface="Arial"/>
              </a:defRPr>
            </a:lvl1pPr>
            <a:lvl2pPr algn="l">
              <a:defRPr sz="1350" b="0">
                <a:solidFill>
                  <a:srgbClr val="10191A"/>
                </a:solidFill>
                <a:latin typeface="Arial"/>
                <a:ea typeface="Arial"/>
                <a:cs typeface="Arial"/>
              </a:defRPr>
            </a:lvl2pPr>
            <a:lvl3pPr algn="l">
              <a:defRPr sz="1350" b="0">
                <a:solidFill>
                  <a:srgbClr val="10191A"/>
                </a:solidFill>
                <a:latin typeface="Arial"/>
                <a:ea typeface="Arial"/>
                <a:cs typeface="Arial"/>
              </a:defRPr>
            </a:lvl3pPr>
            <a:lvl4pPr algn="l">
              <a:defRPr sz="1350" b="0">
                <a:solidFill>
                  <a:srgbClr val="10191A"/>
                </a:solidFill>
                <a:latin typeface="Arial"/>
                <a:ea typeface="Arial"/>
                <a:cs typeface="Arial"/>
              </a:defRPr>
            </a:lvl4pPr>
            <a:lvl5pPr algn="l">
              <a:defRPr sz="1350" b="0">
                <a:solidFill>
                  <a:srgbClr val="10191A"/>
                </a:solidFill>
                <a:latin typeface="Arial"/>
                <a:ea typeface="Arial"/>
                <a:cs typeface="Arial"/>
              </a:defRPr>
            </a:lvl5pPr>
            <a:lvl6pPr algn="l">
              <a:defRPr sz="1350" b="0">
                <a:solidFill>
                  <a:srgbClr val="10191A"/>
                </a:solidFill>
                <a:latin typeface="Arial"/>
                <a:ea typeface="Arial"/>
                <a:cs typeface="Arial"/>
              </a:defRPr>
            </a:lvl6pPr>
            <a:lvl7pPr algn="l">
              <a:defRPr sz="1350" b="0">
                <a:solidFill>
                  <a:srgbClr val="10191A"/>
                </a:solidFill>
                <a:latin typeface="Arial"/>
                <a:ea typeface="Arial"/>
                <a:cs typeface="Arial"/>
              </a:defRPr>
            </a:lvl7pPr>
            <a:lvl8pPr algn="l">
              <a:defRPr sz="1350" b="0">
                <a:solidFill>
                  <a:srgbClr val="10191A"/>
                </a:solidFill>
                <a:latin typeface="Arial"/>
                <a:ea typeface="Arial"/>
                <a:cs typeface="Arial"/>
              </a:defRPr>
            </a:lvl8pPr>
            <a:lvl9pPr algn="l">
              <a:defRPr sz="1350" b="0">
                <a:solidFill>
                  <a:srgbClr val="10191A"/>
                </a:solidFill>
                <a:latin typeface="Arial"/>
                <a:ea typeface="Arial"/>
                <a:cs typeface="Arial"/>
              </a:defRPr>
            </a:lvl9pPr>
          </a:lstStyle>
          <a:p>
            <a:pPr algn="l">
              <a:defRPr sz="1350" b="0">
                <a:solidFill>
                  <a:srgbClr val="10191A"/>
                </a:solidFill>
                <a:latin typeface="Arial"/>
                <a:ea typeface="Arial"/>
                <a:cs typeface="Arial"/>
              </a:defRPr>
            </a:pPr>
            <a:r>
              <a:rPr sz="1350" b="0">
                <a:solidFill>
                  <a:srgbClr val="10191A"/>
                </a:solidFill>
                <a:latin typeface="Arial"/>
                <a:ea typeface="Arial"/>
                <a:cs typeface="Arial"/>
              </a:rPr>
              <a:t>[5] Cheng et al. (2022). Vision-based monitoring of site safety compliance based on worker re-identification and PPE classification. Automation in Construction, 139, 104312. DOI: 10.1016/j.autcon.2022.104312</a:t>
            </a:r>
          </a:p>
        </p:txBody>
      </p:sp>
      <p:sp>
        <p:nvSpPr>
          <p:cNvPr id="7" name="Straight Connector 6">
            <a:extLst>
              <a:ext uri="{FF2B5EF4-FFF2-40B4-BE49-F238E27FC236}">
                <a16:creationId xmlns:a16="http://schemas.microsoft.com/office/drawing/2014/main" id="{4926F25E-497D-4CAE-88D1-026DA46422E3}"/>
              </a:ext>
            </a:extLst>
          </p:cNvPr>
          <p:cNvSpPr>
            <a:spLocks noGrp="1"/>
          </p:cNvSpPr>
          <p:nvPr/>
        </p:nvSpPr>
        <p:spPr>
          <a:xfrm>
            <a:off x="647700" y="2524125"/>
            <a:ext cx="10610850" cy="9525"/>
          </a:xfrm>
          <a:prstGeom prst="line">
            <a:avLst/>
          </a:prstGeom>
          <a:noFill/>
          <a:ln w="9525">
            <a:solidFill>
              <a:srgbClr val="D2D8CF"/>
            </a:solidFill>
            <a:prstDash val="solid"/>
          </a:ln>
        </p:spPr>
        <p:txBody>
          <a:bodyPr/>
          <a:lstStyle/>
          <a:p>
            <a:endParaRPr lang="en-IN"/>
          </a:p>
        </p:txBody>
      </p:sp>
      <p:sp>
        <p:nvSpPr>
          <p:cNvPr id="8" name="Rectangle 7">
            <a:extLst>
              <a:ext uri="{FF2B5EF4-FFF2-40B4-BE49-F238E27FC236}">
                <a16:creationId xmlns:a16="http://schemas.microsoft.com/office/drawing/2014/main" id="{5B2D950C-495E-4AA5-BC2B-AFA3CDA7CD98}"/>
              </a:ext>
            </a:extLst>
          </p:cNvPr>
          <p:cNvSpPr>
            <a:spLocks noGrp="1"/>
          </p:cNvSpPr>
          <p:nvPr/>
        </p:nvSpPr>
        <p:spPr>
          <a:xfrm>
            <a:off x="647700" y="2695575"/>
            <a:ext cx="10591800" cy="838200"/>
          </a:xfrm>
          <a:prstGeom prst="rect">
            <a:avLst/>
          </a:prstGeom>
          <a:noFill/>
          <a:ln w="0">
            <a:noFill/>
            <a:prstDash val="solid"/>
          </a:ln>
        </p:spPr>
        <p:txBody>
          <a:bodyPr wrap="square" lIns="0" tIns="0" rIns="0" bIns="0" anchor="ctr">
            <a:normAutofit/>
          </a:bodyPr>
          <a:lstStyle>
            <a:defPPr algn="l">
              <a:defRPr sz="1350" b="0">
                <a:solidFill>
                  <a:srgbClr val="10191A"/>
                </a:solidFill>
                <a:latin typeface="Arial"/>
                <a:ea typeface="Arial"/>
                <a:cs typeface="Arial"/>
              </a:defRPr>
            </a:defPPr>
            <a:lvl1pPr algn="l">
              <a:defRPr sz="1350" b="0">
                <a:solidFill>
                  <a:srgbClr val="10191A"/>
                </a:solidFill>
                <a:latin typeface="Arial"/>
                <a:ea typeface="Arial"/>
                <a:cs typeface="Arial"/>
              </a:defRPr>
            </a:lvl1pPr>
            <a:lvl2pPr algn="l">
              <a:defRPr sz="1350" b="0">
                <a:solidFill>
                  <a:srgbClr val="10191A"/>
                </a:solidFill>
                <a:latin typeface="Arial"/>
                <a:ea typeface="Arial"/>
                <a:cs typeface="Arial"/>
              </a:defRPr>
            </a:lvl2pPr>
            <a:lvl3pPr algn="l">
              <a:defRPr sz="1350" b="0">
                <a:solidFill>
                  <a:srgbClr val="10191A"/>
                </a:solidFill>
                <a:latin typeface="Arial"/>
                <a:ea typeface="Arial"/>
                <a:cs typeface="Arial"/>
              </a:defRPr>
            </a:lvl3pPr>
            <a:lvl4pPr algn="l">
              <a:defRPr sz="1350" b="0">
                <a:solidFill>
                  <a:srgbClr val="10191A"/>
                </a:solidFill>
                <a:latin typeface="Arial"/>
                <a:ea typeface="Arial"/>
                <a:cs typeface="Arial"/>
              </a:defRPr>
            </a:lvl4pPr>
            <a:lvl5pPr algn="l">
              <a:defRPr sz="1350" b="0">
                <a:solidFill>
                  <a:srgbClr val="10191A"/>
                </a:solidFill>
                <a:latin typeface="Arial"/>
                <a:ea typeface="Arial"/>
                <a:cs typeface="Arial"/>
              </a:defRPr>
            </a:lvl5pPr>
            <a:lvl6pPr algn="l">
              <a:defRPr sz="1350" b="0">
                <a:solidFill>
                  <a:srgbClr val="10191A"/>
                </a:solidFill>
                <a:latin typeface="Arial"/>
                <a:ea typeface="Arial"/>
                <a:cs typeface="Arial"/>
              </a:defRPr>
            </a:lvl6pPr>
            <a:lvl7pPr algn="l">
              <a:defRPr sz="1350" b="0">
                <a:solidFill>
                  <a:srgbClr val="10191A"/>
                </a:solidFill>
                <a:latin typeface="Arial"/>
                <a:ea typeface="Arial"/>
                <a:cs typeface="Arial"/>
              </a:defRPr>
            </a:lvl7pPr>
            <a:lvl8pPr algn="l">
              <a:defRPr sz="1350" b="0">
                <a:solidFill>
                  <a:srgbClr val="10191A"/>
                </a:solidFill>
                <a:latin typeface="Arial"/>
                <a:ea typeface="Arial"/>
                <a:cs typeface="Arial"/>
              </a:defRPr>
            </a:lvl8pPr>
            <a:lvl9pPr algn="l">
              <a:defRPr sz="1350" b="0">
                <a:solidFill>
                  <a:srgbClr val="10191A"/>
                </a:solidFill>
                <a:latin typeface="Arial"/>
                <a:ea typeface="Arial"/>
                <a:cs typeface="Arial"/>
              </a:defRPr>
            </a:lvl9pPr>
          </a:lstStyle>
          <a:p>
            <a:pPr algn="l">
              <a:defRPr sz="1350" b="0">
                <a:solidFill>
                  <a:srgbClr val="10191A"/>
                </a:solidFill>
                <a:latin typeface="Arial"/>
                <a:ea typeface="Arial"/>
                <a:cs typeface="Arial"/>
              </a:defRPr>
            </a:pPr>
            <a:r>
              <a:rPr sz="1350" b="0">
                <a:solidFill>
                  <a:srgbClr val="10191A"/>
                </a:solidFill>
                <a:latin typeface="Arial"/>
                <a:ea typeface="Arial"/>
                <a:cs typeface="Arial"/>
              </a:rPr>
              <a:t>[6] Zaidi et al. (2024). Vision-Based Construction Safety Monitoring Utilizing Temporal Analysis to Reduce False Alarms. Buildings, 14(6), 1878. DOI: 10.3390/buildings14061878</a:t>
            </a:r>
          </a:p>
        </p:txBody>
      </p:sp>
      <p:sp>
        <p:nvSpPr>
          <p:cNvPr id="9" name="Straight Connector 8">
            <a:extLst>
              <a:ext uri="{FF2B5EF4-FFF2-40B4-BE49-F238E27FC236}">
                <a16:creationId xmlns:a16="http://schemas.microsoft.com/office/drawing/2014/main" id="{1C93A3FA-3A85-41EA-87EC-728DBBF9CF3E}"/>
              </a:ext>
            </a:extLst>
          </p:cNvPr>
          <p:cNvSpPr>
            <a:spLocks noGrp="1"/>
          </p:cNvSpPr>
          <p:nvPr/>
        </p:nvSpPr>
        <p:spPr>
          <a:xfrm>
            <a:off x="647700" y="3609975"/>
            <a:ext cx="10610850" cy="9525"/>
          </a:xfrm>
          <a:prstGeom prst="line">
            <a:avLst/>
          </a:prstGeom>
          <a:noFill/>
          <a:ln w="9525">
            <a:solidFill>
              <a:srgbClr val="D2D8CF"/>
            </a:solidFill>
            <a:prstDash val="solid"/>
          </a:ln>
        </p:spPr>
        <p:txBody>
          <a:bodyPr/>
          <a:lstStyle/>
          <a:p>
            <a:endParaRPr lang="en-IN"/>
          </a:p>
        </p:txBody>
      </p:sp>
      <p:sp>
        <p:nvSpPr>
          <p:cNvPr id="10" name="Rectangle 9">
            <a:extLst>
              <a:ext uri="{FF2B5EF4-FFF2-40B4-BE49-F238E27FC236}">
                <a16:creationId xmlns:a16="http://schemas.microsoft.com/office/drawing/2014/main" id="{9B96136D-B89F-4CE1-A862-C1C2EECEC246}"/>
              </a:ext>
            </a:extLst>
          </p:cNvPr>
          <p:cNvSpPr>
            <a:spLocks noGrp="1"/>
          </p:cNvSpPr>
          <p:nvPr/>
        </p:nvSpPr>
        <p:spPr>
          <a:xfrm>
            <a:off x="647700" y="3781425"/>
            <a:ext cx="10591800" cy="838200"/>
          </a:xfrm>
          <a:prstGeom prst="rect">
            <a:avLst/>
          </a:prstGeom>
          <a:noFill/>
          <a:ln w="0">
            <a:noFill/>
            <a:prstDash val="solid"/>
          </a:ln>
        </p:spPr>
        <p:txBody>
          <a:bodyPr wrap="square" lIns="0" tIns="0" rIns="0" bIns="0" anchor="ctr">
            <a:normAutofit/>
          </a:bodyPr>
          <a:lstStyle>
            <a:defPPr algn="l">
              <a:defRPr sz="1350" b="0">
                <a:solidFill>
                  <a:srgbClr val="10191A"/>
                </a:solidFill>
                <a:latin typeface="Arial"/>
                <a:ea typeface="Arial"/>
                <a:cs typeface="Arial"/>
              </a:defRPr>
            </a:defPPr>
            <a:lvl1pPr algn="l">
              <a:defRPr sz="1350" b="0">
                <a:solidFill>
                  <a:srgbClr val="10191A"/>
                </a:solidFill>
                <a:latin typeface="Arial"/>
                <a:ea typeface="Arial"/>
                <a:cs typeface="Arial"/>
              </a:defRPr>
            </a:lvl1pPr>
            <a:lvl2pPr algn="l">
              <a:defRPr sz="1350" b="0">
                <a:solidFill>
                  <a:srgbClr val="10191A"/>
                </a:solidFill>
                <a:latin typeface="Arial"/>
                <a:ea typeface="Arial"/>
                <a:cs typeface="Arial"/>
              </a:defRPr>
            </a:lvl2pPr>
            <a:lvl3pPr algn="l">
              <a:defRPr sz="1350" b="0">
                <a:solidFill>
                  <a:srgbClr val="10191A"/>
                </a:solidFill>
                <a:latin typeface="Arial"/>
                <a:ea typeface="Arial"/>
                <a:cs typeface="Arial"/>
              </a:defRPr>
            </a:lvl3pPr>
            <a:lvl4pPr algn="l">
              <a:defRPr sz="1350" b="0">
                <a:solidFill>
                  <a:srgbClr val="10191A"/>
                </a:solidFill>
                <a:latin typeface="Arial"/>
                <a:ea typeface="Arial"/>
                <a:cs typeface="Arial"/>
              </a:defRPr>
            </a:lvl4pPr>
            <a:lvl5pPr algn="l">
              <a:defRPr sz="1350" b="0">
                <a:solidFill>
                  <a:srgbClr val="10191A"/>
                </a:solidFill>
                <a:latin typeface="Arial"/>
                <a:ea typeface="Arial"/>
                <a:cs typeface="Arial"/>
              </a:defRPr>
            </a:lvl5pPr>
            <a:lvl6pPr algn="l">
              <a:defRPr sz="1350" b="0">
                <a:solidFill>
                  <a:srgbClr val="10191A"/>
                </a:solidFill>
                <a:latin typeface="Arial"/>
                <a:ea typeface="Arial"/>
                <a:cs typeface="Arial"/>
              </a:defRPr>
            </a:lvl6pPr>
            <a:lvl7pPr algn="l">
              <a:defRPr sz="1350" b="0">
                <a:solidFill>
                  <a:srgbClr val="10191A"/>
                </a:solidFill>
                <a:latin typeface="Arial"/>
                <a:ea typeface="Arial"/>
                <a:cs typeface="Arial"/>
              </a:defRPr>
            </a:lvl7pPr>
            <a:lvl8pPr algn="l">
              <a:defRPr sz="1350" b="0">
                <a:solidFill>
                  <a:srgbClr val="10191A"/>
                </a:solidFill>
                <a:latin typeface="Arial"/>
                <a:ea typeface="Arial"/>
                <a:cs typeface="Arial"/>
              </a:defRPr>
            </a:lvl8pPr>
            <a:lvl9pPr algn="l">
              <a:defRPr sz="1350" b="0">
                <a:solidFill>
                  <a:srgbClr val="10191A"/>
                </a:solidFill>
                <a:latin typeface="Arial"/>
                <a:ea typeface="Arial"/>
                <a:cs typeface="Arial"/>
              </a:defRPr>
            </a:lvl9pPr>
          </a:lstStyle>
          <a:p>
            <a:pPr algn="l">
              <a:defRPr sz="1350" b="0">
                <a:solidFill>
                  <a:srgbClr val="10191A"/>
                </a:solidFill>
                <a:latin typeface="Arial"/>
                <a:ea typeface="Arial"/>
                <a:cs typeface="Arial"/>
              </a:defRPr>
            </a:pPr>
            <a:r>
              <a:rPr sz="1350" b="0">
                <a:solidFill>
                  <a:srgbClr val="10191A"/>
                </a:solidFill>
                <a:latin typeface="Arial"/>
                <a:ea typeface="Arial"/>
                <a:cs typeface="Arial"/>
              </a:rPr>
              <a:t>[7] Wen et al. (2024). Automated construction safety reporting integrating real-time detection and visual question answering. Advances in Engineering Software, 198, 103779. DOI: 10.1016/j.advengsoft.2024.103779</a:t>
            </a:r>
          </a:p>
        </p:txBody>
      </p:sp>
      <p:sp>
        <p:nvSpPr>
          <p:cNvPr id="11" name="Straight Connector 10">
            <a:extLst>
              <a:ext uri="{FF2B5EF4-FFF2-40B4-BE49-F238E27FC236}">
                <a16:creationId xmlns:a16="http://schemas.microsoft.com/office/drawing/2014/main" id="{664EA5C2-E833-421C-9F7A-A3F0B30E7675}"/>
              </a:ext>
            </a:extLst>
          </p:cNvPr>
          <p:cNvSpPr>
            <a:spLocks noGrp="1"/>
          </p:cNvSpPr>
          <p:nvPr/>
        </p:nvSpPr>
        <p:spPr>
          <a:xfrm>
            <a:off x="647700" y="4695825"/>
            <a:ext cx="10610850" cy="9525"/>
          </a:xfrm>
          <a:prstGeom prst="line">
            <a:avLst/>
          </a:prstGeom>
          <a:noFill/>
          <a:ln w="9525">
            <a:solidFill>
              <a:srgbClr val="D2D8CF"/>
            </a:solidFill>
            <a:prstDash val="solid"/>
          </a:ln>
        </p:spPr>
        <p:txBody>
          <a:bodyPr/>
          <a:lstStyle/>
          <a:p>
            <a:endParaRPr lang="en-IN"/>
          </a:p>
        </p:txBody>
      </p:sp>
      <p:sp>
        <p:nvSpPr>
          <p:cNvPr id="12" name="Rectangle 11">
            <a:extLst>
              <a:ext uri="{FF2B5EF4-FFF2-40B4-BE49-F238E27FC236}">
                <a16:creationId xmlns:a16="http://schemas.microsoft.com/office/drawing/2014/main" id="{D63031C4-C284-4D35-A7F7-55232C8622BD}"/>
              </a:ext>
            </a:extLst>
          </p:cNvPr>
          <p:cNvSpPr>
            <a:spLocks noGrp="1"/>
          </p:cNvSpPr>
          <p:nvPr/>
        </p:nvSpPr>
        <p:spPr>
          <a:xfrm>
            <a:off x="647700" y="4867275"/>
            <a:ext cx="10591800" cy="838200"/>
          </a:xfrm>
          <a:prstGeom prst="rect">
            <a:avLst/>
          </a:prstGeom>
          <a:noFill/>
          <a:ln w="0">
            <a:noFill/>
            <a:prstDash val="solid"/>
          </a:ln>
        </p:spPr>
        <p:txBody>
          <a:bodyPr wrap="square" lIns="0" tIns="0" rIns="0" bIns="0" anchor="ctr">
            <a:normAutofit/>
          </a:bodyPr>
          <a:lstStyle>
            <a:defPPr algn="l">
              <a:defRPr sz="1350" b="0">
                <a:solidFill>
                  <a:srgbClr val="10191A"/>
                </a:solidFill>
                <a:latin typeface="Arial"/>
                <a:ea typeface="Arial"/>
                <a:cs typeface="Arial"/>
              </a:defRPr>
            </a:defPPr>
            <a:lvl1pPr algn="l">
              <a:defRPr sz="1350" b="0">
                <a:solidFill>
                  <a:srgbClr val="10191A"/>
                </a:solidFill>
                <a:latin typeface="Arial"/>
                <a:ea typeface="Arial"/>
                <a:cs typeface="Arial"/>
              </a:defRPr>
            </a:lvl1pPr>
            <a:lvl2pPr algn="l">
              <a:defRPr sz="1350" b="0">
                <a:solidFill>
                  <a:srgbClr val="10191A"/>
                </a:solidFill>
                <a:latin typeface="Arial"/>
                <a:ea typeface="Arial"/>
                <a:cs typeface="Arial"/>
              </a:defRPr>
            </a:lvl2pPr>
            <a:lvl3pPr algn="l">
              <a:defRPr sz="1350" b="0">
                <a:solidFill>
                  <a:srgbClr val="10191A"/>
                </a:solidFill>
                <a:latin typeface="Arial"/>
                <a:ea typeface="Arial"/>
                <a:cs typeface="Arial"/>
              </a:defRPr>
            </a:lvl3pPr>
            <a:lvl4pPr algn="l">
              <a:defRPr sz="1350" b="0">
                <a:solidFill>
                  <a:srgbClr val="10191A"/>
                </a:solidFill>
                <a:latin typeface="Arial"/>
                <a:ea typeface="Arial"/>
                <a:cs typeface="Arial"/>
              </a:defRPr>
            </a:lvl4pPr>
            <a:lvl5pPr algn="l">
              <a:defRPr sz="1350" b="0">
                <a:solidFill>
                  <a:srgbClr val="10191A"/>
                </a:solidFill>
                <a:latin typeface="Arial"/>
                <a:ea typeface="Arial"/>
                <a:cs typeface="Arial"/>
              </a:defRPr>
            </a:lvl5pPr>
            <a:lvl6pPr algn="l">
              <a:defRPr sz="1350" b="0">
                <a:solidFill>
                  <a:srgbClr val="10191A"/>
                </a:solidFill>
                <a:latin typeface="Arial"/>
                <a:ea typeface="Arial"/>
                <a:cs typeface="Arial"/>
              </a:defRPr>
            </a:lvl6pPr>
            <a:lvl7pPr algn="l">
              <a:defRPr sz="1350" b="0">
                <a:solidFill>
                  <a:srgbClr val="10191A"/>
                </a:solidFill>
                <a:latin typeface="Arial"/>
                <a:ea typeface="Arial"/>
                <a:cs typeface="Arial"/>
              </a:defRPr>
            </a:lvl7pPr>
            <a:lvl8pPr algn="l">
              <a:defRPr sz="1350" b="0">
                <a:solidFill>
                  <a:srgbClr val="10191A"/>
                </a:solidFill>
                <a:latin typeface="Arial"/>
                <a:ea typeface="Arial"/>
                <a:cs typeface="Arial"/>
              </a:defRPr>
            </a:lvl8pPr>
            <a:lvl9pPr algn="l">
              <a:defRPr sz="1350" b="0">
                <a:solidFill>
                  <a:srgbClr val="10191A"/>
                </a:solidFill>
                <a:latin typeface="Arial"/>
                <a:ea typeface="Arial"/>
                <a:cs typeface="Arial"/>
              </a:defRPr>
            </a:lvl9pPr>
          </a:lstStyle>
          <a:p>
            <a:pPr algn="l">
              <a:defRPr sz="1350" b="0">
                <a:solidFill>
                  <a:srgbClr val="10191A"/>
                </a:solidFill>
                <a:latin typeface="Arial"/>
                <a:ea typeface="Arial"/>
                <a:cs typeface="Arial"/>
              </a:defRPr>
            </a:pPr>
            <a:r>
              <a:rPr sz="1350" b="0">
                <a:solidFill>
                  <a:srgbClr val="10191A"/>
                </a:solidFill>
                <a:latin typeface="Arial"/>
                <a:ea typeface="Arial"/>
                <a:cs typeface="Arial"/>
              </a:rPr>
              <a:t>[8] Sivanraj, Uduwage &amp; Tripathi (2026). Real-time safety detection on construction sites using a vision-language and NLP-based model. Advanced Engineering Informatics, 69, Part A, 103889. DOI: 10.1016/j.aei.2025.103889</a:t>
            </a:r>
          </a:p>
        </p:txBody>
      </p:sp>
    </p:spTree>
    <p:extLst>
      <p:ext uri="{BB962C8B-B14F-4D97-AF65-F5344CB8AC3E}">
        <p14:creationId xmlns:p14="http://schemas.microsoft.com/office/powerpoint/2010/main" val="112326668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2755</Words>
  <Application>Microsoft Office PowerPoint</Application>
  <DocSecurity>0</DocSecurity>
  <PresentationFormat>Widescreen</PresentationFormat>
  <Paragraphs>277</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Jeevan Rajkumar</dc:creator>
  <cp:lastModifiedBy>Jeevan Rajkumar</cp:lastModifiedBy>
  <cp:revision>1</cp:revision>
  <dcterms:created xsi:type="dcterms:W3CDTF">2026-10-17T18:21:51Z</dcterms:created>
  <dcterms:modified xsi:type="dcterms:W3CDTF">2026-10-17T18:25:29Z</dcterms:modified>
</cp:coreProperties>
</file>